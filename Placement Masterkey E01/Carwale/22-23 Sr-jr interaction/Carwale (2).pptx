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Advent Pro SemiBold"/>
      <p:regular r:id="rId20"/>
      <p:bold r:id="rId21"/>
      <p:italic r:id="rId22"/>
      <p:boldItalic r:id="rId23"/>
    </p:embeddedFont>
    <p:embeddedFont>
      <p:font typeface="Fira Sans Extra Condensed Medium"/>
      <p:regular r:id="rId24"/>
      <p:bold r:id="rId25"/>
      <p:italic r:id="rId26"/>
      <p:boldItalic r:id="rId27"/>
    </p:embeddedFont>
    <p:embeddedFont>
      <p:font typeface="Fira Sans Condensed Medium"/>
      <p:regular r:id="rId28"/>
      <p:bold r:id="rId29"/>
      <p:italic r:id="rId30"/>
      <p:boldItalic r:id="rId31"/>
    </p:embeddedFont>
    <p:embeddedFont>
      <p:font typeface="Maven Pro"/>
      <p:regular r:id="rId32"/>
      <p:bold r:id="rId33"/>
    </p:embeddedFont>
    <p:embeddedFont>
      <p:font typeface="Share Tech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dventProSemiBold-regular.fntdata"/><Relationship Id="rId22" Type="http://schemas.openxmlformats.org/officeDocument/2006/relationships/font" Target="fonts/AdventProSemiBold-italic.fntdata"/><Relationship Id="rId21" Type="http://schemas.openxmlformats.org/officeDocument/2006/relationships/font" Target="fonts/AdventProSemiBold-bold.fntdata"/><Relationship Id="rId24" Type="http://schemas.openxmlformats.org/officeDocument/2006/relationships/font" Target="fonts/FiraSansExtraCondensedMedium-regular.fntdata"/><Relationship Id="rId23" Type="http://schemas.openxmlformats.org/officeDocument/2006/relationships/font" Target="fonts/AdventPro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CondensedMedium-italic.fntdata"/><Relationship Id="rId25" Type="http://schemas.openxmlformats.org/officeDocument/2006/relationships/font" Target="fonts/FiraSansExtraCondensedMedium-bold.fntdata"/><Relationship Id="rId28" Type="http://schemas.openxmlformats.org/officeDocument/2006/relationships/font" Target="fonts/FiraSansCondensedMedium-regular.fntdata"/><Relationship Id="rId27" Type="http://schemas.openxmlformats.org/officeDocument/2006/relationships/font" Target="fonts/FiraSansExtraCondensed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Condensed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CondensedMedium-boldItalic.fntdata"/><Relationship Id="rId30" Type="http://schemas.openxmlformats.org/officeDocument/2006/relationships/font" Target="fonts/FiraSansCondensedMedium-italic.fntdata"/><Relationship Id="rId11" Type="http://schemas.openxmlformats.org/officeDocument/2006/relationships/slide" Target="slides/slide6.xml"/><Relationship Id="rId33" Type="http://schemas.openxmlformats.org/officeDocument/2006/relationships/font" Target="fonts/MavenPro-bold.fntdata"/><Relationship Id="rId10" Type="http://schemas.openxmlformats.org/officeDocument/2006/relationships/slide" Target="slides/slide5.xml"/><Relationship Id="rId32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ShareTech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b64cd155e8_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1b64cd155e8_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b64cd155e8_1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b64cd155e8_1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1b64cd155e8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1b64cd155e8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b64cd155e8_4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b64cd155e8_4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0f4dc770f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0f4dc770f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b64cd155e8_4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b64cd155e8_4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1b64cd155e8_4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1b64cd155e8_4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b64cd155e8_4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b64cd155e8_4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b64cd155e8_4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b64cd155e8_4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1b64cd155e8_4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1b64cd155e8_4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b64cd155e8_4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1b64cd155e8_4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b64cd155e8_4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b64cd155e8_4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b64cd155e8_4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b64cd155e8_4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13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8" name="Google Shape;18;p2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720239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" name="Google Shape;41;p3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42" name="Google Shape;42;p3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3"/>
          <p:cNvGrpSpPr/>
          <p:nvPr/>
        </p:nvGrpSpPr>
        <p:grpSpPr>
          <a:xfrm>
            <a:off x="3643898" y="-436198"/>
            <a:ext cx="133252" cy="1952377"/>
            <a:chOff x="6780548" y="337714"/>
            <a:chExt cx="133252" cy="1952377"/>
          </a:xfrm>
        </p:grpSpPr>
        <p:sp>
          <p:nvSpPr>
            <p:cNvPr id="47" name="Google Shape;47;p3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3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51" name="Google Shape;51;p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520996" y="1091548"/>
            <a:ext cx="199001" cy="2139769"/>
            <a:chOff x="8008096" y="2108910"/>
            <a:chExt cx="199001" cy="2139769"/>
          </a:xfrm>
        </p:grpSpPr>
        <p:sp>
          <p:nvSpPr>
            <p:cNvPr id="54" name="Google Shape;54;p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3"/>
          <p:cNvSpPr txBox="1"/>
          <p:nvPr>
            <p:ph type="ctrTitle"/>
          </p:nvPr>
        </p:nvSpPr>
        <p:spPr>
          <a:xfrm>
            <a:off x="2031287" y="1742775"/>
            <a:ext cx="2622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" name="Google Shape;58;p3"/>
          <p:cNvSpPr txBox="1"/>
          <p:nvPr>
            <p:ph hasCustomPrompt="1" idx="2" type="title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/>
          <p:nvPr>
            <p:ph idx="1" type="body"/>
          </p:nvPr>
        </p:nvSpPr>
        <p:spPr>
          <a:xfrm>
            <a:off x="618825" y="1679175"/>
            <a:ext cx="3534300" cy="20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4"/>
          <p:cNvSpPr txBox="1"/>
          <p:nvPr>
            <p:ph type="ctrTitle"/>
          </p:nvPr>
        </p:nvSpPr>
        <p:spPr>
          <a:xfrm>
            <a:off x="618825" y="411675"/>
            <a:ext cx="2686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62" name="Google Shape;62;p4"/>
          <p:cNvSpPr/>
          <p:nvPr/>
        </p:nvSpPr>
        <p:spPr>
          <a:xfrm>
            <a:off x="720000" y="46901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058475" y="41522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432075" y="429640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194725" y="44747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585475" y="469551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4"/>
          <p:cNvGrpSpPr/>
          <p:nvPr/>
        </p:nvGrpSpPr>
        <p:grpSpPr>
          <a:xfrm>
            <a:off x="8148521" y="3004593"/>
            <a:ext cx="98059" cy="1147596"/>
            <a:chOff x="3347921" y="16006"/>
            <a:chExt cx="98059" cy="1147596"/>
          </a:xfrm>
        </p:grpSpPr>
        <p:sp>
          <p:nvSpPr>
            <p:cNvPr id="68" name="Google Shape;68;p4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" name="Google Shape;70;p4"/>
          <p:cNvGrpSpPr/>
          <p:nvPr/>
        </p:nvGrpSpPr>
        <p:grpSpPr>
          <a:xfrm>
            <a:off x="281421" y="3769263"/>
            <a:ext cx="121172" cy="760495"/>
            <a:chOff x="5245196" y="3136513"/>
            <a:chExt cx="121172" cy="760495"/>
          </a:xfrm>
        </p:grpSpPr>
        <p:sp>
          <p:nvSpPr>
            <p:cNvPr id="71" name="Google Shape;71;p4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" name="Google Shape;73;p4"/>
          <p:cNvGrpSpPr/>
          <p:nvPr/>
        </p:nvGrpSpPr>
        <p:grpSpPr>
          <a:xfrm>
            <a:off x="8534739" y="4069632"/>
            <a:ext cx="57599" cy="831799"/>
            <a:chOff x="2038689" y="173907"/>
            <a:chExt cx="57599" cy="831799"/>
          </a:xfrm>
        </p:grpSpPr>
        <p:sp>
          <p:nvSpPr>
            <p:cNvPr id="74" name="Google Shape;74;p4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4"/>
          <p:cNvSpPr/>
          <p:nvPr/>
        </p:nvSpPr>
        <p:spPr>
          <a:xfrm>
            <a:off x="7686100" y="45688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868125" y="376926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ctrTitle"/>
          </p:nvPr>
        </p:nvSpPr>
        <p:spPr>
          <a:xfrm>
            <a:off x="923625" y="1196026"/>
            <a:ext cx="982200" cy="577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0" name="Google Shape;80;p5"/>
          <p:cNvSpPr txBox="1"/>
          <p:nvPr>
            <p:ph idx="1" type="subTitle"/>
          </p:nvPr>
        </p:nvSpPr>
        <p:spPr>
          <a:xfrm>
            <a:off x="923637" y="1684093"/>
            <a:ext cx="26205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1" name="Google Shape;81;p5"/>
          <p:cNvSpPr txBox="1"/>
          <p:nvPr>
            <p:ph idx="2" type="ctrTitle"/>
          </p:nvPr>
        </p:nvSpPr>
        <p:spPr>
          <a:xfrm>
            <a:off x="7050379" y="1196025"/>
            <a:ext cx="1137300" cy="577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2" name="Google Shape;82;p5"/>
          <p:cNvSpPr txBox="1"/>
          <p:nvPr>
            <p:ph idx="3" type="subTitle"/>
          </p:nvPr>
        </p:nvSpPr>
        <p:spPr>
          <a:xfrm>
            <a:off x="5450166" y="1684093"/>
            <a:ext cx="27375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3" name="Google Shape;83;p5"/>
          <p:cNvSpPr txBox="1"/>
          <p:nvPr>
            <p:ph idx="4" type="ctrTitle"/>
          </p:nvPr>
        </p:nvSpPr>
        <p:spPr>
          <a:xfrm>
            <a:off x="618825" y="411675"/>
            <a:ext cx="4618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84" name="Google Shape;84;p5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89" name="Google Shape;89;p5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5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95" name="Google Shape;95;p6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idx="1" type="body"/>
          </p:nvPr>
        </p:nvSpPr>
        <p:spPr>
          <a:xfrm>
            <a:off x="618306" y="2199025"/>
            <a:ext cx="19059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7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08" name="Google Shape;108;p7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7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113" name="Google Shape;113;p7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7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2037000" y="1496400"/>
            <a:ext cx="5070000" cy="21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9" name="Google Shape;119;p8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13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2307882" y="3002386"/>
            <a:ext cx="104086" cy="104322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8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26" name="Google Shape;126;p8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8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293004" y="835609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1778504" y="2156778"/>
            <a:ext cx="119993" cy="119966"/>
          </a:xfrm>
          <a:custGeom>
            <a:rect b="b" l="l" r="r" t="t"/>
            <a:pathLst>
              <a:path extrusionOk="0" h="4578" w="4579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8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133" name="Google Shape;133;p8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8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136" name="Google Shape;136;p8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" name="Google Shape;138;p8"/>
          <p:cNvGrpSpPr/>
          <p:nvPr/>
        </p:nvGrpSpPr>
        <p:grpSpPr>
          <a:xfrm>
            <a:off x="6967836" y="85439"/>
            <a:ext cx="133252" cy="1952377"/>
            <a:chOff x="6780548" y="337714"/>
            <a:chExt cx="133252" cy="1952377"/>
          </a:xfrm>
        </p:grpSpPr>
        <p:sp>
          <p:nvSpPr>
            <p:cNvPr id="139" name="Google Shape;139;p8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8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42" name="Google Shape;142;p8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8"/>
          <p:cNvGrpSpPr/>
          <p:nvPr/>
        </p:nvGrpSpPr>
        <p:grpSpPr>
          <a:xfrm>
            <a:off x="982417" y="1695096"/>
            <a:ext cx="199237" cy="2828935"/>
            <a:chOff x="1608717" y="1280046"/>
            <a:chExt cx="199237" cy="2828935"/>
          </a:xfrm>
        </p:grpSpPr>
        <p:sp>
          <p:nvSpPr>
            <p:cNvPr id="147" name="Google Shape;147;p8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8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" name="Google Shape;151;p8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152" name="Google Shape;152;p8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155" name="Google Shape;155;p8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8"/>
          <p:cNvSpPr/>
          <p:nvPr/>
        </p:nvSpPr>
        <p:spPr>
          <a:xfrm>
            <a:off x="2702019" y="1158651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8"/>
          <p:cNvGrpSpPr/>
          <p:nvPr/>
        </p:nvGrpSpPr>
        <p:grpSpPr>
          <a:xfrm>
            <a:off x="4095146" y="-859690"/>
            <a:ext cx="199001" cy="2139769"/>
            <a:chOff x="8008096" y="2108910"/>
            <a:chExt cx="199001" cy="2139769"/>
          </a:xfrm>
        </p:grpSpPr>
        <p:sp>
          <p:nvSpPr>
            <p:cNvPr id="159" name="Google Shape;159;p8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" name="Google Shape;161;p8"/>
          <p:cNvGrpSpPr/>
          <p:nvPr/>
        </p:nvGrpSpPr>
        <p:grpSpPr>
          <a:xfrm>
            <a:off x="6333286" y="3704939"/>
            <a:ext cx="133252" cy="1952377"/>
            <a:chOff x="6780548" y="337714"/>
            <a:chExt cx="133252" cy="1952377"/>
          </a:xfrm>
        </p:grpSpPr>
        <p:sp>
          <p:nvSpPr>
            <p:cNvPr id="162" name="Google Shape;162;p8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" name="Google Shape;164;p8"/>
          <p:cNvGrpSpPr/>
          <p:nvPr/>
        </p:nvGrpSpPr>
        <p:grpSpPr>
          <a:xfrm>
            <a:off x="2702021" y="3612763"/>
            <a:ext cx="121172" cy="760495"/>
            <a:chOff x="5245196" y="3136513"/>
            <a:chExt cx="121172" cy="760495"/>
          </a:xfrm>
        </p:grpSpPr>
        <p:sp>
          <p:nvSpPr>
            <p:cNvPr id="165" name="Google Shape;165;p8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8"/>
          <p:cNvSpPr/>
          <p:nvPr/>
        </p:nvSpPr>
        <p:spPr>
          <a:xfrm>
            <a:off x="5539523" y="4516718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994217" y="3378784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1" name="Google Shape;17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2" name="Google Shape;17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title"/>
          </p:nvPr>
        </p:nvSpPr>
        <p:spPr>
          <a:xfrm>
            <a:off x="581925" y="3391646"/>
            <a:ext cx="4126500" cy="13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type="ctrTitle"/>
          </p:nvPr>
        </p:nvSpPr>
        <p:spPr>
          <a:xfrm>
            <a:off x="3068675" y="3075325"/>
            <a:ext cx="30558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24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7" name="Google Shape;177;p11"/>
          <p:cNvSpPr txBox="1"/>
          <p:nvPr>
            <p:ph idx="1" type="subTitle"/>
          </p:nvPr>
        </p:nvSpPr>
        <p:spPr>
          <a:xfrm>
            <a:off x="2333000" y="1799075"/>
            <a:ext cx="44781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8" name="Google Shape;178;p11"/>
          <p:cNvSpPr/>
          <p:nvPr/>
        </p:nvSpPr>
        <p:spPr>
          <a:xfrm>
            <a:off x="1621169" y="2890613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1238740" y="210688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11"/>
          <p:cNvGrpSpPr/>
          <p:nvPr/>
        </p:nvGrpSpPr>
        <p:grpSpPr>
          <a:xfrm>
            <a:off x="8217007" y="3576772"/>
            <a:ext cx="188886" cy="1181531"/>
            <a:chOff x="2877432" y="975334"/>
            <a:chExt cx="188886" cy="1181531"/>
          </a:xfrm>
        </p:grpSpPr>
        <p:sp>
          <p:nvSpPr>
            <p:cNvPr id="184" name="Google Shape;184;p11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11"/>
          <p:cNvSpPr/>
          <p:nvPr/>
        </p:nvSpPr>
        <p:spPr>
          <a:xfrm>
            <a:off x="8718796" y="116488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11"/>
          <p:cNvGrpSpPr/>
          <p:nvPr/>
        </p:nvGrpSpPr>
        <p:grpSpPr>
          <a:xfrm>
            <a:off x="7519346" y="3243318"/>
            <a:ext cx="98059" cy="1147596"/>
            <a:chOff x="3347921" y="16006"/>
            <a:chExt cx="98059" cy="1147596"/>
          </a:xfrm>
        </p:grpSpPr>
        <p:sp>
          <p:nvSpPr>
            <p:cNvPr id="189" name="Google Shape;189;p11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11"/>
          <p:cNvGrpSpPr/>
          <p:nvPr/>
        </p:nvGrpSpPr>
        <p:grpSpPr>
          <a:xfrm>
            <a:off x="805821" y="2953663"/>
            <a:ext cx="121172" cy="760495"/>
            <a:chOff x="5245196" y="3136513"/>
            <a:chExt cx="121172" cy="760495"/>
          </a:xfrm>
        </p:grpSpPr>
        <p:sp>
          <p:nvSpPr>
            <p:cNvPr id="192" name="Google Shape;192;p11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" name="Google Shape;194;p11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95" name="Google Shape;195;p11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" name="Google Shape;199;p11"/>
          <p:cNvSpPr/>
          <p:nvPr/>
        </p:nvSpPr>
        <p:spPr>
          <a:xfrm>
            <a:off x="8307214" y="-383977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" name="Google Shape;201;p11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202" name="Google Shape;202;p11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" name="Google Shape;204;p11"/>
          <p:cNvSpPr/>
          <p:nvPr/>
        </p:nvSpPr>
        <p:spPr>
          <a:xfrm>
            <a:off x="7582340" y="183453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11"/>
          <p:cNvGrpSpPr/>
          <p:nvPr/>
        </p:nvGrpSpPr>
        <p:grpSpPr>
          <a:xfrm>
            <a:off x="4920170" y="-496491"/>
            <a:ext cx="188886" cy="1181531"/>
            <a:chOff x="2877432" y="975334"/>
            <a:chExt cx="188886" cy="1181531"/>
          </a:xfrm>
        </p:grpSpPr>
        <p:sp>
          <p:nvSpPr>
            <p:cNvPr id="206" name="Google Shape;206;p11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" name="Google Shape;209;p11"/>
          <p:cNvSpPr/>
          <p:nvPr/>
        </p:nvSpPr>
        <p:spPr>
          <a:xfrm>
            <a:off x="7084804" y="549572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" name="Google Shape;210;p11"/>
          <p:cNvGrpSpPr/>
          <p:nvPr/>
        </p:nvGrpSpPr>
        <p:grpSpPr>
          <a:xfrm>
            <a:off x="3030471" y="-223849"/>
            <a:ext cx="121172" cy="760495"/>
            <a:chOff x="5245196" y="3136513"/>
            <a:chExt cx="121172" cy="760495"/>
          </a:xfrm>
        </p:grpSpPr>
        <p:sp>
          <p:nvSpPr>
            <p:cNvPr id="211" name="Google Shape;211;p11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1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11"/>
          <p:cNvGrpSpPr/>
          <p:nvPr/>
        </p:nvGrpSpPr>
        <p:grpSpPr>
          <a:xfrm>
            <a:off x="2306292" y="2569221"/>
            <a:ext cx="199237" cy="2828935"/>
            <a:chOff x="1608717" y="1280046"/>
            <a:chExt cx="199237" cy="2828935"/>
          </a:xfrm>
        </p:grpSpPr>
        <p:sp>
          <p:nvSpPr>
            <p:cNvPr id="214" name="Google Shape;214;p11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 txBox="1"/>
          <p:nvPr>
            <p:ph hasCustomPrompt="1" type="title"/>
          </p:nvPr>
        </p:nvSpPr>
        <p:spPr>
          <a:xfrm>
            <a:off x="1733725" y="856650"/>
            <a:ext cx="5676600" cy="12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9" name="Google Shape;219;p12"/>
          <p:cNvSpPr txBox="1"/>
          <p:nvPr>
            <p:ph idx="1" type="body"/>
          </p:nvPr>
        </p:nvSpPr>
        <p:spPr>
          <a:xfrm>
            <a:off x="3208075" y="2086950"/>
            <a:ext cx="2727900" cy="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20" name="Google Shape;220;p12"/>
          <p:cNvGrpSpPr/>
          <p:nvPr/>
        </p:nvGrpSpPr>
        <p:grpSpPr>
          <a:xfrm>
            <a:off x="722446" y="3412541"/>
            <a:ext cx="7699120" cy="1883463"/>
            <a:chOff x="4558950" y="838825"/>
            <a:chExt cx="2813800" cy="688350"/>
          </a:xfrm>
        </p:grpSpPr>
        <p:sp>
          <p:nvSpPr>
            <p:cNvPr id="221" name="Google Shape;221;p12"/>
            <p:cNvSpPr/>
            <p:nvPr/>
          </p:nvSpPr>
          <p:spPr>
            <a:xfrm>
              <a:off x="6067275" y="838825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492" y="1348"/>
                  </a:cubicBezTo>
                  <a:cubicBezTo>
                    <a:pt x="656" y="1508"/>
                    <a:pt x="856" y="1580"/>
                    <a:pt x="1051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2"/>
            <p:cNvSpPr/>
            <p:nvPr/>
          </p:nvSpPr>
          <p:spPr>
            <a:xfrm>
              <a:off x="4703850" y="911275"/>
              <a:ext cx="2580700" cy="613375"/>
            </a:xfrm>
            <a:custGeom>
              <a:rect b="b" l="l" r="r" t="t"/>
              <a:pathLst>
                <a:path extrusionOk="0" h="24535" w="103228">
                  <a:moveTo>
                    <a:pt x="47431" y="0"/>
                  </a:moveTo>
                  <a:lnTo>
                    <a:pt x="34779" y="13685"/>
                  </a:lnTo>
                  <a:lnTo>
                    <a:pt x="20906" y="18309"/>
                  </a:lnTo>
                  <a:lnTo>
                    <a:pt x="15412" y="16898"/>
                  </a:lnTo>
                  <a:lnTo>
                    <a:pt x="9061" y="9892"/>
                  </a:lnTo>
                  <a:lnTo>
                    <a:pt x="1" y="24459"/>
                  </a:lnTo>
                  <a:lnTo>
                    <a:pt x="127" y="24534"/>
                  </a:lnTo>
                  <a:lnTo>
                    <a:pt x="9086" y="10131"/>
                  </a:lnTo>
                  <a:lnTo>
                    <a:pt x="15336" y="17024"/>
                  </a:lnTo>
                  <a:lnTo>
                    <a:pt x="20893" y="18448"/>
                  </a:lnTo>
                  <a:lnTo>
                    <a:pt x="20918" y="18461"/>
                  </a:lnTo>
                  <a:lnTo>
                    <a:pt x="34855" y="13811"/>
                  </a:lnTo>
                  <a:lnTo>
                    <a:pt x="47431" y="215"/>
                  </a:lnTo>
                  <a:lnTo>
                    <a:pt x="59099" y="12778"/>
                  </a:lnTo>
                  <a:lnTo>
                    <a:pt x="67479" y="19620"/>
                  </a:lnTo>
                  <a:lnTo>
                    <a:pt x="76513" y="18196"/>
                  </a:lnTo>
                  <a:lnTo>
                    <a:pt x="82209" y="19885"/>
                  </a:lnTo>
                  <a:lnTo>
                    <a:pt x="88661" y="9035"/>
                  </a:lnTo>
                  <a:lnTo>
                    <a:pt x="95138" y="5860"/>
                  </a:lnTo>
                  <a:lnTo>
                    <a:pt x="103101" y="24496"/>
                  </a:lnTo>
                  <a:lnTo>
                    <a:pt x="103227" y="24433"/>
                  </a:lnTo>
                  <a:lnTo>
                    <a:pt x="95213" y="5671"/>
                  </a:lnTo>
                  <a:lnTo>
                    <a:pt x="88585" y="8922"/>
                  </a:lnTo>
                  <a:lnTo>
                    <a:pt x="88560" y="8934"/>
                  </a:lnTo>
                  <a:lnTo>
                    <a:pt x="82146" y="19708"/>
                  </a:lnTo>
                  <a:lnTo>
                    <a:pt x="76539" y="18057"/>
                  </a:lnTo>
                  <a:lnTo>
                    <a:pt x="76513" y="18045"/>
                  </a:lnTo>
                  <a:lnTo>
                    <a:pt x="67529" y="19469"/>
                  </a:lnTo>
                  <a:lnTo>
                    <a:pt x="59187" y="12664"/>
                  </a:lnTo>
                  <a:lnTo>
                    <a:pt x="47431" y="0"/>
                  </a:ln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2"/>
            <p:cNvSpPr/>
            <p:nvPr/>
          </p:nvSpPr>
          <p:spPr>
            <a:xfrm>
              <a:off x="4704175" y="930800"/>
              <a:ext cx="2582575" cy="595725"/>
            </a:xfrm>
            <a:custGeom>
              <a:rect b="b" l="l" r="r" t="t"/>
              <a:pathLst>
                <a:path extrusionOk="0" h="23829" w="103303">
                  <a:moveTo>
                    <a:pt x="67125" y="1"/>
                  </a:moveTo>
                  <a:lnTo>
                    <a:pt x="58065" y="5948"/>
                  </a:lnTo>
                  <a:lnTo>
                    <a:pt x="47115" y="9817"/>
                  </a:lnTo>
                  <a:lnTo>
                    <a:pt x="41747" y="17995"/>
                  </a:lnTo>
                  <a:lnTo>
                    <a:pt x="26941" y="870"/>
                  </a:lnTo>
                  <a:lnTo>
                    <a:pt x="19822" y="13421"/>
                  </a:lnTo>
                  <a:lnTo>
                    <a:pt x="8758" y="16054"/>
                  </a:lnTo>
                  <a:lnTo>
                    <a:pt x="8733" y="16054"/>
                  </a:lnTo>
                  <a:lnTo>
                    <a:pt x="1" y="23665"/>
                  </a:lnTo>
                  <a:lnTo>
                    <a:pt x="101" y="23766"/>
                  </a:lnTo>
                  <a:lnTo>
                    <a:pt x="8809" y="16180"/>
                  </a:lnTo>
                  <a:lnTo>
                    <a:pt x="19885" y="13547"/>
                  </a:lnTo>
                  <a:lnTo>
                    <a:pt x="19910" y="13547"/>
                  </a:lnTo>
                  <a:lnTo>
                    <a:pt x="26966" y="1122"/>
                  </a:lnTo>
                  <a:lnTo>
                    <a:pt x="41697" y="18158"/>
                  </a:lnTo>
                  <a:lnTo>
                    <a:pt x="41760" y="18234"/>
                  </a:lnTo>
                  <a:lnTo>
                    <a:pt x="47203" y="9930"/>
                  </a:lnTo>
                  <a:lnTo>
                    <a:pt x="58116" y="6087"/>
                  </a:lnTo>
                  <a:lnTo>
                    <a:pt x="67088" y="190"/>
                  </a:lnTo>
                  <a:lnTo>
                    <a:pt x="73224" y="8884"/>
                  </a:lnTo>
                  <a:lnTo>
                    <a:pt x="73262" y="8935"/>
                  </a:lnTo>
                  <a:lnTo>
                    <a:pt x="81125" y="5583"/>
                  </a:lnTo>
                  <a:lnTo>
                    <a:pt x="94091" y="13408"/>
                  </a:lnTo>
                  <a:lnTo>
                    <a:pt x="103189" y="23829"/>
                  </a:lnTo>
                  <a:lnTo>
                    <a:pt x="103303" y="23728"/>
                  </a:lnTo>
                  <a:lnTo>
                    <a:pt x="94192" y="13307"/>
                  </a:lnTo>
                  <a:lnTo>
                    <a:pt x="81138" y="5419"/>
                  </a:lnTo>
                  <a:lnTo>
                    <a:pt x="73312" y="8758"/>
                  </a:lnTo>
                  <a:lnTo>
                    <a:pt x="67125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4904225" y="11459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7"/>
                  </a:cubicBezTo>
                  <a:cubicBezTo>
                    <a:pt x="664" y="1501"/>
                    <a:pt x="861" y="1574"/>
                    <a:pt x="1054" y="1574"/>
                  </a:cubicBezTo>
                  <a:cubicBezTo>
                    <a:pt x="1455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2"/>
            <p:cNvSpPr/>
            <p:nvPr/>
          </p:nvSpPr>
          <p:spPr>
            <a:xfrm>
              <a:off x="5062350" y="1316075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2"/>
            <p:cNvSpPr/>
            <p:nvPr/>
          </p:nvSpPr>
          <p:spPr>
            <a:xfrm>
              <a:off x="5209475" y="1350400"/>
              <a:ext cx="39725" cy="39725"/>
            </a:xfrm>
            <a:custGeom>
              <a:rect b="b" l="l" r="r" t="t"/>
              <a:pathLst>
                <a:path extrusionOk="0" h="1589" w="1589">
                  <a:moveTo>
                    <a:pt x="794" y="1"/>
                  </a:moveTo>
                  <a:cubicBezTo>
                    <a:pt x="353" y="1"/>
                    <a:pt x="0" y="354"/>
                    <a:pt x="0" y="795"/>
                  </a:cubicBezTo>
                  <a:cubicBezTo>
                    <a:pt x="0" y="1223"/>
                    <a:pt x="353" y="1589"/>
                    <a:pt x="794" y="1589"/>
                  </a:cubicBezTo>
                  <a:cubicBezTo>
                    <a:pt x="1235" y="1589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2"/>
            <p:cNvSpPr/>
            <p:nvPr/>
          </p:nvSpPr>
          <p:spPr>
            <a:xfrm>
              <a:off x="5173875" y="12489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5352500" y="938375"/>
              <a:ext cx="46000" cy="39500"/>
            </a:xfrm>
            <a:custGeom>
              <a:rect b="b" l="l" r="r" t="t"/>
              <a:pathLst>
                <a:path extrusionOk="0" h="1580" w="1840">
                  <a:moveTo>
                    <a:pt x="1059" y="0"/>
                  </a:moveTo>
                  <a:cubicBezTo>
                    <a:pt x="353" y="0"/>
                    <a:pt x="0" y="857"/>
                    <a:pt x="504" y="1348"/>
                  </a:cubicBezTo>
                  <a:cubicBezTo>
                    <a:pt x="664" y="1508"/>
                    <a:pt x="861" y="1580"/>
                    <a:pt x="1054" y="1580"/>
                  </a:cubicBezTo>
                  <a:cubicBezTo>
                    <a:pt x="1455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5722650" y="1358275"/>
              <a:ext cx="46000" cy="39525"/>
            </a:xfrm>
            <a:custGeom>
              <a:rect b="b" l="l" r="r" t="t"/>
              <a:pathLst>
                <a:path extrusionOk="0" h="1581" w="1840">
                  <a:moveTo>
                    <a:pt x="1046" y="1"/>
                  </a:moveTo>
                  <a:cubicBezTo>
                    <a:pt x="353" y="1"/>
                    <a:pt x="0" y="858"/>
                    <a:pt x="492" y="1349"/>
                  </a:cubicBezTo>
                  <a:cubicBezTo>
                    <a:pt x="655" y="1509"/>
                    <a:pt x="855" y="1581"/>
                    <a:pt x="1050" y="1581"/>
                  </a:cubicBezTo>
                  <a:cubicBezTo>
                    <a:pt x="1455" y="1581"/>
                    <a:pt x="1840" y="1271"/>
                    <a:pt x="1840" y="795"/>
                  </a:cubicBezTo>
                  <a:cubicBezTo>
                    <a:pt x="1840" y="354"/>
                    <a:pt x="1487" y="1"/>
                    <a:pt x="1046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5859350" y="11573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1"/>
                  </a:moveTo>
                  <a:cubicBezTo>
                    <a:pt x="354" y="1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6131225" y="10609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3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41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2"/>
            <p:cNvSpPr/>
            <p:nvPr/>
          </p:nvSpPr>
          <p:spPr>
            <a:xfrm>
              <a:off x="6358050" y="91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0"/>
                  </a:moveTo>
                  <a:cubicBezTo>
                    <a:pt x="353" y="0"/>
                    <a:pt x="0" y="845"/>
                    <a:pt x="504" y="1336"/>
                  </a:cubicBezTo>
                  <a:cubicBezTo>
                    <a:pt x="664" y="1500"/>
                    <a:pt x="861" y="1573"/>
                    <a:pt x="1054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6510200" y="11283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0" y="1507"/>
                    <a:pt x="846" y="1578"/>
                    <a:pt x="1039" y="1578"/>
                  </a:cubicBezTo>
                  <a:cubicBezTo>
                    <a:pt x="1446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6708025" y="1051150"/>
              <a:ext cx="46025" cy="39425"/>
            </a:xfrm>
            <a:custGeom>
              <a:rect b="b" l="l" r="r" t="t"/>
              <a:pathLst>
                <a:path extrusionOk="0" h="1577" w="1841">
                  <a:moveTo>
                    <a:pt x="1059" y="0"/>
                  </a:moveTo>
                  <a:cubicBezTo>
                    <a:pt x="354" y="0"/>
                    <a:pt x="1" y="844"/>
                    <a:pt x="492" y="1348"/>
                  </a:cubicBezTo>
                  <a:cubicBezTo>
                    <a:pt x="654" y="1506"/>
                    <a:pt x="851" y="1577"/>
                    <a:pt x="1044" y="1577"/>
                  </a:cubicBezTo>
                  <a:cubicBezTo>
                    <a:pt x="1451" y="1577"/>
                    <a:pt x="1840" y="1260"/>
                    <a:pt x="1840" y="781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7033125" y="12448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7" y="1"/>
                  </a:moveTo>
                  <a:cubicBezTo>
                    <a:pt x="341" y="1"/>
                    <a:pt x="1" y="858"/>
                    <a:pt x="492" y="1349"/>
                  </a:cubicBezTo>
                  <a:cubicBezTo>
                    <a:pt x="651" y="1507"/>
                    <a:pt x="847" y="1578"/>
                    <a:pt x="1040" y="1578"/>
                  </a:cubicBezTo>
                  <a:cubicBezTo>
                    <a:pt x="1447" y="1578"/>
                    <a:pt x="1841" y="1264"/>
                    <a:pt x="1841" y="795"/>
                  </a:cubicBezTo>
                  <a:cubicBezTo>
                    <a:pt x="1841" y="353"/>
                    <a:pt x="1488" y="1"/>
                    <a:pt x="1047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4898850" y="131355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4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1" y="1258"/>
                    <a:pt x="1841" y="782"/>
                  </a:cubicBezTo>
                  <a:cubicBezTo>
                    <a:pt x="1841" y="341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5551575" y="12348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505" y="1336"/>
                  </a:cubicBezTo>
                  <a:cubicBezTo>
                    <a:pt x="665" y="1500"/>
                    <a:pt x="862" y="1573"/>
                    <a:pt x="1055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41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5887400" y="907725"/>
              <a:ext cx="45075" cy="39575"/>
            </a:xfrm>
            <a:custGeom>
              <a:rect b="b" l="l" r="r" t="t"/>
              <a:pathLst>
                <a:path extrusionOk="0" h="1583" w="1803">
                  <a:moveTo>
                    <a:pt x="896" y="1"/>
                  </a:moveTo>
                  <a:cubicBezTo>
                    <a:pt x="589" y="1"/>
                    <a:pt x="299" y="182"/>
                    <a:pt x="177" y="483"/>
                  </a:cubicBezTo>
                  <a:cubicBezTo>
                    <a:pt x="0" y="886"/>
                    <a:pt x="189" y="1352"/>
                    <a:pt x="593" y="1516"/>
                  </a:cubicBezTo>
                  <a:cubicBezTo>
                    <a:pt x="695" y="1561"/>
                    <a:pt x="802" y="1582"/>
                    <a:pt x="907" y="1582"/>
                  </a:cubicBezTo>
                  <a:cubicBezTo>
                    <a:pt x="1215" y="1582"/>
                    <a:pt x="1507" y="1400"/>
                    <a:pt x="1639" y="1100"/>
                  </a:cubicBezTo>
                  <a:cubicBezTo>
                    <a:pt x="1802" y="697"/>
                    <a:pt x="1613" y="231"/>
                    <a:pt x="1210" y="67"/>
                  </a:cubicBezTo>
                  <a:cubicBezTo>
                    <a:pt x="1107" y="22"/>
                    <a:pt x="1001" y="1"/>
                    <a:pt x="896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2"/>
            <p:cNvSpPr/>
            <p:nvPr/>
          </p:nvSpPr>
          <p:spPr>
            <a:xfrm>
              <a:off x="6166200" y="1209275"/>
              <a:ext cx="39700" cy="39725"/>
            </a:xfrm>
            <a:custGeom>
              <a:rect b="b" l="l" r="r" t="t"/>
              <a:pathLst>
                <a:path extrusionOk="0" h="1589" w="1588">
                  <a:moveTo>
                    <a:pt x="794" y="1"/>
                  </a:moveTo>
                  <a:cubicBezTo>
                    <a:pt x="366" y="1"/>
                    <a:pt x="0" y="354"/>
                    <a:pt x="0" y="795"/>
                  </a:cubicBezTo>
                  <a:cubicBezTo>
                    <a:pt x="0" y="1223"/>
                    <a:pt x="366" y="1588"/>
                    <a:pt x="794" y="1588"/>
                  </a:cubicBezTo>
                  <a:cubicBezTo>
                    <a:pt x="1235" y="1588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2"/>
            <p:cNvSpPr/>
            <p:nvPr/>
          </p:nvSpPr>
          <p:spPr>
            <a:xfrm>
              <a:off x="6373800" y="138065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94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94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2"/>
            <p:cNvSpPr/>
            <p:nvPr/>
          </p:nvSpPr>
          <p:spPr>
            <a:xfrm>
              <a:off x="6594950" y="134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5" y="1500"/>
                    <a:pt x="855" y="1573"/>
                    <a:pt x="1050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2"/>
            <p:cNvSpPr/>
            <p:nvPr/>
          </p:nvSpPr>
          <p:spPr>
            <a:xfrm>
              <a:off x="6731025" y="1382850"/>
              <a:ext cx="46025" cy="39475"/>
            </a:xfrm>
            <a:custGeom>
              <a:rect b="b" l="l" r="r" t="t"/>
              <a:pathLst>
                <a:path extrusionOk="0" h="1579" w="1841">
                  <a:moveTo>
                    <a:pt x="1059" y="1"/>
                  </a:moveTo>
                  <a:cubicBezTo>
                    <a:pt x="353" y="1"/>
                    <a:pt x="1" y="858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5"/>
                    <a:pt x="1840" y="795"/>
                  </a:cubicBezTo>
                  <a:cubicBezTo>
                    <a:pt x="1840" y="354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6891700" y="11163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1" y="1500"/>
                    <a:pt x="850" y="1573"/>
                    <a:pt x="1045" y="1573"/>
                  </a:cubicBezTo>
                  <a:cubicBezTo>
                    <a:pt x="1450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46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2"/>
            <p:cNvSpPr/>
            <p:nvPr/>
          </p:nvSpPr>
          <p:spPr>
            <a:xfrm>
              <a:off x="7059275" y="10354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4"/>
                    <a:pt x="505" y="1348"/>
                  </a:cubicBezTo>
                  <a:cubicBezTo>
                    <a:pt x="663" y="1507"/>
                    <a:pt x="858" y="1577"/>
                    <a:pt x="1049" y="1577"/>
                  </a:cubicBezTo>
                  <a:cubicBezTo>
                    <a:pt x="1452" y="1577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2"/>
            <p:cNvSpPr/>
            <p:nvPr/>
          </p:nvSpPr>
          <p:spPr>
            <a:xfrm>
              <a:off x="4708275" y="856450"/>
              <a:ext cx="2575650" cy="667875"/>
            </a:xfrm>
            <a:custGeom>
              <a:rect b="b" l="l" r="r" t="t"/>
              <a:pathLst>
                <a:path extrusionOk="0" h="26715" w="103026">
                  <a:moveTo>
                    <a:pt x="55432" y="1"/>
                  </a:moveTo>
                  <a:lnTo>
                    <a:pt x="46271" y="7952"/>
                  </a:lnTo>
                  <a:lnTo>
                    <a:pt x="35938" y="5507"/>
                  </a:lnTo>
                  <a:lnTo>
                    <a:pt x="35913" y="5507"/>
                  </a:lnTo>
                  <a:lnTo>
                    <a:pt x="27294" y="11934"/>
                  </a:lnTo>
                  <a:lnTo>
                    <a:pt x="16382" y="6188"/>
                  </a:lnTo>
                  <a:lnTo>
                    <a:pt x="11480" y="23287"/>
                  </a:lnTo>
                  <a:lnTo>
                    <a:pt x="0" y="26526"/>
                  </a:lnTo>
                  <a:lnTo>
                    <a:pt x="38" y="26664"/>
                  </a:lnTo>
                  <a:lnTo>
                    <a:pt x="11593" y="23401"/>
                  </a:lnTo>
                  <a:lnTo>
                    <a:pt x="16470" y="6389"/>
                  </a:lnTo>
                  <a:lnTo>
                    <a:pt x="27306" y="12098"/>
                  </a:lnTo>
                  <a:lnTo>
                    <a:pt x="35938" y="5659"/>
                  </a:lnTo>
                  <a:lnTo>
                    <a:pt x="46309" y="8103"/>
                  </a:lnTo>
                  <a:lnTo>
                    <a:pt x="55419" y="215"/>
                  </a:lnTo>
                  <a:lnTo>
                    <a:pt x="64958" y="12186"/>
                  </a:lnTo>
                  <a:lnTo>
                    <a:pt x="64970" y="12211"/>
                  </a:lnTo>
                  <a:lnTo>
                    <a:pt x="79663" y="15815"/>
                  </a:lnTo>
                  <a:lnTo>
                    <a:pt x="79714" y="15827"/>
                  </a:lnTo>
                  <a:lnTo>
                    <a:pt x="87186" y="5293"/>
                  </a:lnTo>
                  <a:lnTo>
                    <a:pt x="90815" y="19368"/>
                  </a:lnTo>
                  <a:lnTo>
                    <a:pt x="90815" y="19394"/>
                  </a:lnTo>
                  <a:lnTo>
                    <a:pt x="102950" y="26715"/>
                  </a:lnTo>
                  <a:lnTo>
                    <a:pt x="103025" y="26589"/>
                  </a:lnTo>
                  <a:lnTo>
                    <a:pt x="90941" y="19305"/>
                  </a:lnTo>
                  <a:lnTo>
                    <a:pt x="87249" y="4966"/>
                  </a:lnTo>
                  <a:lnTo>
                    <a:pt x="79651" y="15664"/>
                  </a:lnTo>
                  <a:lnTo>
                    <a:pt x="65046" y="12085"/>
                  </a:lnTo>
                  <a:lnTo>
                    <a:pt x="5543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2"/>
            <p:cNvSpPr/>
            <p:nvPr/>
          </p:nvSpPr>
          <p:spPr>
            <a:xfrm>
              <a:off x="4558950" y="1523350"/>
              <a:ext cx="2813800" cy="3825"/>
            </a:xfrm>
            <a:custGeom>
              <a:rect b="b" l="l" r="r" t="t"/>
              <a:pathLst>
                <a:path extrusionOk="0" h="153" w="112552">
                  <a:moveTo>
                    <a:pt x="1" y="1"/>
                  </a:moveTo>
                  <a:lnTo>
                    <a:pt x="1" y="152"/>
                  </a:lnTo>
                  <a:lnTo>
                    <a:pt x="112552" y="152"/>
                  </a:lnTo>
                  <a:lnTo>
                    <a:pt x="112552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2"/>
            <p:cNvSpPr/>
            <p:nvPr/>
          </p:nvSpPr>
          <p:spPr>
            <a:xfrm>
              <a:off x="4967225" y="14187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4" y="1506"/>
                    <a:pt x="850" y="1577"/>
                    <a:pt x="1043" y="1577"/>
                  </a:cubicBezTo>
                  <a:cubicBezTo>
                    <a:pt x="1451" y="1577"/>
                    <a:pt x="1840" y="1261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5101172" y="992325"/>
              <a:ext cx="42875" cy="39850"/>
            </a:xfrm>
            <a:custGeom>
              <a:rect b="b" l="l" r="r" t="t"/>
              <a:pathLst>
                <a:path extrusionOk="0" h="1594" w="1715">
                  <a:moveTo>
                    <a:pt x="849" y="1"/>
                  </a:moveTo>
                  <a:cubicBezTo>
                    <a:pt x="810" y="1"/>
                    <a:pt x="771" y="4"/>
                    <a:pt x="731" y="9"/>
                  </a:cubicBezTo>
                  <a:cubicBezTo>
                    <a:pt x="290" y="85"/>
                    <a:pt x="1" y="488"/>
                    <a:pt x="76" y="917"/>
                  </a:cubicBezTo>
                  <a:cubicBezTo>
                    <a:pt x="133" y="1317"/>
                    <a:pt x="482" y="1593"/>
                    <a:pt x="866" y="1593"/>
                  </a:cubicBezTo>
                  <a:cubicBezTo>
                    <a:pt x="905" y="1593"/>
                    <a:pt x="944" y="1590"/>
                    <a:pt x="983" y="1584"/>
                  </a:cubicBezTo>
                  <a:cubicBezTo>
                    <a:pt x="1412" y="1509"/>
                    <a:pt x="1714" y="1106"/>
                    <a:pt x="1639" y="665"/>
                  </a:cubicBezTo>
                  <a:cubicBezTo>
                    <a:pt x="1581" y="276"/>
                    <a:pt x="1233" y="1"/>
                    <a:pt x="84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5364775" y="11362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1" y="845"/>
                    <a:pt x="492" y="1349"/>
                  </a:cubicBezTo>
                  <a:cubicBezTo>
                    <a:pt x="654" y="1507"/>
                    <a:pt x="852" y="1578"/>
                    <a:pt x="1045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46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5581825" y="976800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505" y="1349"/>
                  </a:cubicBezTo>
                  <a:cubicBezTo>
                    <a:pt x="664" y="1508"/>
                    <a:pt x="861" y="1580"/>
                    <a:pt x="1055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5838875" y="10360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6316150" y="113840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82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82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6675275" y="123007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0"/>
                  </a:moveTo>
                  <a:cubicBezTo>
                    <a:pt x="353" y="0"/>
                    <a:pt x="0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6863325" y="967025"/>
              <a:ext cx="46350" cy="39350"/>
            </a:xfrm>
            <a:custGeom>
              <a:rect b="b" l="l" r="r" t="t"/>
              <a:pathLst>
                <a:path extrusionOk="0" h="1574" w="1854">
                  <a:moveTo>
                    <a:pt x="1059" y="1"/>
                  </a:moveTo>
                  <a:cubicBezTo>
                    <a:pt x="354" y="1"/>
                    <a:pt x="1" y="845"/>
                    <a:pt x="505" y="1336"/>
                  </a:cubicBezTo>
                  <a:cubicBezTo>
                    <a:pt x="665" y="1500"/>
                    <a:pt x="863" y="1574"/>
                    <a:pt x="1058" y="1574"/>
                  </a:cubicBezTo>
                  <a:cubicBezTo>
                    <a:pt x="1463" y="1574"/>
                    <a:pt x="1853" y="1258"/>
                    <a:pt x="1853" y="782"/>
                  </a:cubicBezTo>
                  <a:cubicBezTo>
                    <a:pt x="1853" y="341"/>
                    <a:pt x="1500" y="1"/>
                    <a:pt x="105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6956275" y="132300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6"/>
                  </a:cubicBezTo>
                  <a:cubicBezTo>
                    <a:pt x="664" y="1500"/>
                    <a:pt x="861" y="1574"/>
                    <a:pt x="1055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 txBox="1"/>
          <p:nvPr>
            <p:ph idx="1" type="subTitle"/>
          </p:nvPr>
        </p:nvSpPr>
        <p:spPr>
          <a:xfrm>
            <a:off x="6429027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58" name="Google Shape;258;p13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285750" y="454265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439150" y="48034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 txBox="1"/>
          <p:nvPr>
            <p:ph type="ctrTitle"/>
          </p:nvPr>
        </p:nvSpPr>
        <p:spPr>
          <a:xfrm>
            <a:off x="970814" y="3396800"/>
            <a:ext cx="2152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69" name="Google Shape;269;p13"/>
          <p:cNvSpPr txBox="1"/>
          <p:nvPr>
            <p:ph idx="2" type="subTitle"/>
          </p:nvPr>
        </p:nvSpPr>
        <p:spPr>
          <a:xfrm>
            <a:off x="970814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0" name="Google Shape;270;p13"/>
          <p:cNvSpPr txBox="1"/>
          <p:nvPr>
            <p:ph hasCustomPrompt="1" idx="3" type="title"/>
          </p:nvPr>
        </p:nvSpPr>
        <p:spPr>
          <a:xfrm>
            <a:off x="970814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3"/>
          <p:cNvSpPr txBox="1"/>
          <p:nvPr>
            <p:ph idx="4" type="ctrTitle"/>
          </p:nvPr>
        </p:nvSpPr>
        <p:spPr>
          <a:xfrm>
            <a:off x="3690348" y="3396800"/>
            <a:ext cx="1386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2" name="Google Shape;272;p13"/>
          <p:cNvSpPr txBox="1"/>
          <p:nvPr>
            <p:ph idx="5" type="subTitle"/>
          </p:nvPr>
        </p:nvSpPr>
        <p:spPr>
          <a:xfrm>
            <a:off x="3690341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3" name="Google Shape;273;p13"/>
          <p:cNvSpPr txBox="1"/>
          <p:nvPr>
            <p:ph hasCustomPrompt="1" idx="6" type="title"/>
          </p:nvPr>
        </p:nvSpPr>
        <p:spPr>
          <a:xfrm>
            <a:off x="3690341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4" name="Google Shape;274;p13"/>
          <p:cNvSpPr txBox="1"/>
          <p:nvPr>
            <p:ph idx="7" type="ctrTitle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75" name="Google Shape;275;p13"/>
          <p:cNvSpPr txBox="1"/>
          <p:nvPr>
            <p:ph idx="8" type="ctrTitle"/>
          </p:nvPr>
        </p:nvSpPr>
        <p:spPr>
          <a:xfrm>
            <a:off x="6428436" y="3377738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6" name="Google Shape;276;p13"/>
          <p:cNvSpPr txBox="1"/>
          <p:nvPr>
            <p:ph hasCustomPrompt="1" idx="9" type="title"/>
          </p:nvPr>
        </p:nvSpPr>
        <p:spPr>
          <a:xfrm>
            <a:off x="6428436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13"/>
          <p:cNvSpPr txBox="1"/>
          <p:nvPr>
            <p:ph idx="13" type="ctrTitle"/>
          </p:nvPr>
        </p:nvSpPr>
        <p:spPr>
          <a:xfrm>
            <a:off x="6429027" y="3396800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 txBox="1"/>
          <p:nvPr>
            <p:ph type="ctrTitle"/>
          </p:nvPr>
        </p:nvSpPr>
        <p:spPr>
          <a:xfrm>
            <a:off x="4696481" y="1365079"/>
            <a:ext cx="26556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0" name="Google Shape;280;p14"/>
          <p:cNvSpPr txBox="1"/>
          <p:nvPr>
            <p:ph idx="1" type="subTitle"/>
          </p:nvPr>
        </p:nvSpPr>
        <p:spPr>
          <a:xfrm>
            <a:off x="4696481" y="1835141"/>
            <a:ext cx="30393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1" name="Google Shape;281;p14"/>
          <p:cNvSpPr txBox="1"/>
          <p:nvPr>
            <p:ph idx="2" type="ctrTitle"/>
          </p:nvPr>
        </p:nvSpPr>
        <p:spPr>
          <a:xfrm>
            <a:off x="1900150" y="3127942"/>
            <a:ext cx="24729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2" name="Google Shape;282;p14"/>
          <p:cNvSpPr txBox="1"/>
          <p:nvPr>
            <p:ph idx="3" type="subTitle"/>
          </p:nvPr>
        </p:nvSpPr>
        <p:spPr>
          <a:xfrm>
            <a:off x="1333875" y="3598390"/>
            <a:ext cx="3039300" cy="11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3" name="Google Shape;283;p14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" name="Google Shape;287;p14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288" name="Google Shape;288;p14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" name="Google Shape;290;p14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 txBox="1"/>
          <p:nvPr>
            <p:ph idx="4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8" name="Google Shape;298;p1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299" name="Google Shape;299;p15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1" name="Google Shape;301;p15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 txBox="1"/>
          <p:nvPr>
            <p:ph type="ctrTitle"/>
          </p:nvPr>
        </p:nvSpPr>
        <p:spPr>
          <a:xfrm>
            <a:off x="891226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" type="subTitle"/>
          </p:nvPr>
        </p:nvSpPr>
        <p:spPr>
          <a:xfrm>
            <a:off x="891226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5" name="Google Shape;305;p15"/>
          <p:cNvSpPr txBox="1"/>
          <p:nvPr>
            <p:ph idx="2" type="ctrTitle"/>
          </p:nvPr>
        </p:nvSpPr>
        <p:spPr>
          <a:xfrm>
            <a:off x="3503173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6" name="Google Shape;306;p15"/>
          <p:cNvSpPr txBox="1"/>
          <p:nvPr>
            <p:ph idx="3" type="subTitle"/>
          </p:nvPr>
        </p:nvSpPr>
        <p:spPr>
          <a:xfrm>
            <a:off x="3503173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7" name="Google Shape;307;p15"/>
          <p:cNvSpPr txBox="1"/>
          <p:nvPr>
            <p:ph idx="4" type="ctrTitle"/>
          </p:nvPr>
        </p:nvSpPr>
        <p:spPr>
          <a:xfrm>
            <a:off x="6124594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8" name="Google Shape;308;p15"/>
          <p:cNvSpPr txBox="1"/>
          <p:nvPr>
            <p:ph idx="5" type="subTitle"/>
          </p:nvPr>
        </p:nvSpPr>
        <p:spPr>
          <a:xfrm>
            <a:off x="6124594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9" name="Google Shape;309;p15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 txBox="1"/>
          <p:nvPr>
            <p:ph type="ctrTitle"/>
          </p:nvPr>
        </p:nvSpPr>
        <p:spPr>
          <a:xfrm>
            <a:off x="1121525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2" name="Google Shape;312;p16"/>
          <p:cNvSpPr txBox="1"/>
          <p:nvPr>
            <p:ph idx="1" type="subTitle"/>
          </p:nvPr>
        </p:nvSpPr>
        <p:spPr>
          <a:xfrm>
            <a:off x="961925" y="1643751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3" name="Google Shape;313;p16"/>
          <p:cNvSpPr txBox="1"/>
          <p:nvPr>
            <p:ph idx="2" type="ctrTitle"/>
          </p:nvPr>
        </p:nvSpPr>
        <p:spPr>
          <a:xfrm>
            <a:off x="3628263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4" name="Google Shape;314;p16"/>
          <p:cNvSpPr txBox="1"/>
          <p:nvPr>
            <p:ph idx="3" type="subTitle"/>
          </p:nvPr>
        </p:nvSpPr>
        <p:spPr>
          <a:xfrm>
            <a:off x="3468663" y="1643759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5" name="Google Shape;315;p16"/>
          <p:cNvSpPr txBox="1"/>
          <p:nvPr>
            <p:ph idx="4" type="ctrTitle"/>
          </p:nvPr>
        </p:nvSpPr>
        <p:spPr>
          <a:xfrm>
            <a:off x="6142624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6" name="Google Shape;316;p16"/>
          <p:cNvSpPr txBox="1"/>
          <p:nvPr>
            <p:ph idx="5" type="subTitle"/>
          </p:nvPr>
        </p:nvSpPr>
        <p:spPr>
          <a:xfrm>
            <a:off x="5947924" y="1643751"/>
            <a:ext cx="22707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7" type="ctrTitle"/>
          </p:nvPr>
        </p:nvSpPr>
        <p:spPr>
          <a:xfrm>
            <a:off x="1121525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8" type="subTitle"/>
          </p:nvPr>
        </p:nvSpPr>
        <p:spPr>
          <a:xfrm>
            <a:off x="961925" y="3479251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9" type="ctrTitle"/>
          </p:nvPr>
        </p:nvSpPr>
        <p:spPr>
          <a:xfrm>
            <a:off x="3628263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13" type="subTitle"/>
          </p:nvPr>
        </p:nvSpPr>
        <p:spPr>
          <a:xfrm>
            <a:off x="3533613" y="3479251"/>
            <a:ext cx="20706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14" type="ctrTitle"/>
          </p:nvPr>
        </p:nvSpPr>
        <p:spPr>
          <a:xfrm>
            <a:off x="6142624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15" type="subTitle"/>
          </p:nvPr>
        </p:nvSpPr>
        <p:spPr>
          <a:xfrm>
            <a:off x="5947924" y="3479251"/>
            <a:ext cx="22707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4" name="Google Shape;324;p16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"/>
          <p:cNvSpPr txBox="1"/>
          <p:nvPr>
            <p:ph type="ctrTitle"/>
          </p:nvPr>
        </p:nvSpPr>
        <p:spPr>
          <a:xfrm>
            <a:off x="1218541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5" name="Google Shape;335;p17"/>
          <p:cNvSpPr txBox="1"/>
          <p:nvPr>
            <p:ph idx="1" type="subTitle"/>
          </p:nvPr>
        </p:nvSpPr>
        <p:spPr>
          <a:xfrm>
            <a:off x="1218541" y="186549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6" name="Google Shape;336;p17"/>
          <p:cNvSpPr txBox="1"/>
          <p:nvPr>
            <p:ph idx="2" type="ctrTitle"/>
          </p:nvPr>
        </p:nvSpPr>
        <p:spPr>
          <a:xfrm>
            <a:off x="6054555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7" name="Google Shape;337;p17"/>
          <p:cNvSpPr txBox="1"/>
          <p:nvPr>
            <p:ph idx="3" type="subTitle"/>
          </p:nvPr>
        </p:nvSpPr>
        <p:spPr>
          <a:xfrm>
            <a:off x="6054555" y="186549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8" name="Google Shape;338;p17"/>
          <p:cNvSpPr txBox="1"/>
          <p:nvPr>
            <p:ph idx="4" type="ctrTitle"/>
          </p:nvPr>
        </p:nvSpPr>
        <p:spPr>
          <a:xfrm>
            <a:off x="1218541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9" name="Google Shape;339;p17"/>
          <p:cNvSpPr txBox="1"/>
          <p:nvPr>
            <p:ph idx="5" type="subTitle"/>
          </p:nvPr>
        </p:nvSpPr>
        <p:spPr>
          <a:xfrm>
            <a:off x="1116841" y="3271106"/>
            <a:ext cx="20847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0" name="Google Shape;340;p17"/>
          <p:cNvSpPr txBox="1"/>
          <p:nvPr>
            <p:ph idx="6" type="ctrTitle"/>
          </p:nvPr>
        </p:nvSpPr>
        <p:spPr>
          <a:xfrm>
            <a:off x="6054555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7" type="subTitle"/>
          </p:nvPr>
        </p:nvSpPr>
        <p:spPr>
          <a:xfrm>
            <a:off x="6054555" y="3271106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43" name="Google Shape;343;p17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"/>
          <p:cNvSpPr txBox="1"/>
          <p:nvPr>
            <p:ph type="ctrTitle"/>
          </p:nvPr>
        </p:nvSpPr>
        <p:spPr>
          <a:xfrm>
            <a:off x="915161" y="2299544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5" name="Google Shape;355;p18"/>
          <p:cNvSpPr txBox="1"/>
          <p:nvPr>
            <p:ph idx="1" type="subTitle"/>
          </p:nvPr>
        </p:nvSpPr>
        <p:spPr>
          <a:xfrm>
            <a:off x="879139" y="1777397"/>
            <a:ext cx="1917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6" name="Google Shape;356;p18"/>
          <p:cNvSpPr txBox="1"/>
          <p:nvPr>
            <p:ph idx="2" type="ctrTitle"/>
          </p:nvPr>
        </p:nvSpPr>
        <p:spPr>
          <a:xfrm>
            <a:off x="6345518" y="2299544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7" name="Google Shape;357;p18"/>
          <p:cNvSpPr txBox="1"/>
          <p:nvPr>
            <p:ph idx="3" type="subTitle"/>
          </p:nvPr>
        </p:nvSpPr>
        <p:spPr>
          <a:xfrm>
            <a:off x="6345518" y="1777397"/>
            <a:ext cx="1881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8" name="Google Shape;358;p18"/>
          <p:cNvSpPr txBox="1"/>
          <p:nvPr>
            <p:ph idx="4" type="ctrTitle"/>
          </p:nvPr>
        </p:nvSpPr>
        <p:spPr>
          <a:xfrm>
            <a:off x="915161" y="286152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9" name="Google Shape;359;p18"/>
          <p:cNvSpPr txBox="1"/>
          <p:nvPr>
            <p:ph idx="5" type="subTitle"/>
          </p:nvPr>
        </p:nvSpPr>
        <p:spPr>
          <a:xfrm>
            <a:off x="915161" y="335327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0" name="Google Shape;360;p18"/>
          <p:cNvSpPr txBox="1"/>
          <p:nvPr>
            <p:ph idx="6" type="ctrTitle"/>
          </p:nvPr>
        </p:nvSpPr>
        <p:spPr>
          <a:xfrm>
            <a:off x="6345518" y="286152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1" name="Google Shape;361;p18"/>
          <p:cNvSpPr txBox="1"/>
          <p:nvPr>
            <p:ph idx="7" type="subTitle"/>
          </p:nvPr>
        </p:nvSpPr>
        <p:spPr>
          <a:xfrm>
            <a:off x="6345518" y="3353275"/>
            <a:ext cx="16566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2" name="Google Shape;362;p18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63" name="Google Shape;363;p18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8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"/>
          <p:cNvSpPr txBox="1"/>
          <p:nvPr>
            <p:ph type="title"/>
          </p:nvPr>
        </p:nvSpPr>
        <p:spPr>
          <a:xfrm>
            <a:off x="2471150" y="1830075"/>
            <a:ext cx="3823200" cy="11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5" name="Google Shape;375;p19"/>
          <p:cNvSpPr txBox="1"/>
          <p:nvPr>
            <p:ph idx="1" type="subTitle"/>
          </p:nvPr>
        </p:nvSpPr>
        <p:spPr>
          <a:xfrm>
            <a:off x="2902550" y="540000"/>
            <a:ext cx="2960400" cy="13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6" name="Google Shape;376;p19"/>
          <p:cNvSpPr txBox="1"/>
          <p:nvPr/>
        </p:nvSpPr>
        <p:spPr>
          <a:xfrm>
            <a:off x="2289500" y="3592806"/>
            <a:ext cx="41865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including icons by </a:t>
            </a:r>
            <a:r>
              <a:rPr lang="en" sz="1000">
                <a:solidFill>
                  <a:schemeClr val="accent2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lang="en" sz="1000">
                <a:solidFill>
                  <a:schemeClr val="accent3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000">
              <a:solidFill>
                <a:schemeClr val="accent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858247" y="1380669"/>
            <a:ext cx="130760" cy="131015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9"/>
          <p:cNvSpPr/>
          <p:nvPr/>
        </p:nvSpPr>
        <p:spPr>
          <a:xfrm>
            <a:off x="1802448" y="4340187"/>
            <a:ext cx="131015" cy="131015"/>
          </a:xfrm>
          <a:custGeom>
            <a:rect b="b" l="l" r="r" t="t"/>
            <a:pathLst>
              <a:path extrusionOk="0" h="4634" w="4634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7196621" y="809541"/>
            <a:ext cx="131015" cy="131015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7826485" y="4005523"/>
            <a:ext cx="105796" cy="106050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6669747" y="3108456"/>
            <a:ext cx="62397" cy="62397"/>
          </a:xfrm>
          <a:custGeom>
            <a:rect b="b" l="l" r="r" t="t"/>
            <a:pathLst>
              <a:path extrusionOk="0" fill="none" h="2207" w="2207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cap="flat" cmpd="sng" w="13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2127273" y="2530788"/>
            <a:ext cx="112298" cy="112553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7418926" y="3240515"/>
            <a:ext cx="112298" cy="112553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7751274" y="1218584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5" name="Google Shape;385;p19"/>
          <p:cNvGrpSpPr/>
          <p:nvPr/>
        </p:nvGrpSpPr>
        <p:grpSpPr>
          <a:xfrm>
            <a:off x="6669747" y="-389684"/>
            <a:ext cx="143766" cy="2106420"/>
            <a:chOff x="6780548" y="337714"/>
            <a:chExt cx="133252" cy="1952377"/>
          </a:xfrm>
        </p:grpSpPr>
        <p:sp>
          <p:nvSpPr>
            <p:cNvPr id="386" name="Google Shape;386;p19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9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" name="Google Shape;388;p19"/>
          <p:cNvGrpSpPr/>
          <p:nvPr/>
        </p:nvGrpSpPr>
        <p:grpSpPr>
          <a:xfrm>
            <a:off x="1510029" y="507749"/>
            <a:ext cx="203534" cy="2663107"/>
            <a:chOff x="250617" y="2402301"/>
            <a:chExt cx="188650" cy="2468354"/>
          </a:xfrm>
        </p:grpSpPr>
        <p:sp>
          <p:nvSpPr>
            <p:cNvPr id="389" name="Google Shape;389;p19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19"/>
          <p:cNvGrpSpPr/>
          <p:nvPr/>
        </p:nvGrpSpPr>
        <p:grpSpPr>
          <a:xfrm>
            <a:off x="385355" y="1380671"/>
            <a:ext cx="199237" cy="2828935"/>
            <a:chOff x="1608717" y="1280046"/>
            <a:chExt cx="199237" cy="2828935"/>
          </a:xfrm>
        </p:grpSpPr>
        <p:sp>
          <p:nvSpPr>
            <p:cNvPr id="394" name="Google Shape;394;p19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9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7" name="Google Shape;397;p19"/>
          <p:cNvSpPr/>
          <p:nvPr/>
        </p:nvSpPr>
        <p:spPr>
          <a:xfrm>
            <a:off x="1050592" y="3209646"/>
            <a:ext cx="9132" cy="2718457"/>
          </a:xfrm>
          <a:custGeom>
            <a:rect b="b" l="l" r="r" t="t"/>
            <a:pathLst>
              <a:path extrusionOk="0" h="96152" w="323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7090326" y="2590809"/>
            <a:ext cx="9132" cy="1822361"/>
          </a:xfrm>
          <a:custGeom>
            <a:rect b="b" l="l" r="r" t="t"/>
            <a:pathLst>
              <a:path extrusionOk="0" h="64457" w="323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9" name="Google Shape;399;p19"/>
          <p:cNvGrpSpPr/>
          <p:nvPr/>
        </p:nvGrpSpPr>
        <p:grpSpPr>
          <a:xfrm>
            <a:off x="989005" y="-389666"/>
            <a:ext cx="62143" cy="897428"/>
            <a:chOff x="2038689" y="173907"/>
            <a:chExt cx="57599" cy="831799"/>
          </a:xfrm>
        </p:grpSpPr>
        <p:sp>
          <p:nvSpPr>
            <p:cNvPr id="400" name="Google Shape;400;p19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9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2" name="Google Shape;402;p19"/>
          <p:cNvGrpSpPr/>
          <p:nvPr/>
        </p:nvGrpSpPr>
        <p:grpSpPr>
          <a:xfrm>
            <a:off x="8568723" y="2184809"/>
            <a:ext cx="214702" cy="2308597"/>
            <a:chOff x="8008096" y="2108910"/>
            <a:chExt cx="199001" cy="2139769"/>
          </a:xfrm>
        </p:grpSpPr>
        <p:sp>
          <p:nvSpPr>
            <p:cNvPr id="403" name="Google Shape;403;p19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9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5" name="Google Shape;405;p19"/>
          <p:cNvSpPr/>
          <p:nvPr/>
        </p:nvSpPr>
        <p:spPr>
          <a:xfrm>
            <a:off x="6423211" y="3192659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6" name="Google Shape;406;p19"/>
          <p:cNvGrpSpPr/>
          <p:nvPr/>
        </p:nvGrpSpPr>
        <p:grpSpPr>
          <a:xfrm>
            <a:off x="8221223" y="9"/>
            <a:ext cx="214702" cy="2308597"/>
            <a:chOff x="8008096" y="2108910"/>
            <a:chExt cx="199001" cy="2139769"/>
          </a:xfrm>
        </p:grpSpPr>
        <p:sp>
          <p:nvSpPr>
            <p:cNvPr id="407" name="Google Shape;407;p19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9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4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/>
          <p:nvPr>
            <p:ph idx="1" type="body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1" name="Google Shape;411;p20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412" name="Google Shape;412;p20"/>
          <p:cNvSpPr txBox="1"/>
          <p:nvPr>
            <p:ph idx="2" type="body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3" name="Google Shape;413;p20"/>
          <p:cNvSpPr/>
          <p:nvPr/>
        </p:nvSpPr>
        <p:spPr>
          <a:xfrm>
            <a:off x="8829925" y="1123700"/>
            <a:ext cx="108650" cy="108625"/>
          </a:xfrm>
          <a:custGeom>
            <a:rect b="b" l="l" r="r" t="t"/>
            <a:pathLst>
              <a:path extrusionOk="0" h="4345" w="4346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9156250" y="1340450"/>
            <a:ext cx="111450" cy="110975"/>
          </a:xfrm>
          <a:custGeom>
            <a:rect b="b" l="l" r="r" t="t"/>
            <a:pathLst>
              <a:path extrusionOk="0" h="4439" w="4458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5809850" y="214400"/>
            <a:ext cx="108625" cy="108625"/>
          </a:xfrm>
          <a:custGeom>
            <a:rect b="b" l="l" r="r" t="t"/>
            <a:pathLst>
              <a:path extrusionOk="0" h="4345" w="4345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7079800" y="420088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7952700" y="278513"/>
            <a:ext cx="44975" cy="44500"/>
          </a:xfrm>
          <a:custGeom>
            <a:rect b="b" l="l" r="r" t="t"/>
            <a:pathLst>
              <a:path extrusionOk="0" h="1780" w="1799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7372450" y="-69325"/>
            <a:ext cx="155925" cy="155925"/>
          </a:xfrm>
          <a:custGeom>
            <a:rect b="b" l="l" r="r" t="t"/>
            <a:pathLst>
              <a:path extrusionOk="0" h="6237" w="6237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8464275" y="355050"/>
            <a:ext cx="155925" cy="156400"/>
          </a:xfrm>
          <a:custGeom>
            <a:rect b="b" l="l" r="r" t="t"/>
            <a:pathLst>
              <a:path extrusionOk="0" h="6256" w="6237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7264275" y="607363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6298850" y="907625"/>
            <a:ext cx="155925" cy="155900"/>
          </a:xfrm>
          <a:custGeom>
            <a:rect b="b" l="l" r="r" t="t"/>
            <a:pathLst>
              <a:path extrusionOk="0" h="6236" w="6237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-83000" y="4540463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101475" y="4727738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carwale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leetcode.com/problems/two-sum/" TargetMode="External"/><Relationship Id="rId4" Type="http://schemas.openxmlformats.org/officeDocument/2006/relationships/hyperlink" Target="https://leetcode.com/problems/search-in-rotated-sorted-array/" TargetMode="External"/><Relationship Id="rId5" Type="http://schemas.openxmlformats.org/officeDocument/2006/relationships/hyperlink" Target="https://www.google.com/amp/s/www.geeksforgeeks.org/sublist-search-search-a-linked-list-in-another-list/amp/" TargetMode="External"/><Relationship Id="rId6" Type="http://schemas.openxmlformats.org/officeDocument/2006/relationships/hyperlink" Target="https://takeuforward.org/interviews/strivers-sde-sheet-top-coding-interview-problems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takeuforward.org/interviews/strivers-sde-sheet-top-coding-interview-problems/" TargetMode="External"/><Relationship Id="rId4" Type="http://schemas.openxmlformats.org/officeDocument/2006/relationships/hyperlink" Target="https://drive.google.com/file/d/1FMdN_OCfOI0iAeDlqswCiC2DZzD4nPsb/view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mailto:2019mihir.rane@ves.ac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3"/>
          <p:cNvSpPr txBox="1"/>
          <p:nvPr/>
        </p:nvSpPr>
        <p:spPr>
          <a:xfrm>
            <a:off x="2924250" y="3185488"/>
            <a:ext cx="3295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By</a:t>
            </a:r>
            <a:endParaRPr sz="18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Mihir Rane (D17B)</a:t>
            </a:r>
            <a:endParaRPr sz="18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1561650" y="980488"/>
            <a:ext cx="6020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1917281" y="4715495"/>
            <a:ext cx="121434" cy="121434"/>
          </a:xfrm>
          <a:custGeom>
            <a:rect b="b" l="l" r="r" t="t"/>
            <a:pathLst>
              <a:path extrusionOk="0" h="4634" w="4634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3"/>
          <p:cNvSpPr/>
          <p:nvPr/>
        </p:nvSpPr>
        <p:spPr>
          <a:xfrm>
            <a:off x="7047944" y="3537816"/>
            <a:ext cx="57834" cy="57834"/>
          </a:xfrm>
          <a:custGeom>
            <a:rect b="b" l="l" r="r" t="t"/>
            <a:pathLst>
              <a:path extrusionOk="0" fill="none" h="2207" w="2207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cap="flat" cmpd="sng" w="13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3"/>
          <p:cNvSpPr/>
          <p:nvPr/>
        </p:nvSpPr>
        <p:spPr>
          <a:xfrm>
            <a:off x="2307882" y="3002386"/>
            <a:ext cx="104086" cy="104322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3"/>
          <p:cNvSpPr/>
          <p:nvPr/>
        </p:nvSpPr>
        <p:spPr>
          <a:xfrm>
            <a:off x="6293004" y="835609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3"/>
          <p:cNvSpPr/>
          <p:nvPr/>
        </p:nvSpPr>
        <p:spPr>
          <a:xfrm>
            <a:off x="5969504" y="3118803"/>
            <a:ext cx="119993" cy="119966"/>
          </a:xfrm>
          <a:custGeom>
            <a:rect b="b" l="l" r="r" t="t"/>
            <a:pathLst>
              <a:path extrusionOk="0" h="4578" w="4579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3"/>
          <p:cNvSpPr/>
          <p:nvPr/>
        </p:nvSpPr>
        <p:spPr>
          <a:xfrm>
            <a:off x="2924242" y="4302208"/>
            <a:ext cx="119993" cy="119993"/>
          </a:xfrm>
          <a:custGeom>
            <a:rect b="b" l="l" r="r" t="t"/>
            <a:pathLst>
              <a:path extrusionOk="0" h="4579" w="4579">
                <a:moveTo>
                  <a:pt x="0" y="1"/>
                </a:moveTo>
                <a:lnTo>
                  <a:pt x="0" y="4578"/>
                </a:lnTo>
                <a:lnTo>
                  <a:pt x="4578" y="4578"/>
                </a:lnTo>
                <a:lnTo>
                  <a:pt x="4578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8" name="Google Shape;438;p23"/>
          <p:cNvGrpSpPr/>
          <p:nvPr/>
        </p:nvGrpSpPr>
        <p:grpSpPr>
          <a:xfrm>
            <a:off x="6232314" y="3696331"/>
            <a:ext cx="121434" cy="1073147"/>
            <a:chOff x="6232314" y="3696331"/>
            <a:chExt cx="121434" cy="1073147"/>
          </a:xfrm>
        </p:grpSpPr>
        <p:sp>
          <p:nvSpPr>
            <p:cNvPr id="439" name="Google Shape;439;p23"/>
            <p:cNvSpPr/>
            <p:nvPr/>
          </p:nvSpPr>
          <p:spPr>
            <a:xfrm>
              <a:off x="6232314" y="4648280"/>
              <a:ext cx="121434" cy="121198"/>
            </a:xfrm>
            <a:custGeom>
              <a:rect b="b" l="l" r="r" t="t"/>
              <a:pathLst>
                <a:path extrusionOk="0" h="4625" w="4634">
                  <a:moveTo>
                    <a:pt x="0" y="1"/>
                  </a:moveTo>
                  <a:lnTo>
                    <a:pt x="0" y="4624"/>
                  </a:lnTo>
                  <a:lnTo>
                    <a:pt x="4633" y="4624"/>
                  </a:lnTo>
                  <a:lnTo>
                    <a:pt x="4633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6288681" y="3696331"/>
              <a:ext cx="8700" cy="872731"/>
            </a:xfrm>
            <a:custGeom>
              <a:rect b="b" l="l" r="r" t="t"/>
              <a:pathLst>
                <a:path extrusionOk="0" h="33304" w="332">
                  <a:moveTo>
                    <a:pt x="166" y="0"/>
                  </a:moveTo>
                  <a:lnTo>
                    <a:pt x="0" y="33304"/>
                  </a:lnTo>
                  <a:lnTo>
                    <a:pt x="331" y="3330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1" name="Google Shape;441;p23"/>
          <p:cNvGrpSpPr/>
          <p:nvPr/>
        </p:nvGrpSpPr>
        <p:grpSpPr>
          <a:xfrm>
            <a:off x="6780548" y="337714"/>
            <a:ext cx="133252" cy="1952377"/>
            <a:chOff x="6780548" y="337714"/>
            <a:chExt cx="133252" cy="1952377"/>
          </a:xfrm>
        </p:grpSpPr>
        <p:sp>
          <p:nvSpPr>
            <p:cNvPr id="442" name="Google Shape;442;p23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23"/>
          <p:cNvGrpSpPr/>
          <p:nvPr/>
        </p:nvGrpSpPr>
        <p:grpSpPr>
          <a:xfrm>
            <a:off x="1608717" y="1280046"/>
            <a:ext cx="199237" cy="2828935"/>
            <a:chOff x="1608717" y="1280046"/>
            <a:chExt cx="199237" cy="2828935"/>
          </a:xfrm>
        </p:grpSpPr>
        <p:sp>
          <p:nvSpPr>
            <p:cNvPr id="445" name="Google Shape;445;p23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23"/>
          <p:cNvSpPr/>
          <p:nvPr/>
        </p:nvSpPr>
        <p:spPr>
          <a:xfrm>
            <a:off x="2355692" y="3696328"/>
            <a:ext cx="8464" cy="2519663"/>
          </a:xfrm>
          <a:custGeom>
            <a:rect b="b" l="l" r="r" t="t"/>
            <a:pathLst>
              <a:path extrusionOk="0" h="96152" w="323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3"/>
          <p:cNvSpPr/>
          <p:nvPr/>
        </p:nvSpPr>
        <p:spPr>
          <a:xfrm>
            <a:off x="7446601" y="3454956"/>
            <a:ext cx="8464" cy="1689096"/>
          </a:xfrm>
          <a:custGeom>
            <a:rect b="b" l="l" r="r" t="t"/>
            <a:pathLst>
              <a:path extrusionOk="0" h="64457" w="323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23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451" name="Google Shape;451;p2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3" name="Google Shape;453;p23"/>
          <p:cNvGrpSpPr/>
          <p:nvPr/>
        </p:nvGrpSpPr>
        <p:grpSpPr>
          <a:xfrm>
            <a:off x="4472500" y="3928605"/>
            <a:ext cx="199001" cy="867198"/>
            <a:chOff x="4475150" y="4052605"/>
            <a:chExt cx="199001" cy="867198"/>
          </a:xfrm>
        </p:grpSpPr>
        <p:sp>
          <p:nvSpPr>
            <p:cNvPr id="454" name="Google Shape;454;p23"/>
            <p:cNvSpPr/>
            <p:nvPr/>
          </p:nvSpPr>
          <p:spPr>
            <a:xfrm>
              <a:off x="4475150" y="4052605"/>
              <a:ext cx="199001" cy="220121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4522600" y="4494201"/>
              <a:ext cx="104095" cy="115148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4534403" y="4830814"/>
              <a:ext cx="80477" cy="88990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57" name="Google Shape;4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650" y="1423225"/>
            <a:ext cx="5948324" cy="12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676401" cy="167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4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Part of CarTrade Tech, CarWale's mission is to bring delight in car buying.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Carwale is the leading automobile website. It generates the maximum traffic when compared to other portals.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CarWale offers a complete consumer-focused service that includes content and tools for exhaustive research, pricing and marketplace information.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1"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Website: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3"/>
              </a:rPr>
              <a:t>https://www.carwale.com/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ven Pro"/>
              <a:buChar char="●"/>
            </a:pPr>
            <a:r>
              <a:rPr b="1"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Tech Stack: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HTML, CSS, JavaScript, ReactJS, NodeJS, .Net, C#, SQL.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64" name="Google Shape;464;p24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ABOUT CARWALE</a:t>
            </a:r>
            <a:endParaRPr sz="3000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5"/>
          <p:cNvSpPr txBox="1"/>
          <p:nvPr/>
        </p:nvSpPr>
        <p:spPr>
          <a:xfrm>
            <a:off x="597375" y="1063525"/>
            <a:ext cx="8010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Name of the company:</a:t>
            </a: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CarWale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Company Status:</a:t>
            </a: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Dream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Date of Drive:</a:t>
            </a: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5th, 6th and 8th August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Salary(CTC):</a:t>
            </a: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9 LPA(7.5LPA + 1.5LPA retention bonus)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Eligible Branches:</a:t>
            </a: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BE(INFT/CMPN/EXTC/ETRX/INST), ME and MCA 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Eligibility Criteria:</a:t>
            </a: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7 CGPA and above, No Active Backlog, 60% and above in 10th and 12th/diploma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Role:</a:t>
            </a: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Associate Software Development Engineer, Front End Developer and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Associate Software Development in Test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Office Location:</a:t>
            </a: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Vashi, Navi Mumbai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70" name="Google Shape;470;p25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Share Tech"/>
                <a:ea typeface="Share Tech"/>
                <a:cs typeface="Share Tech"/>
                <a:sym typeface="Share Tech"/>
              </a:rPr>
              <a:t>COMPANY DETAILS</a:t>
            </a:r>
            <a:endParaRPr sz="3000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6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Process includes 4 Rounds which were: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1. Coding Round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2. Coding Interview (1st Technical Interview) 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3. System Design (2nd Technical Interview) 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4. HR Round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76" name="Google Shape;476;p26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Share Tech"/>
                <a:ea typeface="Share Tech"/>
                <a:cs typeface="Share Tech"/>
                <a:sym typeface="Share Tech"/>
              </a:rPr>
              <a:t>PLACEMENT PROCESS</a:t>
            </a:r>
            <a:endParaRPr sz="3000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7"/>
          <p:cNvSpPr txBox="1"/>
          <p:nvPr/>
        </p:nvSpPr>
        <p:spPr>
          <a:xfrm>
            <a:off x="2037000" y="1496400"/>
            <a:ext cx="5070000" cy="21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9973"/>
                </a:solidFill>
                <a:latin typeface="Share Tech"/>
                <a:ea typeface="Share Tech"/>
                <a:cs typeface="Share Tech"/>
                <a:sym typeface="Share Tech"/>
              </a:rPr>
              <a:t>EXPERIENCE</a:t>
            </a:r>
            <a:endParaRPr sz="7200">
              <a:solidFill>
                <a:srgbClr val="FF9973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8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It consisted of 4 questions and was conducted on HackerRank for 2 hours.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Python was not allowed to code.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The questions were from medium to hard level.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Marking was done on the basis of test cases solved in each question.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 was asked 4 coding problems on arrays, strings and stacks.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 solved one of these four questions with all test cases and remaining three with few test cases.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You can practice coding problems on Leetcode, HackerRank and GeeksforGeeks.</a:t>
            </a:r>
            <a:endParaRPr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87" name="Google Shape;487;p28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ROUND 1 - CODING ROUND</a:t>
            </a:r>
            <a:endParaRPr sz="3000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9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This round was conducted in online as well as in offline mode.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You have to code in front of interviewer.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The questions were from easy to medium level.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While solving these questions, start with brute force then move to optimization.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Some candidates were also asked questions on concepts on Java like Inheritance, Abstraction etc.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 was asked to join Google Meet with my camera on and the screen shared.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Coding questions were provided by interviewer in Google doc which was shared with me. In this doc, I was asked to write pseudo code for the given coding problems.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93" name="Google Shape;493;p29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ROUND 2 - </a:t>
            </a:r>
            <a:r>
              <a:rPr lang="en" sz="30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CODING INTERVIEW</a:t>
            </a:r>
            <a:endParaRPr sz="3000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0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Questions asked: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3"/>
              </a:rPr>
              <a:t>https://leetcode.com/problems/two-sum/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(Expected Time Complexity: O(n) and Expected Space Complexity: O(n))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4"/>
              </a:rPr>
              <a:t>https://leetcode.com/problems/search-in-rotated-sorted-array/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(Expected Time Complexity: O(log n) and Expected Space Complexity: O(1))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5"/>
              </a:rPr>
              <a:t>https://www.google.com/amp/s/www.geeksforgeeks.org/sublist-search-search-a-linked-list-in-another-list/amp/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(Expected Time Complexity: O(n + m) and Expected Space Complexity: O(1))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Most of the Questions were from Leetcode, GeeksforGeeks and </a:t>
            </a:r>
            <a:r>
              <a:rPr lang="en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6"/>
              </a:rPr>
              <a:t>Striver Sheet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Interviewer was SDE-2 from Carwale. She was lenient and provided with hints if needed.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99" name="Google Shape;499;p30"/>
          <p:cNvSpPr txBox="1"/>
          <p:nvPr/>
        </p:nvSpPr>
        <p:spPr>
          <a:xfrm>
            <a:off x="618825" y="411675"/>
            <a:ext cx="7177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ROUND 2 - CODING INTERVIEW (CONTINUED)</a:t>
            </a:r>
            <a:endParaRPr sz="300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In this round, overall they check your competency as a thinker in software designing and developing.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Low level design questions were asked. Eg - Design Facebook, Amazon, Zomato etc. Questions related to caches were also asked.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There is no right answer to question. They only check your approach towards the problem.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Other technical questions can also be asked besides those related to system design.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This round was conducted offline.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Watch Gaurav Sen's videos on System Design in YouTube. You will get the idea how to approach such types of questions.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05" name="Google Shape;505;p31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ROUND 3 - SYSTEM DESIGN</a:t>
            </a:r>
            <a:endParaRPr sz="3000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2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Questions asked: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Design a database of a system based on your project which you have mentioned in your resume.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Where would you keep cache in client-server architecture?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What is JWT token and tell its parts?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What can you do to prevent authentication of a person who is copying creditentials from one device to another?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Interviewer was Vice President of CarWale.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6 candidates were selected from this round.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11" name="Google Shape;511;p32"/>
          <p:cNvSpPr txBox="1"/>
          <p:nvPr/>
        </p:nvSpPr>
        <p:spPr>
          <a:xfrm>
            <a:off x="618825" y="411675"/>
            <a:ext cx="683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ROUND 3 - SYSTEM DESIGN </a:t>
            </a:r>
            <a:r>
              <a:rPr lang="en" sz="30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(CONTINUED)</a:t>
            </a:r>
            <a:endParaRPr sz="3000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3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The objective of this round was to grade the candidate's personality based on discussion of past experiences.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In this round, behavioural and situational questions were asked.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Interviewer can ask any question from resume. So prepare everything you mention in your resume.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Try to be honest because interviewer notes what you say and can go back to those points.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Interviewer was CTO of CarWale.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17" name="Google Shape;517;p33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ROUND 4 - HR</a:t>
            </a:r>
            <a:endParaRPr sz="3000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4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Questions asked: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About tech stack used in project.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Rate yourself in previous 2 rounds.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Who was your best friend in school? How would you describe him?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Tell about your life from your childhood tIll final year.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Extra-curricular activities in college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Tell about a time when you were stuck and how did you overcome it?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All the 6 candidates, who were selected for this round, were recruited in CarWale.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23" name="Google Shape;523;p34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ROUND 4 - HR</a:t>
            </a:r>
            <a:r>
              <a:rPr lang="en" sz="30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 (CONTINUED)</a:t>
            </a:r>
            <a:endParaRPr sz="300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5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Fill registration form properly.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Give contests in HackerRank so that you will get an idea how coding rounds are conducted.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Solve coding problems present in </a:t>
            </a:r>
            <a:r>
              <a:rPr lang="en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3"/>
              </a:rPr>
              <a:t>Striver’s Sheet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and </a:t>
            </a:r>
            <a:r>
              <a:rPr lang="en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4"/>
              </a:rPr>
              <a:t>Love Babbar’s sheet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Be honest. Don’t fake answers.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29" name="Google Shape;529;p35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GENERAL TIPS</a:t>
            </a:r>
            <a:endParaRPr sz="300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6"/>
          <p:cNvSpPr txBox="1"/>
          <p:nvPr/>
        </p:nvSpPr>
        <p:spPr>
          <a:xfrm>
            <a:off x="1734150" y="1868800"/>
            <a:ext cx="5768700" cy="1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You can contact me on following email id: 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Mihir Rane - </a:t>
            </a:r>
            <a:r>
              <a:rPr lang="en" sz="2400" u="sng">
                <a:solidFill>
                  <a:schemeClr val="hlink"/>
                </a:solidFill>
                <a:hlinkClick r:id="rId3"/>
              </a:rPr>
              <a:t>2019mihir.rane@ves.ac.in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