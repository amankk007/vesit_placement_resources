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Advent Pro SemiBold"/>
      <p:regular r:id="rId20"/>
      <p:bold r:id="rId21"/>
      <p:italic r:id="rId22"/>
      <p:boldItalic r:id="rId23"/>
    </p:embeddedFont>
    <p:embeddedFont>
      <p:font typeface="Fira Sans Extra Condensed Medium"/>
      <p:regular r:id="rId24"/>
      <p:bold r:id="rId25"/>
      <p:italic r:id="rId26"/>
      <p:boldItalic r:id="rId27"/>
    </p:embeddedFont>
    <p:embeddedFont>
      <p:font typeface="Fira Sans Condensed Medium"/>
      <p:regular r:id="rId28"/>
      <p:bold r:id="rId29"/>
      <p:italic r:id="rId30"/>
      <p:boldItalic r:id="rId31"/>
    </p:embeddedFont>
    <p:embeddedFont>
      <p:font typeface="Maven Pro"/>
      <p:regular r:id="rId32"/>
      <p:bold r:id="rId33"/>
    </p:embeddedFont>
    <p:embeddedFont>
      <p:font typeface="Share Tech"/>
      <p:regular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ib5pmoC0KMwsytrrHcGezVX9d9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dventProSemiBold-regular.fntdata"/><Relationship Id="rId22" Type="http://schemas.openxmlformats.org/officeDocument/2006/relationships/font" Target="fonts/AdventProSemiBold-italic.fntdata"/><Relationship Id="rId21" Type="http://schemas.openxmlformats.org/officeDocument/2006/relationships/font" Target="fonts/AdventProSemiBold-bold.fntdata"/><Relationship Id="rId24" Type="http://schemas.openxmlformats.org/officeDocument/2006/relationships/font" Target="fonts/FiraSansExtraCondensedMedium-regular.fntdata"/><Relationship Id="rId23" Type="http://schemas.openxmlformats.org/officeDocument/2006/relationships/font" Target="fonts/AdventPro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SansExtraCondensedMedium-italic.fntdata"/><Relationship Id="rId25" Type="http://schemas.openxmlformats.org/officeDocument/2006/relationships/font" Target="fonts/FiraSansExtraCondensedMedium-bold.fntdata"/><Relationship Id="rId28" Type="http://schemas.openxmlformats.org/officeDocument/2006/relationships/font" Target="fonts/FiraSansCondensedMedium-regular.fntdata"/><Relationship Id="rId27" Type="http://schemas.openxmlformats.org/officeDocument/2006/relationships/font" Target="fonts/FiraSansExtraCondensed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SansCondensed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raSansCondensedMedium-boldItalic.fntdata"/><Relationship Id="rId30" Type="http://schemas.openxmlformats.org/officeDocument/2006/relationships/font" Target="fonts/FiraSansCondensedMedium-italic.fntdata"/><Relationship Id="rId11" Type="http://schemas.openxmlformats.org/officeDocument/2006/relationships/slide" Target="slides/slide6.xml"/><Relationship Id="rId33" Type="http://schemas.openxmlformats.org/officeDocument/2006/relationships/font" Target="fonts/MavenPro-bold.fntdata"/><Relationship Id="rId10" Type="http://schemas.openxmlformats.org/officeDocument/2006/relationships/slide" Target="slides/slide5.xml"/><Relationship Id="rId32" Type="http://schemas.openxmlformats.org/officeDocument/2006/relationships/font" Target="fonts/MavenPro-regular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ShareTech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2b4add211e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2b4add211e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6"/>
          <p:cNvSpPr txBox="1"/>
          <p:nvPr>
            <p:ph type="ctrTitle"/>
          </p:nvPr>
        </p:nvSpPr>
        <p:spPr>
          <a:xfrm>
            <a:off x="1561650" y="751888"/>
            <a:ext cx="60207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16"/>
          <p:cNvSpPr txBox="1"/>
          <p:nvPr>
            <p:ph idx="1" type="subTitle"/>
          </p:nvPr>
        </p:nvSpPr>
        <p:spPr>
          <a:xfrm>
            <a:off x="2924250" y="2804488"/>
            <a:ext cx="3295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16"/>
          <p:cNvSpPr/>
          <p:nvPr/>
        </p:nvSpPr>
        <p:spPr>
          <a:xfrm>
            <a:off x="1060456" y="1158638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6"/>
          <p:cNvSpPr/>
          <p:nvPr/>
        </p:nvSpPr>
        <p:spPr>
          <a:xfrm>
            <a:off x="7799740" y="916059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6"/>
          <p:cNvSpPr/>
          <p:nvPr/>
        </p:nvSpPr>
        <p:spPr>
          <a:xfrm>
            <a:off x="5257933" y="2452405"/>
            <a:ext cx="57599" cy="57599"/>
          </a:xfrm>
          <a:custGeom>
            <a:rect b="b" l="l" r="r" t="t"/>
            <a:pathLst>
              <a:path extrusionOk="0" fill="none" h="2198" w="2198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cap="flat" cmpd="sng" w="952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6"/>
          <p:cNvSpPr/>
          <p:nvPr/>
        </p:nvSpPr>
        <p:spPr>
          <a:xfrm>
            <a:off x="8710023" y="4821495"/>
            <a:ext cx="98059" cy="98295"/>
          </a:xfrm>
          <a:custGeom>
            <a:rect b="b" l="l" r="r" t="t"/>
            <a:pathLst>
              <a:path extrusionOk="0" fill="none" h="3751" w="3742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cap="flat" cmpd="sng" w="952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6"/>
          <p:cNvSpPr/>
          <p:nvPr/>
        </p:nvSpPr>
        <p:spPr>
          <a:xfrm>
            <a:off x="275669" y="1557059"/>
            <a:ext cx="57834" cy="57599"/>
          </a:xfrm>
          <a:custGeom>
            <a:rect b="b" l="l" r="r" t="t"/>
            <a:pathLst>
              <a:path extrusionOk="0" fill="none" h="2198" w="2207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cap="flat" cmpd="sng" w="952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6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oogle Shape;17;p16"/>
          <p:cNvGrpSpPr/>
          <p:nvPr/>
        </p:nvGrpSpPr>
        <p:grpSpPr>
          <a:xfrm>
            <a:off x="8263682" y="-434366"/>
            <a:ext cx="188886" cy="1181532"/>
            <a:chOff x="2877432" y="975334"/>
            <a:chExt cx="188886" cy="1181532"/>
          </a:xfrm>
        </p:grpSpPr>
        <p:sp>
          <p:nvSpPr>
            <p:cNvPr id="18" name="Google Shape;18;p16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6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6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16"/>
          <p:cNvSpPr/>
          <p:nvPr/>
        </p:nvSpPr>
        <p:spPr>
          <a:xfrm>
            <a:off x="8485996" y="161463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Google Shape;22;p16"/>
          <p:cNvGrpSpPr/>
          <p:nvPr/>
        </p:nvGrpSpPr>
        <p:grpSpPr>
          <a:xfrm>
            <a:off x="3090746" y="-533657"/>
            <a:ext cx="98059" cy="1147595"/>
            <a:chOff x="3347921" y="16006"/>
            <a:chExt cx="98059" cy="1147595"/>
          </a:xfrm>
        </p:grpSpPr>
        <p:sp>
          <p:nvSpPr>
            <p:cNvPr id="23" name="Google Shape;23;p16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9525">
              <a:solidFill>
                <a:srgbClr val="E898A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6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oogle Shape;25;p16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26" name="Google Shape;26;p16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6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28;p16"/>
          <p:cNvGrpSpPr/>
          <p:nvPr/>
        </p:nvGrpSpPr>
        <p:grpSpPr>
          <a:xfrm>
            <a:off x="250617" y="2402301"/>
            <a:ext cx="188650" cy="2468355"/>
            <a:chOff x="250617" y="2402301"/>
            <a:chExt cx="188650" cy="2468355"/>
          </a:xfrm>
        </p:grpSpPr>
        <p:sp>
          <p:nvSpPr>
            <p:cNvPr id="29" name="Google Shape;29;p16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6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6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6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Google Shape;33;p16"/>
          <p:cNvSpPr/>
          <p:nvPr/>
        </p:nvSpPr>
        <p:spPr>
          <a:xfrm>
            <a:off x="8935726" y="10"/>
            <a:ext cx="8464" cy="2519637"/>
          </a:xfrm>
          <a:custGeom>
            <a:rect b="b" l="l" r="r" t="t"/>
            <a:pathLst>
              <a:path extrusionOk="0" h="96151" w="323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6"/>
          <p:cNvSpPr/>
          <p:nvPr/>
        </p:nvSpPr>
        <p:spPr>
          <a:xfrm>
            <a:off x="646863" y="21446"/>
            <a:ext cx="8464" cy="1689069"/>
          </a:xfrm>
          <a:custGeom>
            <a:rect b="b" l="l" r="r" t="t"/>
            <a:pathLst>
              <a:path extrusionOk="0" h="64456" w="323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" name="Google Shape;35;p16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36" name="Google Shape;36;p16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952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6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/>
          <p:nvPr/>
        </p:nvSpPr>
        <p:spPr>
          <a:xfrm>
            <a:off x="7202390" y="916059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7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" name="Google Shape;41;p17"/>
          <p:cNvGrpSpPr/>
          <p:nvPr/>
        </p:nvGrpSpPr>
        <p:grpSpPr>
          <a:xfrm>
            <a:off x="8263682" y="-434366"/>
            <a:ext cx="188886" cy="1181532"/>
            <a:chOff x="2877432" y="975334"/>
            <a:chExt cx="188886" cy="1181532"/>
          </a:xfrm>
        </p:grpSpPr>
        <p:sp>
          <p:nvSpPr>
            <p:cNvPr id="42" name="Google Shape;42;p17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7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7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17"/>
          <p:cNvSpPr/>
          <p:nvPr/>
        </p:nvSpPr>
        <p:spPr>
          <a:xfrm>
            <a:off x="8485996" y="161463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" name="Google Shape;46;p17"/>
          <p:cNvGrpSpPr/>
          <p:nvPr/>
        </p:nvGrpSpPr>
        <p:grpSpPr>
          <a:xfrm>
            <a:off x="3643898" y="-436198"/>
            <a:ext cx="133252" cy="1952377"/>
            <a:chOff x="6780548" y="337714"/>
            <a:chExt cx="133252" cy="1952377"/>
          </a:xfrm>
        </p:grpSpPr>
        <p:sp>
          <p:nvSpPr>
            <p:cNvPr id="47" name="Google Shape;47;p17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17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" name="Google Shape;49;p17"/>
          <p:cNvSpPr/>
          <p:nvPr/>
        </p:nvSpPr>
        <p:spPr>
          <a:xfrm>
            <a:off x="8935726" y="10"/>
            <a:ext cx="8464" cy="2519637"/>
          </a:xfrm>
          <a:custGeom>
            <a:rect b="b" l="l" r="r" t="t"/>
            <a:pathLst>
              <a:path extrusionOk="0" h="96151" w="323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" name="Google Shape;50;p17"/>
          <p:cNvGrpSpPr/>
          <p:nvPr/>
        </p:nvGrpSpPr>
        <p:grpSpPr>
          <a:xfrm>
            <a:off x="8008096" y="2108910"/>
            <a:ext cx="199001" cy="2139770"/>
            <a:chOff x="8008096" y="2108910"/>
            <a:chExt cx="199001" cy="2139770"/>
          </a:xfrm>
        </p:grpSpPr>
        <p:sp>
          <p:nvSpPr>
            <p:cNvPr id="51" name="Google Shape;51;p17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7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" name="Google Shape;53;p17"/>
          <p:cNvGrpSpPr/>
          <p:nvPr/>
        </p:nvGrpSpPr>
        <p:grpSpPr>
          <a:xfrm>
            <a:off x="520996" y="1091548"/>
            <a:ext cx="199001" cy="2139770"/>
            <a:chOff x="8008096" y="2108910"/>
            <a:chExt cx="199001" cy="2139770"/>
          </a:xfrm>
        </p:grpSpPr>
        <p:sp>
          <p:nvSpPr>
            <p:cNvPr id="54" name="Google Shape;54;p17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7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" name="Google Shape;56;p17"/>
          <p:cNvSpPr txBox="1"/>
          <p:nvPr>
            <p:ph type="ctrTitle"/>
          </p:nvPr>
        </p:nvSpPr>
        <p:spPr>
          <a:xfrm>
            <a:off x="2031287" y="1742775"/>
            <a:ext cx="26220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7" name="Google Shape;57;p17"/>
          <p:cNvSpPr txBox="1"/>
          <p:nvPr>
            <p:ph idx="1" type="subTitle"/>
          </p:nvPr>
        </p:nvSpPr>
        <p:spPr>
          <a:xfrm>
            <a:off x="1791587" y="2417450"/>
            <a:ext cx="3101400" cy="10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8" name="Google Shape;58;p17"/>
          <p:cNvSpPr txBox="1"/>
          <p:nvPr>
            <p:ph idx="2" type="title"/>
          </p:nvPr>
        </p:nvSpPr>
        <p:spPr>
          <a:xfrm>
            <a:off x="5834900" y="2122225"/>
            <a:ext cx="981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618825" y="1679175"/>
            <a:ext cx="3534300" cy="20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8"/>
          <p:cNvSpPr txBox="1"/>
          <p:nvPr>
            <p:ph type="ctrTitle"/>
          </p:nvPr>
        </p:nvSpPr>
        <p:spPr>
          <a:xfrm>
            <a:off x="618825" y="411675"/>
            <a:ext cx="2686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62" name="Google Shape;62;p18"/>
          <p:cNvSpPr/>
          <p:nvPr/>
        </p:nvSpPr>
        <p:spPr>
          <a:xfrm>
            <a:off x="720000" y="46901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8"/>
          <p:cNvSpPr/>
          <p:nvPr/>
        </p:nvSpPr>
        <p:spPr>
          <a:xfrm>
            <a:off x="2058475" y="41522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8"/>
          <p:cNvSpPr/>
          <p:nvPr/>
        </p:nvSpPr>
        <p:spPr>
          <a:xfrm>
            <a:off x="1432075" y="4296400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8"/>
          <p:cNvSpPr/>
          <p:nvPr/>
        </p:nvSpPr>
        <p:spPr>
          <a:xfrm>
            <a:off x="2194725" y="44747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8"/>
          <p:cNvSpPr/>
          <p:nvPr/>
        </p:nvSpPr>
        <p:spPr>
          <a:xfrm>
            <a:off x="1585475" y="4695513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p18"/>
          <p:cNvGrpSpPr/>
          <p:nvPr/>
        </p:nvGrpSpPr>
        <p:grpSpPr>
          <a:xfrm>
            <a:off x="8148521" y="3004593"/>
            <a:ext cx="98059" cy="1147595"/>
            <a:chOff x="3347921" y="16006"/>
            <a:chExt cx="98059" cy="1147595"/>
          </a:xfrm>
        </p:grpSpPr>
        <p:sp>
          <p:nvSpPr>
            <p:cNvPr id="68" name="Google Shape;68;p18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9525">
              <a:solidFill>
                <a:srgbClr val="E898A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8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70;p18"/>
          <p:cNvGrpSpPr/>
          <p:nvPr/>
        </p:nvGrpSpPr>
        <p:grpSpPr>
          <a:xfrm>
            <a:off x="281421" y="3769263"/>
            <a:ext cx="121172" cy="760495"/>
            <a:chOff x="5245196" y="3136513"/>
            <a:chExt cx="121172" cy="760495"/>
          </a:xfrm>
        </p:grpSpPr>
        <p:sp>
          <p:nvSpPr>
            <p:cNvPr id="71" name="Google Shape;71;p18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8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" name="Google Shape;73;p18"/>
          <p:cNvGrpSpPr/>
          <p:nvPr/>
        </p:nvGrpSpPr>
        <p:grpSpPr>
          <a:xfrm>
            <a:off x="8534739" y="4069632"/>
            <a:ext cx="57599" cy="831799"/>
            <a:chOff x="2038689" y="173907"/>
            <a:chExt cx="57599" cy="831799"/>
          </a:xfrm>
        </p:grpSpPr>
        <p:sp>
          <p:nvSpPr>
            <p:cNvPr id="74" name="Google Shape;74;p18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952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8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" name="Google Shape;76;p18"/>
          <p:cNvSpPr/>
          <p:nvPr/>
        </p:nvSpPr>
        <p:spPr>
          <a:xfrm>
            <a:off x="7686100" y="45688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8"/>
          <p:cNvSpPr/>
          <p:nvPr/>
        </p:nvSpPr>
        <p:spPr>
          <a:xfrm>
            <a:off x="8868125" y="3769263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ctrTitle"/>
          </p:nvPr>
        </p:nvSpPr>
        <p:spPr>
          <a:xfrm>
            <a:off x="923625" y="1196026"/>
            <a:ext cx="982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80" name="Google Shape;80;p19"/>
          <p:cNvSpPr txBox="1"/>
          <p:nvPr>
            <p:ph idx="1" type="subTitle"/>
          </p:nvPr>
        </p:nvSpPr>
        <p:spPr>
          <a:xfrm>
            <a:off x="923637" y="1684093"/>
            <a:ext cx="26205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1" name="Google Shape;81;p19"/>
          <p:cNvSpPr txBox="1"/>
          <p:nvPr>
            <p:ph idx="2" type="ctrTitle"/>
          </p:nvPr>
        </p:nvSpPr>
        <p:spPr>
          <a:xfrm>
            <a:off x="7050379" y="1196025"/>
            <a:ext cx="1137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82" name="Google Shape;82;p19"/>
          <p:cNvSpPr txBox="1"/>
          <p:nvPr>
            <p:ph idx="3" type="subTitle"/>
          </p:nvPr>
        </p:nvSpPr>
        <p:spPr>
          <a:xfrm>
            <a:off x="5450166" y="1684093"/>
            <a:ext cx="27375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3" name="Google Shape;83;p19"/>
          <p:cNvSpPr txBox="1"/>
          <p:nvPr>
            <p:ph idx="4" type="ctrTitle"/>
          </p:nvPr>
        </p:nvSpPr>
        <p:spPr>
          <a:xfrm>
            <a:off x="618825" y="411675"/>
            <a:ext cx="4618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84" name="Google Shape;84;p19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9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9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9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19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89" name="Google Shape;89;p19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9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19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9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95" name="Google Shape;95;p20"/>
          <p:cNvSpPr/>
          <p:nvPr/>
        </p:nvSpPr>
        <p:spPr>
          <a:xfrm>
            <a:off x="7573050" y="27737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0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0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0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0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0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0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0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0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0"/>
          <p:cNvSpPr/>
          <p:nvPr/>
        </p:nvSpPr>
        <p:spPr>
          <a:xfrm>
            <a:off x="564075" y="47539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618306" y="2199025"/>
            <a:ext cx="19059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21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108" name="Google Shape;108;p21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1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1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1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21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113" name="Google Shape;113;p21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1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" name="Google Shape;115;p21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1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2037000" y="1496400"/>
            <a:ext cx="5070000" cy="21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9" name="Google Shape;119;p22"/>
          <p:cNvSpPr/>
          <p:nvPr/>
        </p:nvSpPr>
        <p:spPr>
          <a:xfrm>
            <a:off x="1060456" y="1158638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2"/>
          <p:cNvSpPr/>
          <p:nvPr/>
        </p:nvSpPr>
        <p:spPr>
          <a:xfrm>
            <a:off x="7799740" y="916059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2"/>
          <p:cNvSpPr/>
          <p:nvPr/>
        </p:nvSpPr>
        <p:spPr>
          <a:xfrm>
            <a:off x="5257933" y="2452405"/>
            <a:ext cx="57599" cy="57599"/>
          </a:xfrm>
          <a:custGeom>
            <a:rect b="b" l="l" r="r" t="t"/>
            <a:pathLst>
              <a:path extrusionOk="0" fill="none" h="2198" w="2198">
                <a:moveTo>
                  <a:pt x="1" y="1"/>
                </a:moveTo>
                <a:lnTo>
                  <a:pt x="2198" y="1"/>
                </a:lnTo>
                <a:lnTo>
                  <a:pt x="2198" y="2198"/>
                </a:lnTo>
                <a:lnTo>
                  <a:pt x="1" y="2198"/>
                </a:lnTo>
                <a:close/>
              </a:path>
            </a:pathLst>
          </a:custGeom>
          <a:noFill/>
          <a:ln cap="flat" cmpd="sng" w="952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2"/>
          <p:cNvSpPr/>
          <p:nvPr/>
        </p:nvSpPr>
        <p:spPr>
          <a:xfrm>
            <a:off x="275669" y="1557059"/>
            <a:ext cx="57834" cy="57599"/>
          </a:xfrm>
          <a:custGeom>
            <a:rect b="b" l="l" r="r" t="t"/>
            <a:pathLst>
              <a:path extrusionOk="0" fill="none" h="2198" w="2207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cap="flat" cmpd="sng" w="952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2"/>
          <p:cNvSpPr/>
          <p:nvPr/>
        </p:nvSpPr>
        <p:spPr>
          <a:xfrm>
            <a:off x="2307882" y="3002386"/>
            <a:ext cx="104086" cy="104322"/>
          </a:xfrm>
          <a:custGeom>
            <a:rect b="b" l="l" r="r" t="t"/>
            <a:pathLst>
              <a:path extrusionOk="0" fill="none" h="3981" w="3972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cap="flat" cmpd="sng" w="952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2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22"/>
          <p:cNvGrpSpPr/>
          <p:nvPr/>
        </p:nvGrpSpPr>
        <p:grpSpPr>
          <a:xfrm>
            <a:off x="8263682" y="-434366"/>
            <a:ext cx="188886" cy="1181532"/>
            <a:chOff x="2877432" y="975334"/>
            <a:chExt cx="188886" cy="1181532"/>
          </a:xfrm>
        </p:grpSpPr>
        <p:sp>
          <p:nvSpPr>
            <p:cNvPr id="126" name="Google Shape;126;p22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2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2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p22"/>
          <p:cNvSpPr/>
          <p:nvPr/>
        </p:nvSpPr>
        <p:spPr>
          <a:xfrm>
            <a:off x="8485996" y="161463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6293004" y="835609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2"/>
          <p:cNvSpPr/>
          <p:nvPr/>
        </p:nvSpPr>
        <p:spPr>
          <a:xfrm>
            <a:off x="1778504" y="2156778"/>
            <a:ext cx="119993" cy="119966"/>
          </a:xfrm>
          <a:custGeom>
            <a:rect b="b" l="l" r="r" t="t"/>
            <a:pathLst>
              <a:path extrusionOk="0" h="4578" w="4579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22"/>
          <p:cNvGrpSpPr/>
          <p:nvPr/>
        </p:nvGrpSpPr>
        <p:grpSpPr>
          <a:xfrm>
            <a:off x="3090746" y="-533657"/>
            <a:ext cx="98059" cy="1147595"/>
            <a:chOff x="3347921" y="16006"/>
            <a:chExt cx="98059" cy="1147595"/>
          </a:xfrm>
        </p:grpSpPr>
        <p:sp>
          <p:nvSpPr>
            <p:cNvPr id="133" name="Google Shape;133;p22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9525">
              <a:solidFill>
                <a:srgbClr val="E898A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2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22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136" name="Google Shape;136;p22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2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" name="Google Shape;138;p22"/>
          <p:cNvGrpSpPr/>
          <p:nvPr/>
        </p:nvGrpSpPr>
        <p:grpSpPr>
          <a:xfrm>
            <a:off x="6967836" y="85439"/>
            <a:ext cx="133252" cy="1952377"/>
            <a:chOff x="6780548" y="337714"/>
            <a:chExt cx="133252" cy="1952377"/>
          </a:xfrm>
        </p:grpSpPr>
        <p:sp>
          <p:nvSpPr>
            <p:cNvPr id="139" name="Google Shape;139;p22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2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p22"/>
          <p:cNvGrpSpPr/>
          <p:nvPr/>
        </p:nvGrpSpPr>
        <p:grpSpPr>
          <a:xfrm>
            <a:off x="250617" y="2402301"/>
            <a:ext cx="188650" cy="2468355"/>
            <a:chOff x="250617" y="2402301"/>
            <a:chExt cx="188650" cy="2468355"/>
          </a:xfrm>
        </p:grpSpPr>
        <p:sp>
          <p:nvSpPr>
            <p:cNvPr id="142" name="Google Shape;142;p22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2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2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2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" name="Google Shape;146;p22"/>
          <p:cNvGrpSpPr/>
          <p:nvPr/>
        </p:nvGrpSpPr>
        <p:grpSpPr>
          <a:xfrm>
            <a:off x="982417" y="1695096"/>
            <a:ext cx="199237" cy="2828935"/>
            <a:chOff x="1608717" y="1280046"/>
            <a:chExt cx="199237" cy="2828935"/>
          </a:xfrm>
        </p:grpSpPr>
        <p:sp>
          <p:nvSpPr>
            <p:cNvPr id="147" name="Google Shape;147;p22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2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2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0" name="Google Shape;150;p22"/>
          <p:cNvSpPr/>
          <p:nvPr/>
        </p:nvSpPr>
        <p:spPr>
          <a:xfrm>
            <a:off x="646863" y="21446"/>
            <a:ext cx="8464" cy="1689069"/>
          </a:xfrm>
          <a:custGeom>
            <a:rect b="b" l="l" r="r" t="t"/>
            <a:pathLst>
              <a:path extrusionOk="0" h="64456" w="323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" name="Google Shape;151;p22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152" name="Google Shape;152;p22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952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2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22"/>
          <p:cNvGrpSpPr/>
          <p:nvPr/>
        </p:nvGrpSpPr>
        <p:grpSpPr>
          <a:xfrm>
            <a:off x="8008096" y="2108910"/>
            <a:ext cx="199001" cy="2139770"/>
            <a:chOff x="8008096" y="2108910"/>
            <a:chExt cx="199001" cy="2139770"/>
          </a:xfrm>
        </p:grpSpPr>
        <p:sp>
          <p:nvSpPr>
            <p:cNvPr id="155" name="Google Shape;155;p22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2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" name="Google Shape;157;p22"/>
          <p:cNvSpPr/>
          <p:nvPr/>
        </p:nvSpPr>
        <p:spPr>
          <a:xfrm>
            <a:off x="2702019" y="1158651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8" name="Google Shape;158;p22"/>
          <p:cNvGrpSpPr/>
          <p:nvPr/>
        </p:nvGrpSpPr>
        <p:grpSpPr>
          <a:xfrm>
            <a:off x="4095146" y="-859690"/>
            <a:ext cx="199001" cy="2139770"/>
            <a:chOff x="8008096" y="2108910"/>
            <a:chExt cx="199001" cy="2139770"/>
          </a:xfrm>
        </p:grpSpPr>
        <p:sp>
          <p:nvSpPr>
            <p:cNvPr id="159" name="Google Shape;159;p22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2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" name="Google Shape;161;p22"/>
          <p:cNvGrpSpPr/>
          <p:nvPr/>
        </p:nvGrpSpPr>
        <p:grpSpPr>
          <a:xfrm>
            <a:off x="6333286" y="3704939"/>
            <a:ext cx="133252" cy="1952377"/>
            <a:chOff x="6780548" y="337714"/>
            <a:chExt cx="133252" cy="1952377"/>
          </a:xfrm>
        </p:grpSpPr>
        <p:sp>
          <p:nvSpPr>
            <p:cNvPr id="162" name="Google Shape;162;p22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2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" name="Google Shape;164;p22"/>
          <p:cNvGrpSpPr/>
          <p:nvPr/>
        </p:nvGrpSpPr>
        <p:grpSpPr>
          <a:xfrm>
            <a:off x="2702021" y="3612763"/>
            <a:ext cx="121172" cy="760495"/>
            <a:chOff x="5245196" y="3136513"/>
            <a:chExt cx="121172" cy="760495"/>
          </a:xfrm>
        </p:grpSpPr>
        <p:sp>
          <p:nvSpPr>
            <p:cNvPr id="165" name="Google Shape;165;p22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2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" name="Google Shape;167;p22"/>
          <p:cNvSpPr/>
          <p:nvPr/>
        </p:nvSpPr>
        <p:spPr>
          <a:xfrm>
            <a:off x="5539523" y="4516718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6994217" y="3378784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1" name="Google Shape;171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2" name="Google Shape;172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type="title"/>
          </p:nvPr>
        </p:nvSpPr>
        <p:spPr>
          <a:xfrm>
            <a:off x="581925" y="3391646"/>
            <a:ext cx="4126500" cy="13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ctrTitle"/>
          </p:nvPr>
        </p:nvSpPr>
        <p:spPr>
          <a:xfrm>
            <a:off x="3068675" y="3075325"/>
            <a:ext cx="3055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7" name="Google Shape;177;p25"/>
          <p:cNvSpPr txBox="1"/>
          <p:nvPr>
            <p:ph idx="1" type="subTitle"/>
          </p:nvPr>
        </p:nvSpPr>
        <p:spPr>
          <a:xfrm>
            <a:off x="2333000" y="1799075"/>
            <a:ext cx="4478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8" name="Google Shape;178;p25"/>
          <p:cNvSpPr/>
          <p:nvPr/>
        </p:nvSpPr>
        <p:spPr>
          <a:xfrm>
            <a:off x="1621169" y="2890613"/>
            <a:ext cx="121198" cy="121434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5"/>
          <p:cNvSpPr/>
          <p:nvPr/>
        </p:nvSpPr>
        <p:spPr>
          <a:xfrm>
            <a:off x="1238740" y="2106884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8710023" y="4821495"/>
            <a:ext cx="98059" cy="98295"/>
          </a:xfrm>
          <a:custGeom>
            <a:rect b="b" l="l" r="r" t="t"/>
            <a:pathLst>
              <a:path extrusionOk="0" fill="none" h="3751" w="3742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cap="flat" cmpd="sng" w="952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5"/>
          <p:cNvSpPr/>
          <p:nvPr/>
        </p:nvSpPr>
        <p:spPr>
          <a:xfrm>
            <a:off x="275669" y="1557059"/>
            <a:ext cx="57834" cy="57599"/>
          </a:xfrm>
          <a:custGeom>
            <a:rect b="b" l="l" r="r" t="t"/>
            <a:pathLst>
              <a:path extrusionOk="0" fill="none" h="2198" w="2207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cap="flat" cmpd="sng" w="952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8263673" y="2953681"/>
            <a:ext cx="104086" cy="104322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3" name="Google Shape;183;p25"/>
          <p:cNvGrpSpPr/>
          <p:nvPr/>
        </p:nvGrpSpPr>
        <p:grpSpPr>
          <a:xfrm>
            <a:off x="8217007" y="3576772"/>
            <a:ext cx="188886" cy="1181532"/>
            <a:chOff x="2877432" y="975334"/>
            <a:chExt cx="188886" cy="1181532"/>
          </a:xfrm>
        </p:grpSpPr>
        <p:sp>
          <p:nvSpPr>
            <p:cNvPr id="184" name="Google Shape;184;p25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5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5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25"/>
          <p:cNvSpPr/>
          <p:nvPr/>
        </p:nvSpPr>
        <p:spPr>
          <a:xfrm>
            <a:off x="8718796" y="1164882"/>
            <a:ext cx="80502" cy="80476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25"/>
          <p:cNvGrpSpPr/>
          <p:nvPr/>
        </p:nvGrpSpPr>
        <p:grpSpPr>
          <a:xfrm>
            <a:off x="7519346" y="3243318"/>
            <a:ext cx="98059" cy="1147595"/>
            <a:chOff x="3347921" y="16006"/>
            <a:chExt cx="98059" cy="1147595"/>
          </a:xfrm>
        </p:grpSpPr>
        <p:sp>
          <p:nvSpPr>
            <p:cNvPr id="189" name="Google Shape;189;p25"/>
            <p:cNvSpPr/>
            <p:nvPr/>
          </p:nvSpPr>
          <p:spPr>
            <a:xfrm>
              <a:off x="3347921" y="1065280"/>
              <a:ext cx="98059" cy="98321"/>
            </a:xfrm>
            <a:custGeom>
              <a:rect b="b" l="l" r="r" t="t"/>
              <a:pathLst>
                <a:path extrusionOk="0" fill="none" h="3752" w="3742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cap="flat" cmpd="sng" w="9525">
              <a:solidFill>
                <a:srgbClr val="E898A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5"/>
            <p:cNvSpPr/>
            <p:nvPr/>
          </p:nvSpPr>
          <p:spPr>
            <a:xfrm>
              <a:off x="3392705" y="16006"/>
              <a:ext cx="8464" cy="894665"/>
            </a:xfrm>
            <a:custGeom>
              <a:rect b="b" l="l" r="r" t="t"/>
              <a:pathLst>
                <a:path extrusionOk="0" h="34141" w="323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" name="Google Shape;191;p25"/>
          <p:cNvGrpSpPr/>
          <p:nvPr/>
        </p:nvGrpSpPr>
        <p:grpSpPr>
          <a:xfrm>
            <a:off x="805821" y="2953663"/>
            <a:ext cx="121172" cy="760495"/>
            <a:chOff x="5245196" y="3136513"/>
            <a:chExt cx="121172" cy="760495"/>
          </a:xfrm>
        </p:grpSpPr>
        <p:sp>
          <p:nvSpPr>
            <p:cNvPr id="192" name="Google Shape;192;p25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5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4" name="Google Shape;194;p25"/>
          <p:cNvGrpSpPr/>
          <p:nvPr/>
        </p:nvGrpSpPr>
        <p:grpSpPr>
          <a:xfrm>
            <a:off x="250617" y="2402301"/>
            <a:ext cx="188650" cy="2468355"/>
            <a:chOff x="250617" y="2402301"/>
            <a:chExt cx="188650" cy="2468355"/>
          </a:xfrm>
        </p:grpSpPr>
        <p:sp>
          <p:nvSpPr>
            <p:cNvPr id="195" name="Google Shape;195;p25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5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5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5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" name="Google Shape;199;p25"/>
          <p:cNvSpPr/>
          <p:nvPr/>
        </p:nvSpPr>
        <p:spPr>
          <a:xfrm>
            <a:off x="8307214" y="-383977"/>
            <a:ext cx="8464" cy="2519637"/>
          </a:xfrm>
          <a:custGeom>
            <a:rect b="b" l="l" r="r" t="t"/>
            <a:pathLst>
              <a:path extrusionOk="0" h="96151" w="323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5"/>
          <p:cNvSpPr/>
          <p:nvPr/>
        </p:nvSpPr>
        <p:spPr>
          <a:xfrm>
            <a:off x="646863" y="21446"/>
            <a:ext cx="8464" cy="1689069"/>
          </a:xfrm>
          <a:custGeom>
            <a:rect b="b" l="l" r="r" t="t"/>
            <a:pathLst>
              <a:path extrusionOk="0" h="64456" w="323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1" name="Google Shape;201;p25"/>
          <p:cNvGrpSpPr/>
          <p:nvPr/>
        </p:nvGrpSpPr>
        <p:grpSpPr>
          <a:xfrm>
            <a:off x="2038689" y="173907"/>
            <a:ext cx="57599" cy="831799"/>
            <a:chOff x="2038689" y="173907"/>
            <a:chExt cx="57599" cy="831799"/>
          </a:xfrm>
        </p:grpSpPr>
        <p:sp>
          <p:nvSpPr>
            <p:cNvPr id="202" name="Google Shape;202;p25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952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5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" name="Google Shape;204;p25"/>
          <p:cNvSpPr/>
          <p:nvPr/>
        </p:nvSpPr>
        <p:spPr>
          <a:xfrm>
            <a:off x="7582340" y="1834534"/>
            <a:ext cx="121434" cy="121434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" name="Google Shape;205;p25"/>
          <p:cNvGrpSpPr/>
          <p:nvPr/>
        </p:nvGrpSpPr>
        <p:grpSpPr>
          <a:xfrm>
            <a:off x="4920170" y="-496491"/>
            <a:ext cx="188886" cy="1181532"/>
            <a:chOff x="2877432" y="975334"/>
            <a:chExt cx="188886" cy="1181532"/>
          </a:xfrm>
        </p:grpSpPr>
        <p:sp>
          <p:nvSpPr>
            <p:cNvPr id="206" name="Google Shape;206;p25"/>
            <p:cNvSpPr/>
            <p:nvPr/>
          </p:nvSpPr>
          <p:spPr>
            <a:xfrm>
              <a:off x="2877432" y="1968242"/>
              <a:ext cx="188886" cy="188624"/>
            </a:xfrm>
            <a:custGeom>
              <a:rect b="b" l="l" r="r" t="t"/>
              <a:pathLst>
                <a:path extrusionOk="0" fill="none" h="7198" w="7208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5"/>
            <p:cNvSpPr/>
            <p:nvPr/>
          </p:nvSpPr>
          <p:spPr>
            <a:xfrm>
              <a:off x="2905393" y="1452501"/>
              <a:ext cx="133226" cy="133252"/>
            </a:xfrm>
            <a:custGeom>
              <a:rect b="b" l="l" r="r" t="t"/>
              <a:pathLst>
                <a:path extrusionOk="0" fill="none" h="5085" w="5084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5"/>
            <p:cNvSpPr/>
            <p:nvPr/>
          </p:nvSpPr>
          <p:spPr>
            <a:xfrm>
              <a:off x="2931651" y="975334"/>
              <a:ext cx="80476" cy="80711"/>
            </a:xfrm>
            <a:custGeom>
              <a:rect b="b" l="l" r="r" t="t"/>
              <a:pathLst>
                <a:path extrusionOk="0" fill="none" h="3080" w="3071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" name="Google Shape;209;p25"/>
          <p:cNvSpPr/>
          <p:nvPr/>
        </p:nvSpPr>
        <p:spPr>
          <a:xfrm>
            <a:off x="7084804" y="549572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" name="Google Shape;210;p25"/>
          <p:cNvGrpSpPr/>
          <p:nvPr/>
        </p:nvGrpSpPr>
        <p:grpSpPr>
          <a:xfrm>
            <a:off x="3030471" y="-223849"/>
            <a:ext cx="121172" cy="760495"/>
            <a:chOff x="5245196" y="3136513"/>
            <a:chExt cx="121172" cy="760495"/>
          </a:xfrm>
        </p:grpSpPr>
        <p:sp>
          <p:nvSpPr>
            <p:cNvPr id="211" name="Google Shape;211;p25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5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3" name="Google Shape;213;p25"/>
          <p:cNvGrpSpPr/>
          <p:nvPr/>
        </p:nvGrpSpPr>
        <p:grpSpPr>
          <a:xfrm>
            <a:off x="2306292" y="2569221"/>
            <a:ext cx="199237" cy="2828935"/>
            <a:chOff x="1608717" y="1280046"/>
            <a:chExt cx="199237" cy="2828935"/>
          </a:xfrm>
        </p:grpSpPr>
        <p:sp>
          <p:nvSpPr>
            <p:cNvPr id="214" name="Google Shape;214;p25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5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5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>
            <p:ph hasCustomPrompt="1" type="title"/>
          </p:nvPr>
        </p:nvSpPr>
        <p:spPr>
          <a:xfrm>
            <a:off x="1733725" y="856650"/>
            <a:ext cx="5676600" cy="123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9" name="Google Shape;219;p26"/>
          <p:cNvSpPr txBox="1"/>
          <p:nvPr>
            <p:ph idx="1" type="body"/>
          </p:nvPr>
        </p:nvSpPr>
        <p:spPr>
          <a:xfrm>
            <a:off x="3208075" y="2086950"/>
            <a:ext cx="27279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220" name="Google Shape;220;p26"/>
          <p:cNvGrpSpPr/>
          <p:nvPr/>
        </p:nvGrpSpPr>
        <p:grpSpPr>
          <a:xfrm>
            <a:off x="722446" y="3412541"/>
            <a:ext cx="7699120" cy="1883463"/>
            <a:chOff x="4558950" y="838825"/>
            <a:chExt cx="2813800" cy="688350"/>
          </a:xfrm>
        </p:grpSpPr>
        <p:sp>
          <p:nvSpPr>
            <p:cNvPr id="221" name="Google Shape;221;p26"/>
            <p:cNvSpPr/>
            <p:nvPr/>
          </p:nvSpPr>
          <p:spPr>
            <a:xfrm>
              <a:off x="6067275" y="838825"/>
              <a:ext cx="46025" cy="39525"/>
            </a:xfrm>
            <a:custGeom>
              <a:rect b="b" l="l" r="r" t="t"/>
              <a:pathLst>
                <a:path extrusionOk="0" h="1581" w="1841">
                  <a:moveTo>
                    <a:pt x="1059" y="0"/>
                  </a:moveTo>
                  <a:cubicBezTo>
                    <a:pt x="353" y="0"/>
                    <a:pt x="1" y="857"/>
                    <a:pt x="492" y="1348"/>
                  </a:cubicBezTo>
                  <a:cubicBezTo>
                    <a:pt x="656" y="1508"/>
                    <a:pt x="856" y="1580"/>
                    <a:pt x="1051" y="1580"/>
                  </a:cubicBezTo>
                  <a:cubicBezTo>
                    <a:pt x="1456" y="1580"/>
                    <a:pt x="1840" y="1270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6"/>
            <p:cNvSpPr/>
            <p:nvPr/>
          </p:nvSpPr>
          <p:spPr>
            <a:xfrm>
              <a:off x="4703850" y="911275"/>
              <a:ext cx="2580700" cy="613375"/>
            </a:xfrm>
            <a:custGeom>
              <a:rect b="b" l="l" r="r" t="t"/>
              <a:pathLst>
                <a:path extrusionOk="0" h="24535" w="103228">
                  <a:moveTo>
                    <a:pt x="47431" y="0"/>
                  </a:moveTo>
                  <a:lnTo>
                    <a:pt x="34779" y="13685"/>
                  </a:lnTo>
                  <a:lnTo>
                    <a:pt x="20906" y="18309"/>
                  </a:lnTo>
                  <a:lnTo>
                    <a:pt x="15412" y="16898"/>
                  </a:lnTo>
                  <a:lnTo>
                    <a:pt x="9061" y="9892"/>
                  </a:lnTo>
                  <a:lnTo>
                    <a:pt x="1" y="24459"/>
                  </a:lnTo>
                  <a:lnTo>
                    <a:pt x="127" y="24534"/>
                  </a:lnTo>
                  <a:lnTo>
                    <a:pt x="9086" y="10131"/>
                  </a:lnTo>
                  <a:lnTo>
                    <a:pt x="15336" y="17024"/>
                  </a:lnTo>
                  <a:lnTo>
                    <a:pt x="20893" y="18448"/>
                  </a:lnTo>
                  <a:lnTo>
                    <a:pt x="20918" y="18461"/>
                  </a:lnTo>
                  <a:lnTo>
                    <a:pt x="34855" y="13811"/>
                  </a:lnTo>
                  <a:lnTo>
                    <a:pt x="47431" y="215"/>
                  </a:lnTo>
                  <a:lnTo>
                    <a:pt x="59099" y="12778"/>
                  </a:lnTo>
                  <a:lnTo>
                    <a:pt x="67479" y="19620"/>
                  </a:lnTo>
                  <a:lnTo>
                    <a:pt x="76513" y="18196"/>
                  </a:lnTo>
                  <a:lnTo>
                    <a:pt x="82209" y="19885"/>
                  </a:lnTo>
                  <a:lnTo>
                    <a:pt x="88661" y="9035"/>
                  </a:lnTo>
                  <a:lnTo>
                    <a:pt x="95138" y="5860"/>
                  </a:lnTo>
                  <a:lnTo>
                    <a:pt x="103101" y="24496"/>
                  </a:lnTo>
                  <a:lnTo>
                    <a:pt x="103227" y="24433"/>
                  </a:lnTo>
                  <a:lnTo>
                    <a:pt x="95213" y="5671"/>
                  </a:lnTo>
                  <a:lnTo>
                    <a:pt x="88585" y="8922"/>
                  </a:lnTo>
                  <a:lnTo>
                    <a:pt x="88560" y="8934"/>
                  </a:lnTo>
                  <a:lnTo>
                    <a:pt x="82146" y="19708"/>
                  </a:lnTo>
                  <a:lnTo>
                    <a:pt x="76539" y="18057"/>
                  </a:lnTo>
                  <a:lnTo>
                    <a:pt x="76513" y="18045"/>
                  </a:lnTo>
                  <a:lnTo>
                    <a:pt x="67529" y="19469"/>
                  </a:lnTo>
                  <a:lnTo>
                    <a:pt x="59187" y="12664"/>
                  </a:lnTo>
                  <a:lnTo>
                    <a:pt x="47431" y="0"/>
                  </a:ln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6"/>
            <p:cNvSpPr/>
            <p:nvPr/>
          </p:nvSpPr>
          <p:spPr>
            <a:xfrm>
              <a:off x="4704175" y="930800"/>
              <a:ext cx="2582575" cy="595725"/>
            </a:xfrm>
            <a:custGeom>
              <a:rect b="b" l="l" r="r" t="t"/>
              <a:pathLst>
                <a:path extrusionOk="0" h="23829" w="103303">
                  <a:moveTo>
                    <a:pt x="67125" y="1"/>
                  </a:moveTo>
                  <a:lnTo>
                    <a:pt x="58065" y="5948"/>
                  </a:lnTo>
                  <a:lnTo>
                    <a:pt x="47115" y="9817"/>
                  </a:lnTo>
                  <a:lnTo>
                    <a:pt x="41747" y="17995"/>
                  </a:lnTo>
                  <a:lnTo>
                    <a:pt x="26941" y="870"/>
                  </a:lnTo>
                  <a:lnTo>
                    <a:pt x="19822" y="13421"/>
                  </a:lnTo>
                  <a:lnTo>
                    <a:pt x="8758" y="16054"/>
                  </a:lnTo>
                  <a:lnTo>
                    <a:pt x="8733" y="16054"/>
                  </a:lnTo>
                  <a:lnTo>
                    <a:pt x="1" y="23665"/>
                  </a:lnTo>
                  <a:lnTo>
                    <a:pt x="101" y="23766"/>
                  </a:lnTo>
                  <a:lnTo>
                    <a:pt x="8809" y="16180"/>
                  </a:lnTo>
                  <a:lnTo>
                    <a:pt x="19885" y="13547"/>
                  </a:lnTo>
                  <a:lnTo>
                    <a:pt x="19910" y="13547"/>
                  </a:lnTo>
                  <a:lnTo>
                    <a:pt x="26966" y="1122"/>
                  </a:lnTo>
                  <a:lnTo>
                    <a:pt x="41697" y="18158"/>
                  </a:lnTo>
                  <a:lnTo>
                    <a:pt x="41760" y="18234"/>
                  </a:lnTo>
                  <a:lnTo>
                    <a:pt x="47203" y="9930"/>
                  </a:lnTo>
                  <a:lnTo>
                    <a:pt x="58116" y="6087"/>
                  </a:lnTo>
                  <a:lnTo>
                    <a:pt x="67088" y="190"/>
                  </a:lnTo>
                  <a:lnTo>
                    <a:pt x="73224" y="8884"/>
                  </a:lnTo>
                  <a:lnTo>
                    <a:pt x="73262" y="8935"/>
                  </a:lnTo>
                  <a:lnTo>
                    <a:pt x="81125" y="5583"/>
                  </a:lnTo>
                  <a:lnTo>
                    <a:pt x="94091" y="13408"/>
                  </a:lnTo>
                  <a:lnTo>
                    <a:pt x="103189" y="23829"/>
                  </a:lnTo>
                  <a:lnTo>
                    <a:pt x="103303" y="23728"/>
                  </a:lnTo>
                  <a:lnTo>
                    <a:pt x="94192" y="13307"/>
                  </a:lnTo>
                  <a:lnTo>
                    <a:pt x="81138" y="5419"/>
                  </a:lnTo>
                  <a:lnTo>
                    <a:pt x="73312" y="8758"/>
                  </a:lnTo>
                  <a:lnTo>
                    <a:pt x="67125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6"/>
            <p:cNvSpPr/>
            <p:nvPr/>
          </p:nvSpPr>
          <p:spPr>
            <a:xfrm>
              <a:off x="4904225" y="1145950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1"/>
                  </a:moveTo>
                  <a:cubicBezTo>
                    <a:pt x="353" y="1"/>
                    <a:pt x="0" y="845"/>
                    <a:pt x="504" y="1337"/>
                  </a:cubicBezTo>
                  <a:cubicBezTo>
                    <a:pt x="664" y="1501"/>
                    <a:pt x="861" y="1574"/>
                    <a:pt x="1054" y="1574"/>
                  </a:cubicBezTo>
                  <a:cubicBezTo>
                    <a:pt x="1455" y="1574"/>
                    <a:pt x="1840" y="1258"/>
                    <a:pt x="1840" y="782"/>
                  </a:cubicBezTo>
                  <a:cubicBezTo>
                    <a:pt x="1840" y="354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6"/>
            <p:cNvSpPr/>
            <p:nvPr/>
          </p:nvSpPr>
          <p:spPr>
            <a:xfrm>
              <a:off x="5062350" y="1316075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0"/>
                  </a:moveTo>
                  <a:cubicBezTo>
                    <a:pt x="354" y="0"/>
                    <a:pt x="1" y="845"/>
                    <a:pt x="492" y="1336"/>
                  </a:cubicBezTo>
                  <a:cubicBezTo>
                    <a:pt x="656" y="1500"/>
                    <a:pt x="856" y="1573"/>
                    <a:pt x="1051" y="1573"/>
                  </a:cubicBezTo>
                  <a:cubicBezTo>
                    <a:pt x="1456" y="1573"/>
                    <a:pt x="1841" y="1258"/>
                    <a:pt x="1841" y="782"/>
                  </a:cubicBezTo>
                  <a:cubicBezTo>
                    <a:pt x="1841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5209475" y="1350400"/>
              <a:ext cx="39725" cy="39725"/>
            </a:xfrm>
            <a:custGeom>
              <a:rect b="b" l="l" r="r" t="t"/>
              <a:pathLst>
                <a:path extrusionOk="0" h="1589" w="1589">
                  <a:moveTo>
                    <a:pt x="794" y="1"/>
                  </a:moveTo>
                  <a:cubicBezTo>
                    <a:pt x="353" y="1"/>
                    <a:pt x="0" y="354"/>
                    <a:pt x="0" y="795"/>
                  </a:cubicBezTo>
                  <a:cubicBezTo>
                    <a:pt x="0" y="1223"/>
                    <a:pt x="353" y="1589"/>
                    <a:pt x="794" y="1589"/>
                  </a:cubicBezTo>
                  <a:cubicBezTo>
                    <a:pt x="1235" y="1589"/>
                    <a:pt x="1588" y="1223"/>
                    <a:pt x="1588" y="795"/>
                  </a:cubicBezTo>
                  <a:cubicBezTo>
                    <a:pt x="1588" y="354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5173875" y="124897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3" y="0"/>
                    <a:pt x="0" y="845"/>
                    <a:pt x="505" y="1349"/>
                  </a:cubicBezTo>
                  <a:cubicBezTo>
                    <a:pt x="663" y="1507"/>
                    <a:pt x="858" y="1578"/>
                    <a:pt x="1049" y="1578"/>
                  </a:cubicBezTo>
                  <a:cubicBezTo>
                    <a:pt x="1452" y="1578"/>
                    <a:pt x="1840" y="1264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5352500" y="938375"/>
              <a:ext cx="46000" cy="39500"/>
            </a:xfrm>
            <a:custGeom>
              <a:rect b="b" l="l" r="r" t="t"/>
              <a:pathLst>
                <a:path extrusionOk="0" h="1580" w="1840">
                  <a:moveTo>
                    <a:pt x="1059" y="0"/>
                  </a:moveTo>
                  <a:cubicBezTo>
                    <a:pt x="353" y="0"/>
                    <a:pt x="0" y="857"/>
                    <a:pt x="504" y="1348"/>
                  </a:cubicBezTo>
                  <a:cubicBezTo>
                    <a:pt x="664" y="1508"/>
                    <a:pt x="861" y="1580"/>
                    <a:pt x="1054" y="1580"/>
                  </a:cubicBezTo>
                  <a:cubicBezTo>
                    <a:pt x="1455" y="1580"/>
                    <a:pt x="1840" y="1270"/>
                    <a:pt x="1840" y="794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5722650" y="1358275"/>
              <a:ext cx="46000" cy="39525"/>
            </a:xfrm>
            <a:custGeom>
              <a:rect b="b" l="l" r="r" t="t"/>
              <a:pathLst>
                <a:path extrusionOk="0" h="1581" w="1840">
                  <a:moveTo>
                    <a:pt x="1046" y="1"/>
                  </a:moveTo>
                  <a:cubicBezTo>
                    <a:pt x="353" y="1"/>
                    <a:pt x="0" y="858"/>
                    <a:pt x="492" y="1349"/>
                  </a:cubicBezTo>
                  <a:cubicBezTo>
                    <a:pt x="655" y="1509"/>
                    <a:pt x="855" y="1581"/>
                    <a:pt x="1050" y="1581"/>
                  </a:cubicBezTo>
                  <a:cubicBezTo>
                    <a:pt x="1455" y="1581"/>
                    <a:pt x="1840" y="1271"/>
                    <a:pt x="1840" y="795"/>
                  </a:cubicBezTo>
                  <a:cubicBezTo>
                    <a:pt x="1840" y="354"/>
                    <a:pt x="1487" y="1"/>
                    <a:pt x="1046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6"/>
            <p:cNvSpPr/>
            <p:nvPr/>
          </p:nvSpPr>
          <p:spPr>
            <a:xfrm>
              <a:off x="5859350" y="1157300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1"/>
                  </a:moveTo>
                  <a:cubicBezTo>
                    <a:pt x="354" y="1"/>
                    <a:pt x="1" y="845"/>
                    <a:pt x="492" y="1349"/>
                  </a:cubicBezTo>
                  <a:cubicBezTo>
                    <a:pt x="655" y="1507"/>
                    <a:pt x="852" y="1578"/>
                    <a:pt x="1046" y="1578"/>
                  </a:cubicBezTo>
                  <a:cubicBezTo>
                    <a:pt x="1453" y="1578"/>
                    <a:pt x="1841" y="1264"/>
                    <a:pt x="1841" y="794"/>
                  </a:cubicBezTo>
                  <a:cubicBezTo>
                    <a:pt x="1841" y="353"/>
                    <a:pt x="1488" y="1"/>
                    <a:pt x="1059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6"/>
            <p:cNvSpPr/>
            <p:nvPr/>
          </p:nvSpPr>
          <p:spPr>
            <a:xfrm>
              <a:off x="6131225" y="1060900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1"/>
                  </a:moveTo>
                  <a:cubicBezTo>
                    <a:pt x="353" y="1"/>
                    <a:pt x="1" y="845"/>
                    <a:pt x="492" y="1336"/>
                  </a:cubicBezTo>
                  <a:cubicBezTo>
                    <a:pt x="656" y="1500"/>
                    <a:pt x="856" y="1574"/>
                    <a:pt x="1051" y="1574"/>
                  </a:cubicBezTo>
                  <a:cubicBezTo>
                    <a:pt x="1456" y="1574"/>
                    <a:pt x="1840" y="1258"/>
                    <a:pt x="1840" y="782"/>
                  </a:cubicBezTo>
                  <a:cubicBezTo>
                    <a:pt x="1840" y="341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6358050" y="914425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0"/>
                  </a:moveTo>
                  <a:cubicBezTo>
                    <a:pt x="353" y="0"/>
                    <a:pt x="0" y="845"/>
                    <a:pt x="504" y="1336"/>
                  </a:cubicBezTo>
                  <a:cubicBezTo>
                    <a:pt x="664" y="1500"/>
                    <a:pt x="861" y="1573"/>
                    <a:pt x="1054" y="1573"/>
                  </a:cubicBezTo>
                  <a:cubicBezTo>
                    <a:pt x="1455" y="1573"/>
                    <a:pt x="1840" y="1258"/>
                    <a:pt x="1840" y="782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6510200" y="112832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46" y="0"/>
                  </a:moveTo>
                  <a:cubicBezTo>
                    <a:pt x="353" y="0"/>
                    <a:pt x="0" y="845"/>
                    <a:pt x="492" y="1349"/>
                  </a:cubicBezTo>
                  <a:cubicBezTo>
                    <a:pt x="650" y="1507"/>
                    <a:pt x="846" y="1578"/>
                    <a:pt x="1039" y="1578"/>
                  </a:cubicBezTo>
                  <a:cubicBezTo>
                    <a:pt x="1446" y="1578"/>
                    <a:pt x="1840" y="1264"/>
                    <a:pt x="1840" y="794"/>
                  </a:cubicBezTo>
                  <a:cubicBezTo>
                    <a:pt x="1840" y="353"/>
                    <a:pt x="1487" y="0"/>
                    <a:pt x="1046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6"/>
            <p:cNvSpPr/>
            <p:nvPr/>
          </p:nvSpPr>
          <p:spPr>
            <a:xfrm>
              <a:off x="6708025" y="1051150"/>
              <a:ext cx="46025" cy="39425"/>
            </a:xfrm>
            <a:custGeom>
              <a:rect b="b" l="l" r="r" t="t"/>
              <a:pathLst>
                <a:path extrusionOk="0" h="1577" w="1841">
                  <a:moveTo>
                    <a:pt x="1059" y="0"/>
                  </a:moveTo>
                  <a:cubicBezTo>
                    <a:pt x="354" y="0"/>
                    <a:pt x="1" y="844"/>
                    <a:pt x="492" y="1348"/>
                  </a:cubicBezTo>
                  <a:cubicBezTo>
                    <a:pt x="654" y="1506"/>
                    <a:pt x="851" y="1577"/>
                    <a:pt x="1044" y="1577"/>
                  </a:cubicBezTo>
                  <a:cubicBezTo>
                    <a:pt x="1451" y="1577"/>
                    <a:pt x="1840" y="1260"/>
                    <a:pt x="1840" y="781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6"/>
            <p:cNvSpPr/>
            <p:nvPr/>
          </p:nvSpPr>
          <p:spPr>
            <a:xfrm>
              <a:off x="7033125" y="124487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47" y="1"/>
                  </a:moveTo>
                  <a:cubicBezTo>
                    <a:pt x="341" y="1"/>
                    <a:pt x="1" y="858"/>
                    <a:pt x="492" y="1349"/>
                  </a:cubicBezTo>
                  <a:cubicBezTo>
                    <a:pt x="651" y="1507"/>
                    <a:pt x="847" y="1578"/>
                    <a:pt x="1040" y="1578"/>
                  </a:cubicBezTo>
                  <a:cubicBezTo>
                    <a:pt x="1447" y="1578"/>
                    <a:pt x="1841" y="1264"/>
                    <a:pt x="1841" y="795"/>
                  </a:cubicBezTo>
                  <a:cubicBezTo>
                    <a:pt x="1841" y="353"/>
                    <a:pt x="1488" y="1"/>
                    <a:pt x="1047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6"/>
            <p:cNvSpPr/>
            <p:nvPr/>
          </p:nvSpPr>
          <p:spPr>
            <a:xfrm>
              <a:off x="4898850" y="1313550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1"/>
                  </a:moveTo>
                  <a:cubicBezTo>
                    <a:pt x="354" y="1"/>
                    <a:pt x="1" y="845"/>
                    <a:pt x="492" y="1336"/>
                  </a:cubicBezTo>
                  <a:cubicBezTo>
                    <a:pt x="656" y="1500"/>
                    <a:pt x="856" y="1574"/>
                    <a:pt x="1051" y="1574"/>
                  </a:cubicBezTo>
                  <a:cubicBezTo>
                    <a:pt x="1456" y="1574"/>
                    <a:pt x="1841" y="1258"/>
                    <a:pt x="1841" y="782"/>
                  </a:cubicBezTo>
                  <a:cubicBezTo>
                    <a:pt x="1841" y="341"/>
                    <a:pt x="1488" y="1"/>
                    <a:pt x="1059" y="1"/>
                  </a:cubicBez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6"/>
            <p:cNvSpPr/>
            <p:nvPr/>
          </p:nvSpPr>
          <p:spPr>
            <a:xfrm>
              <a:off x="5551575" y="1234800"/>
              <a:ext cx="46025" cy="39350"/>
            </a:xfrm>
            <a:custGeom>
              <a:rect b="b" l="l" r="r" t="t"/>
              <a:pathLst>
                <a:path extrusionOk="0" h="1574" w="1841">
                  <a:moveTo>
                    <a:pt x="1059" y="0"/>
                  </a:moveTo>
                  <a:cubicBezTo>
                    <a:pt x="354" y="0"/>
                    <a:pt x="1" y="845"/>
                    <a:pt x="505" y="1336"/>
                  </a:cubicBezTo>
                  <a:cubicBezTo>
                    <a:pt x="665" y="1500"/>
                    <a:pt x="862" y="1573"/>
                    <a:pt x="1055" y="1573"/>
                  </a:cubicBezTo>
                  <a:cubicBezTo>
                    <a:pt x="1456" y="1573"/>
                    <a:pt x="1841" y="1258"/>
                    <a:pt x="1841" y="782"/>
                  </a:cubicBezTo>
                  <a:cubicBezTo>
                    <a:pt x="1841" y="341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6"/>
            <p:cNvSpPr/>
            <p:nvPr/>
          </p:nvSpPr>
          <p:spPr>
            <a:xfrm>
              <a:off x="5887400" y="907725"/>
              <a:ext cx="45075" cy="39575"/>
            </a:xfrm>
            <a:custGeom>
              <a:rect b="b" l="l" r="r" t="t"/>
              <a:pathLst>
                <a:path extrusionOk="0" h="1583" w="1803">
                  <a:moveTo>
                    <a:pt x="896" y="1"/>
                  </a:moveTo>
                  <a:cubicBezTo>
                    <a:pt x="589" y="1"/>
                    <a:pt x="299" y="182"/>
                    <a:pt x="177" y="483"/>
                  </a:cubicBezTo>
                  <a:cubicBezTo>
                    <a:pt x="0" y="886"/>
                    <a:pt x="189" y="1352"/>
                    <a:pt x="593" y="1516"/>
                  </a:cubicBezTo>
                  <a:cubicBezTo>
                    <a:pt x="695" y="1561"/>
                    <a:pt x="802" y="1582"/>
                    <a:pt x="907" y="1582"/>
                  </a:cubicBezTo>
                  <a:cubicBezTo>
                    <a:pt x="1215" y="1582"/>
                    <a:pt x="1507" y="1400"/>
                    <a:pt x="1639" y="1100"/>
                  </a:cubicBezTo>
                  <a:cubicBezTo>
                    <a:pt x="1802" y="697"/>
                    <a:pt x="1613" y="231"/>
                    <a:pt x="1210" y="67"/>
                  </a:cubicBezTo>
                  <a:cubicBezTo>
                    <a:pt x="1107" y="22"/>
                    <a:pt x="1001" y="1"/>
                    <a:pt x="896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6"/>
            <p:cNvSpPr/>
            <p:nvPr/>
          </p:nvSpPr>
          <p:spPr>
            <a:xfrm>
              <a:off x="6166200" y="1209275"/>
              <a:ext cx="39700" cy="39725"/>
            </a:xfrm>
            <a:custGeom>
              <a:rect b="b" l="l" r="r" t="t"/>
              <a:pathLst>
                <a:path extrusionOk="0" h="1589" w="1588">
                  <a:moveTo>
                    <a:pt x="794" y="1"/>
                  </a:moveTo>
                  <a:cubicBezTo>
                    <a:pt x="366" y="1"/>
                    <a:pt x="0" y="354"/>
                    <a:pt x="0" y="795"/>
                  </a:cubicBezTo>
                  <a:cubicBezTo>
                    <a:pt x="0" y="1223"/>
                    <a:pt x="366" y="1588"/>
                    <a:pt x="794" y="1588"/>
                  </a:cubicBezTo>
                  <a:cubicBezTo>
                    <a:pt x="1235" y="1588"/>
                    <a:pt x="1588" y="1223"/>
                    <a:pt x="1588" y="795"/>
                  </a:cubicBezTo>
                  <a:cubicBezTo>
                    <a:pt x="1588" y="354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6373800" y="1380650"/>
              <a:ext cx="39700" cy="39400"/>
            </a:xfrm>
            <a:custGeom>
              <a:rect b="b" l="l" r="r" t="t"/>
              <a:pathLst>
                <a:path extrusionOk="0" h="1576" w="1588">
                  <a:moveTo>
                    <a:pt x="794" y="1"/>
                  </a:moveTo>
                  <a:cubicBezTo>
                    <a:pt x="353" y="1"/>
                    <a:pt x="0" y="353"/>
                    <a:pt x="0" y="794"/>
                  </a:cubicBezTo>
                  <a:cubicBezTo>
                    <a:pt x="0" y="1223"/>
                    <a:pt x="353" y="1576"/>
                    <a:pt x="794" y="1576"/>
                  </a:cubicBezTo>
                  <a:cubicBezTo>
                    <a:pt x="1235" y="1576"/>
                    <a:pt x="1588" y="1223"/>
                    <a:pt x="1588" y="794"/>
                  </a:cubicBezTo>
                  <a:cubicBezTo>
                    <a:pt x="1588" y="353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6594950" y="1344425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1"/>
                  </a:moveTo>
                  <a:cubicBezTo>
                    <a:pt x="353" y="1"/>
                    <a:pt x="0" y="845"/>
                    <a:pt x="491" y="1336"/>
                  </a:cubicBezTo>
                  <a:cubicBezTo>
                    <a:pt x="655" y="1500"/>
                    <a:pt x="855" y="1573"/>
                    <a:pt x="1050" y="1573"/>
                  </a:cubicBezTo>
                  <a:cubicBezTo>
                    <a:pt x="1455" y="1573"/>
                    <a:pt x="1840" y="1258"/>
                    <a:pt x="1840" y="782"/>
                  </a:cubicBezTo>
                  <a:cubicBezTo>
                    <a:pt x="1840" y="353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6731025" y="1382850"/>
              <a:ext cx="46025" cy="39475"/>
            </a:xfrm>
            <a:custGeom>
              <a:rect b="b" l="l" r="r" t="t"/>
              <a:pathLst>
                <a:path extrusionOk="0" h="1579" w="1841">
                  <a:moveTo>
                    <a:pt x="1059" y="1"/>
                  </a:moveTo>
                  <a:cubicBezTo>
                    <a:pt x="353" y="1"/>
                    <a:pt x="1" y="858"/>
                    <a:pt x="505" y="1349"/>
                  </a:cubicBezTo>
                  <a:cubicBezTo>
                    <a:pt x="663" y="1507"/>
                    <a:pt x="858" y="1578"/>
                    <a:pt x="1049" y="1578"/>
                  </a:cubicBezTo>
                  <a:cubicBezTo>
                    <a:pt x="1452" y="1578"/>
                    <a:pt x="1840" y="1265"/>
                    <a:pt x="1840" y="795"/>
                  </a:cubicBezTo>
                  <a:cubicBezTo>
                    <a:pt x="1840" y="354"/>
                    <a:pt x="1488" y="1"/>
                    <a:pt x="1059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6891700" y="1116350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46" y="1"/>
                  </a:moveTo>
                  <a:cubicBezTo>
                    <a:pt x="353" y="1"/>
                    <a:pt x="0" y="845"/>
                    <a:pt x="491" y="1336"/>
                  </a:cubicBezTo>
                  <a:cubicBezTo>
                    <a:pt x="651" y="1500"/>
                    <a:pt x="850" y="1573"/>
                    <a:pt x="1045" y="1573"/>
                  </a:cubicBezTo>
                  <a:cubicBezTo>
                    <a:pt x="1450" y="1573"/>
                    <a:pt x="1840" y="1258"/>
                    <a:pt x="1840" y="782"/>
                  </a:cubicBezTo>
                  <a:cubicBezTo>
                    <a:pt x="1840" y="353"/>
                    <a:pt x="1487" y="1"/>
                    <a:pt x="1046" y="1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7059275" y="1035400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4" y="0"/>
                    <a:pt x="1" y="844"/>
                    <a:pt x="505" y="1348"/>
                  </a:cubicBezTo>
                  <a:cubicBezTo>
                    <a:pt x="663" y="1507"/>
                    <a:pt x="858" y="1577"/>
                    <a:pt x="1049" y="1577"/>
                  </a:cubicBezTo>
                  <a:cubicBezTo>
                    <a:pt x="1452" y="1577"/>
                    <a:pt x="1840" y="1264"/>
                    <a:pt x="1840" y="794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FF99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6"/>
            <p:cNvSpPr/>
            <p:nvPr/>
          </p:nvSpPr>
          <p:spPr>
            <a:xfrm>
              <a:off x="4708275" y="856450"/>
              <a:ext cx="2575650" cy="667875"/>
            </a:xfrm>
            <a:custGeom>
              <a:rect b="b" l="l" r="r" t="t"/>
              <a:pathLst>
                <a:path extrusionOk="0" h="26715" w="103026">
                  <a:moveTo>
                    <a:pt x="55432" y="1"/>
                  </a:moveTo>
                  <a:lnTo>
                    <a:pt x="46271" y="7952"/>
                  </a:lnTo>
                  <a:lnTo>
                    <a:pt x="35938" y="5507"/>
                  </a:lnTo>
                  <a:lnTo>
                    <a:pt x="35913" y="5507"/>
                  </a:lnTo>
                  <a:lnTo>
                    <a:pt x="27294" y="11934"/>
                  </a:lnTo>
                  <a:lnTo>
                    <a:pt x="16382" y="6188"/>
                  </a:lnTo>
                  <a:lnTo>
                    <a:pt x="11480" y="23287"/>
                  </a:lnTo>
                  <a:lnTo>
                    <a:pt x="0" y="26526"/>
                  </a:lnTo>
                  <a:lnTo>
                    <a:pt x="38" y="26664"/>
                  </a:lnTo>
                  <a:lnTo>
                    <a:pt x="11593" y="23401"/>
                  </a:lnTo>
                  <a:lnTo>
                    <a:pt x="16470" y="6389"/>
                  </a:lnTo>
                  <a:lnTo>
                    <a:pt x="27306" y="12098"/>
                  </a:lnTo>
                  <a:lnTo>
                    <a:pt x="35938" y="5659"/>
                  </a:lnTo>
                  <a:lnTo>
                    <a:pt x="46309" y="8103"/>
                  </a:lnTo>
                  <a:lnTo>
                    <a:pt x="55419" y="215"/>
                  </a:lnTo>
                  <a:lnTo>
                    <a:pt x="64958" y="12186"/>
                  </a:lnTo>
                  <a:lnTo>
                    <a:pt x="64970" y="12211"/>
                  </a:lnTo>
                  <a:lnTo>
                    <a:pt x="79663" y="15815"/>
                  </a:lnTo>
                  <a:lnTo>
                    <a:pt x="79714" y="15827"/>
                  </a:lnTo>
                  <a:lnTo>
                    <a:pt x="87186" y="5293"/>
                  </a:lnTo>
                  <a:lnTo>
                    <a:pt x="90815" y="19368"/>
                  </a:lnTo>
                  <a:lnTo>
                    <a:pt x="90815" y="19394"/>
                  </a:lnTo>
                  <a:lnTo>
                    <a:pt x="102950" y="26715"/>
                  </a:lnTo>
                  <a:lnTo>
                    <a:pt x="103025" y="26589"/>
                  </a:lnTo>
                  <a:lnTo>
                    <a:pt x="90941" y="19305"/>
                  </a:lnTo>
                  <a:lnTo>
                    <a:pt x="87249" y="4966"/>
                  </a:lnTo>
                  <a:lnTo>
                    <a:pt x="79651" y="15664"/>
                  </a:lnTo>
                  <a:lnTo>
                    <a:pt x="65046" y="12085"/>
                  </a:lnTo>
                  <a:lnTo>
                    <a:pt x="5543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6"/>
            <p:cNvSpPr/>
            <p:nvPr/>
          </p:nvSpPr>
          <p:spPr>
            <a:xfrm>
              <a:off x="4558950" y="1523350"/>
              <a:ext cx="2813800" cy="3825"/>
            </a:xfrm>
            <a:custGeom>
              <a:rect b="b" l="l" r="r" t="t"/>
              <a:pathLst>
                <a:path extrusionOk="0" h="153" w="112552">
                  <a:moveTo>
                    <a:pt x="1" y="1"/>
                  </a:moveTo>
                  <a:lnTo>
                    <a:pt x="1" y="152"/>
                  </a:lnTo>
                  <a:lnTo>
                    <a:pt x="112552" y="152"/>
                  </a:lnTo>
                  <a:lnTo>
                    <a:pt x="112552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4967225" y="141877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3" y="0"/>
                    <a:pt x="0" y="845"/>
                    <a:pt x="492" y="1349"/>
                  </a:cubicBezTo>
                  <a:cubicBezTo>
                    <a:pt x="654" y="1506"/>
                    <a:pt x="850" y="1577"/>
                    <a:pt x="1043" y="1577"/>
                  </a:cubicBezTo>
                  <a:cubicBezTo>
                    <a:pt x="1451" y="1577"/>
                    <a:pt x="1840" y="1261"/>
                    <a:pt x="1840" y="782"/>
                  </a:cubicBezTo>
                  <a:cubicBezTo>
                    <a:pt x="1840" y="353"/>
                    <a:pt x="1487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5101172" y="992325"/>
              <a:ext cx="42875" cy="39850"/>
            </a:xfrm>
            <a:custGeom>
              <a:rect b="b" l="l" r="r" t="t"/>
              <a:pathLst>
                <a:path extrusionOk="0" h="1594" w="1715">
                  <a:moveTo>
                    <a:pt x="849" y="1"/>
                  </a:moveTo>
                  <a:cubicBezTo>
                    <a:pt x="810" y="1"/>
                    <a:pt x="771" y="4"/>
                    <a:pt x="731" y="9"/>
                  </a:cubicBezTo>
                  <a:cubicBezTo>
                    <a:pt x="290" y="85"/>
                    <a:pt x="1" y="488"/>
                    <a:pt x="76" y="917"/>
                  </a:cubicBezTo>
                  <a:cubicBezTo>
                    <a:pt x="133" y="1317"/>
                    <a:pt x="482" y="1593"/>
                    <a:pt x="866" y="1593"/>
                  </a:cubicBezTo>
                  <a:cubicBezTo>
                    <a:pt x="905" y="1593"/>
                    <a:pt x="944" y="1590"/>
                    <a:pt x="983" y="1584"/>
                  </a:cubicBezTo>
                  <a:cubicBezTo>
                    <a:pt x="1412" y="1509"/>
                    <a:pt x="1714" y="1106"/>
                    <a:pt x="1639" y="665"/>
                  </a:cubicBezTo>
                  <a:cubicBezTo>
                    <a:pt x="1581" y="276"/>
                    <a:pt x="1233" y="1"/>
                    <a:pt x="849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5364775" y="1136200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46" y="0"/>
                  </a:moveTo>
                  <a:cubicBezTo>
                    <a:pt x="353" y="0"/>
                    <a:pt x="1" y="845"/>
                    <a:pt x="492" y="1349"/>
                  </a:cubicBezTo>
                  <a:cubicBezTo>
                    <a:pt x="654" y="1507"/>
                    <a:pt x="852" y="1578"/>
                    <a:pt x="1045" y="1578"/>
                  </a:cubicBezTo>
                  <a:cubicBezTo>
                    <a:pt x="1452" y="1578"/>
                    <a:pt x="1840" y="1264"/>
                    <a:pt x="1840" y="794"/>
                  </a:cubicBezTo>
                  <a:cubicBezTo>
                    <a:pt x="1840" y="353"/>
                    <a:pt x="1488" y="0"/>
                    <a:pt x="1046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5581825" y="976800"/>
              <a:ext cx="46025" cy="39525"/>
            </a:xfrm>
            <a:custGeom>
              <a:rect b="b" l="l" r="r" t="t"/>
              <a:pathLst>
                <a:path extrusionOk="0" h="1581" w="1841">
                  <a:moveTo>
                    <a:pt x="1059" y="0"/>
                  </a:moveTo>
                  <a:cubicBezTo>
                    <a:pt x="353" y="0"/>
                    <a:pt x="1" y="857"/>
                    <a:pt x="505" y="1349"/>
                  </a:cubicBezTo>
                  <a:cubicBezTo>
                    <a:pt x="664" y="1508"/>
                    <a:pt x="861" y="1580"/>
                    <a:pt x="1055" y="1580"/>
                  </a:cubicBezTo>
                  <a:cubicBezTo>
                    <a:pt x="1456" y="1580"/>
                    <a:pt x="1840" y="1270"/>
                    <a:pt x="1840" y="794"/>
                  </a:cubicBezTo>
                  <a:cubicBezTo>
                    <a:pt x="1840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6"/>
            <p:cNvSpPr/>
            <p:nvPr/>
          </p:nvSpPr>
          <p:spPr>
            <a:xfrm>
              <a:off x="5838875" y="1036025"/>
              <a:ext cx="46025" cy="39450"/>
            </a:xfrm>
            <a:custGeom>
              <a:rect b="b" l="l" r="r" t="t"/>
              <a:pathLst>
                <a:path extrusionOk="0" h="1578" w="1841">
                  <a:moveTo>
                    <a:pt x="1059" y="0"/>
                  </a:moveTo>
                  <a:cubicBezTo>
                    <a:pt x="354" y="0"/>
                    <a:pt x="1" y="845"/>
                    <a:pt x="492" y="1349"/>
                  </a:cubicBezTo>
                  <a:cubicBezTo>
                    <a:pt x="655" y="1507"/>
                    <a:pt x="852" y="1578"/>
                    <a:pt x="1046" y="1578"/>
                  </a:cubicBezTo>
                  <a:cubicBezTo>
                    <a:pt x="1453" y="1578"/>
                    <a:pt x="1841" y="1264"/>
                    <a:pt x="1841" y="794"/>
                  </a:cubicBezTo>
                  <a:cubicBezTo>
                    <a:pt x="1841" y="353"/>
                    <a:pt x="1488" y="0"/>
                    <a:pt x="1059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6316150" y="1138400"/>
              <a:ext cx="39700" cy="39400"/>
            </a:xfrm>
            <a:custGeom>
              <a:rect b="b" l="l" r="r" t="t"/>
              <a:pathLst>
                <a:path extrusionOk="0" h="1576" w="1588">
                  <a:moveTo>
                    <a:pt x="794" y="1"/>
                  </a:moveTo>
                  <a:cubicBezTo>
                    <a:pt x="353" y="1"/>
                    <a:pt x="0" y="353"/>
                    <a:pt x="0" y="782"/>
                  </a:cubicBezTo>
                  <a:cubicBezTo>
                    <a:pt x="0" y="1223"/>
                    <a:pt x="353" y="1576"/>
                    <a:pt x="794" y="1576"/>
                  </a:cubicBezTo>
                  <a:cubicBezTo>
                    <a:pt x="1235" y="1576"/>
                    <a:pt x="1588" y="1223"/>
                    <a:pt x="1588" y="782"/>
                  </a:cubicBezTo>
                  <a:cubicBezTo>
                    <a:pt x="1588" y="353"/>
                    <a:pt x="1235" y="1"/>
                    <a:pt x="794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6"/>
            <p:cNvSpPr/>
            <p:nvPr/>
          </p:nvSpPr>
          <p:spPr>
            <a:xfrm>
              <a:off x="6675275" y="1230075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46" y="0"/>
                  </a:moveTo>
                  <a:cubicBezTo>
                    <a:pt x="353" y="0"/>
                    <a:pt x="0" y="845"/>
                    <a:pt x="492" y="1336"/>
                  </a:cubicBezTo>
                  <a:cubicBezTo>
                    <a:pt x="656" y="1500"/>
                    <a:pt x="856" y="1573"/>
                    <a:pt x="1051" y="1573"/>
                  </a:cubicBezTo>
                  <a:cubicBezTo>
                    <a:pt x="1456" y="1573"/>
                    <a:pt x="1840" y="1258"/>
                    <a:pt x="1840" y="782"/>
                  </a:cubicBezTo>
                  <a:cubicBezTo>
                    <a:pt x="1840" y="353"/>
                    <a:pt x="1487" y="0"/>
                    <a:pt x="1046" y="0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6"/>
            <p:cNvSpPr/>
            <p:nvPr/>
          </p:nvSpPr>
          <p:spPr>
            <a:xfrm>
              <a:off x="6863325" y="967025"/>
              <a:ext cx="46350" cy="39350"/>
            </a:xfrm>
            <a:custGeom>
              <a:rect b="b" l="l" r="r" t="t"/>
              <a:pathLst>
                <a:path extrusionOk="0" h="1574" w="1854">
                  <a:moveTo>
                    <a:pt x="1059" y="1"/>
                  </a:moveTo>
                  <a:cubicBezTo>
                    <a:pt x="354" y="1"/>
                    <a:pt x="1" y="845"/>
                    <a:pt x="505" y="1336"/>
                  </a:cubicBezTo>
                  <a:cubicBezTo>
                    <a:pt x="665" y="1500"/>
                    <a:pt x="863" y="1574"/>
                    <a:pt x="1058" y="1574"/>
                  </a:cubicBezTo>
                  <a:cubicBezTo>
                    <a:pt x="1463" y="1574"/>
                    <a:pt x="1853" y="1258"/>
                    <a:pt x="1853" y="782"/>
                  </a:cubicBezTo>
                  <a:cubicBezTo>
                    <a:pt x="1853" y="341"/>
                    <a:pt x="1500" y="1"/>
                    <a:pt x="1059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6"/>
            <p:cNvSpPr/>
            <p:nvPr/>
          </p:nvSpPr>
          <p:spPr>
            <a:xfrm>
              <a:off x="6956275" y="1323000"/>
              <a:ext cx="46000" cy="39350"/>
            </a:xfrm>
            <a:custGeom>
              <a:rect b="b" l="l" r="r" t="t"/>
              <a:pathLst>
                <a:path extrusionOk="0" h="1574" w="1840">
                  <a:moveTo>
                    <a:pt x="1059" y="1"/>
                  </a:moveTo>
                  <a:cubicBezTo>
                    <a:pt x="353" y="1"/>
                    <a:pt x="0" y="845"/>
                    <a:pt x="504" y="1336"/>
                  </a:cubicBezTo>
                  <a:cubicBezTo>
                    <a:pt x="664" y="1500"/>
                    <a:pt x="861" y="1574"/>
                    <a:pt x="1055" y="1574"/>
                  </a:cubicBezTo>
                  <a:cubicBezTo>
                    <a:pt x="1456" y="1574"/>
                    <a:pt x="1840" y="1258"/>
                    <a:pt x="1840" y="782"/>
                  </a:cubicBezTo>
                  <a:cubicBezTo>
                    <a:pt x="1840" y="354"/>
                    <a:pt x="1487" y="1"/>
                    <a:pt x="1059" y="1"/>
                  </a:cubicBez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/>
          <p:nvPr>
            <p:ph idx="1" type="subTitle"/>
          </p:nvPr>
        </p:nvSpPr>
        <p:spPr>
          <a:xfrm>
            <a:off x="6429027" y="3829680"/>
            <a:ext cx="2428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58" name="Google Shape;258;p27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7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7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7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7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7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7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7"/>
          <p:cNvSpPr/>
          <p:nvPr/>
        </p:nvSpPr>
        <p:spPr>
          <a:xfrm>
            <a:off x="285750" y="4542650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7"/>
          <p:cNvSpPr/>
          <p:nvPr/>
        </p:nvSpPr>
        <p:spPr>
          <a:xfrm>
            <a:off x="439150" y="48034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7"/>
          <p:cNvSpPr txBox="1"/>
          <p:nvPr>
            <p:ph type="ctrTitle"/>
          </p:nvPr>
        </p:nvSpPr>
        <p:spPr>
          <a:xfrm>
            <a:off x="970814" y="3396800"/>
            <a:ext cx="215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269" name="Google Shape;269;p27"/>
          <p:cNvSpPr txBox="1"/>
          <p:nvPr>
            <p:ph idx="2" type="subTitle"/>
          </p:nvPr>
        </p:nvSpPr>
        <p:spPr>
          <a:xfrm>
            <a:off x="970814" y="3829680"/>
            <a:ext cx="2428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0" name="Google Shape;270;p27"/>
          <p:cNvSpPr txBox="1"/>
          <p:nvPr>
            <p:ph idx="3" type="title"/>
          </p:nvPr>
        </p:nvSpPr>
        <p:spPr>
          <a:xfrm>
            <a:off x="970814" y="2645887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4" type="ctrTitle"/>
          </p:nvPr>
        </p:nvSpPr>
        <p:spPr>
          <a:xfrm>
            <a:off x="3690348" y="3396800"/>
            <a:ext cx="1386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5" type="subTitle"/>
          </p:nvPr>
        </p:nvSpPr>
        <p:spPr>
          <a:xfrm>
            <a:off x="3690341" y="3829680"/>
            <a:ext cx="2428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6" type="title"/>
          </p:nvPr>
        </p:nvSpPr>
        <p:spPr>
          <a:xfrm>
            <a:off x="3690341" y="2645887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idx="7" type="ctrTitle"/>
          </p:nvPr>
        </p:nvSpPr>
        <p:spPr>
          <a:xfrm>
            <a:off x="618825" y="411675"/>
            <a:ext cx="4576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8" type="ctrTitle"/>
          </p:nvPr>
        </p:nvSpPr>
        <p:spPr>
          <a:xfrm>
            <a:off x="6428436" y="3377738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9" type="title"/>
          </p:nvPr>
        </p:nvSpPr>
        <p:spPr>
          <a:xfrm>
            <a:off x="6428436" y="2645887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Fira Sans Extra Condensed Medium"/>
              <a:buNone/>
              <a:defRPr sz="48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13" type="ctrTitle"/>
          </p:nvPr>
        </p:nvSpPr>
        <p:spPr>
          <a:xfrm>
            <a:off x="6429027" y="3396800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dvent Pro SemiBold"/>
              <a:buNone/>
              <a:defRPr sz="1200">
                <a:solidFill>
                  <a:srgbClr val="000000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8"/>
          <p:cNvSpPr txBox="1"/>
          <p:nvPr>
            <p:ph type="ctrTitle"/>
          </p:nvPr>
        </p:nvSpPr>
        <p:spPr>
          <a:xfrm>
            <a:off x="4696481" y="1365079"/>
            <a:ext cx="26556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80" name="Google Shape;280;p28"/>
          <p:cNvSpPr txBox="1"/>
          <p:nvPr>
            <p:ph idx="1" type="subTitle"/>
          </p:nvPr>
        </p:nvSpPr>
        <p:spPr>
          <a:xfrm>
            <a:off x="4696481" y="1835141"/>
            <a:ext cx="30393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1" name="Google Shape;281;p28"/>
          <p:cNvSpPr txBox="1"/>
          <p:nvPr>
            <p:ph idx="2" type="ctrTitle"/>
          </p:nvPr>
        </p:nvSpPr>
        <p:spPr>
          <a:xfrm>
            <a:off x="1900150" y="3127942"/>
            <a:ext cx="24729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4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82" name="Google Shape;282;p28"/>
          <p:cNvSpPr txBox="1"/>
          <p:nvPr>
            <p:ph idx="3" type="subTitle"/>
          </p:nvPr>
        </p:nvSpPr>
        <p:spPr>
          <a:xfrm>
            <a:off x="1333875" y="3598390"/>
            <a:ext cx="3039300" cy="11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3" name="Google Shape;283;p28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8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8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8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7" name="Google Shape;287;p28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288" name="Google Shape;288;p28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8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0" name="Google Shape;290;p28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8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8"/>
          <p:cNvSpPr txBox="1"/>
          <p:nvPr>
            <p:ph idx="4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"/>
          <p:cNvSpPr/>
          <p:nvPr/>
        </p:nvSpPr>
        <p:spPr>
          <a:xfrm>
            <a:off x="7131388" y="36535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9"/>
          <p:cNvSpPr/>
          <p:nvPr/>
        </p:nvSpPr>
        <p:spPr>
          <a:xfrm>
            <a:off x="8403188" y="2183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9"/>
          <p:cNvSpPr/>
          <p:nvPr/>
        </p:nvSpPr>
        <p:spPr>
          <a:xfrm>
            <a:off x="7776788" y="3625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9"/>
          <p:cNvSpPr/>
          <p:nvPr/>
        </p:nvSpPr>
        <p:spPr>
          <a:xfrm>
            <a:off x="8539438" y="5409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8" name="Google Shape;298;p29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299" name="Google Shape;299;p29"/>
            <p:cNvSpPr/>
            <p:nvPr/>
          </p:nvSpPr>
          <p:spPr>
            <a:xfrm>
              <a:off x="5245196" y="3775810"/>
              <a:ext cx="121172" cy="121198"/>
            </a:xfrm>
            <a:custGeom>
              <a:rect b="b" l="l" r="r" t="t"/>
              <a:pathLst>
                <a:path extrusionOk="0" h="4625" w="4624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9"/>
            <p:cNvSpPr/>
            <p:nvPr/>
          </p:nvSpPr>
          <p:spPr>
            <a:xfrm>
              <a:off x="5309007" y="3136513"/>
              <a:ext cx="8464" cy="554288"/>
            </a:xfrm>
            <a:custGeom>
              <a:rect b="b" l="l" r="r" t="t"/>
              <a:pathLst>
                <a:path extrusionOk="0" h="21152" w="323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1" name="Google Shape;301;p29"/>
          <p:cNvSpPr/>
          <p:nvPr/>
        </p:nvSpPr>
        <p:spPr>
          <a:xfrm>
            <a:off x="318213" y="4418900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9"/>
          <p:cNvSpPr/>
          <p:nvPr/>
        </p:nvSpPr>
        <p:spPr>
          <a:xfrm>
            <a:off x="454463" y="4741475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9"/>
          <p:cNvSpPr txBox="1"/>
          <p:nvPr>
            <p:ph type="ctrTitle"/>
          </p:nvPr>
        </p:nvSpPr>
        <p:spPr>
          <a:xfrm>
            <a:off x="891226" y="1267450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891226" y="3491100"/>
            <a:ext cx="18813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idx="2" type="ctrTitle"/>
          </p:nvPr>
        </p:nvSpPr>
        <p:spPr>
          <a:xfrm>
            <a:off x="3503173" y="1267450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3503173" y="3491100"/>
            <a:ext cx="18813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7" name="Google Shape;307;p29"/>
          <p:cNvSpPr txBox="1"/>
          <p:nvPr>
            <p:ph idx="4" type="ctrTitle"/>
          </p:nvPr>
        </p:nvSpPr>
        <p:spPr>
          <a:xfrm>
            <a:off x="6124594" y="1267450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08" name="Google Shape;308;p29"/>
          <p:cNvSpPr txBox="1"/>
          <p:nvPr>
            <p:ph idx="5" type="subTitle"/>
          </p:nvPr>
        </p:nvSpPr>
        <p:spPr>
          <a:xfrm>
            <a:off x="6124594" y="3491100"/>
            <a:ext cx="18813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9" name="Google Shape;309;p29"/>
          <p:cNvSpPr txBox="1"/>
          <p:nvPr>
            <p:ph idx="6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_1_1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0"/>
          <p:cNvSpPr txBox="1"/>
          <p:nvPr>
            <p:ph type="ctrTitle"/>
          </p:nvPr>
        </p:nvSpPr>
        <p:spPr>
          <a:xfrm>
            <a:off x="1121525" y="2302200"/>
            <a:ext cx="18813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2" name="Google Shape;312;p30"/>
          <p:cNvSpPr txBox="1"/>
          <p:nvPr>
            <p:ph idx="1" type="subTitle"/>
          </p:nvPr>
        </p:nvSpPr>
        <p:spPr>
          <a:xfrm>
            <a:off x="961925" y="1643751"/>
            <a:ext cx="22005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3" name="Google Shape;313;p30"/>
          <p:cNvSpPr txBox="1"/>
          <p:nvPr>
            <p:ph idx="2" type="ctrTitle"/>
          </p:nvPr>
        </p:nvSpPr>
        <p:spPr>
          <a:xfrm>
            <a:off x="3628263" y="2302200"/>
            <a:ext cx="18813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3" type="subTitle"/>
          </p:nvPr>
        </p:nvSpPr>
        <p:spPr>
          <a:xfrm>
            <a:off x="3468663" y="1643759"/>
            <a:ext cx="22005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5" name="Google Shape;315;p30"/>
          <p:cNvSpPr txBox="1"/>
          <p:nvPr>
            <p:ph idx="4" type="ctrTitle"/>
          </p:nvPr>
        </p:nvSpPr>
        <p:spPr>
          <a:xfrm>
            <a:off x="6142624" y="2302200"/>
            <a:ext cx="18813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6" name="Google Shape;316;p30"/>
          <p:cNvSpPr txBox="1"/>
          <p:nvPr>
            <p:ph idx="5" type="subTitle"/>
          </p:nvPr>
        </p:nvSpPr>
        <p:spPr>
          <a:xfrm>
            <a:off x="5947924" y="1643751"/>
            <a:ext cx="22707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17" name="Google Shape;317;p30"/>
          <p:cNvSpPr txBox="1"/>
          <p:nvPr>
            <p:ph idx="6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318" name="Google Shape;318;p30"/>
          <p:cNvSpPr txBox="1"/>
          <p:nvPr>
            <p:ph idx="7" type="ctrTitle"/>
          </p:nvPr>
        </p:nvSpPr>
        <p:spPr>
          <a:xfrm>
            <a:off x="1121525" y="4134800"/>
            <a:ext cx="18813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19" name="Google Shape;319;p30"/>
          <p:cNvSpPr txBox="1"/>
          <p:nvPr>
            <p:ph idx="8" type="subTitle"/>
          </p:nvPr>
        </p:nvSpPr>
        <p:spPr>
          <a:xfrm>
            <a:off x="961925" y="3479251"/>
            <a:ext cx="22005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0" name="Google Shape;320;p30"/>
          <p:cNvSpPr txBox="1"/>
          <p:nvPr>
            <p:ph idx="9" type="ctrTitle"/>
          </p:nvPr>
        </p:nvSpPr>
        <p:spPr>
          <a:xfrm>
            <a:off x="3628263" y="4134800"/>
            <a:ext cx="18813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21" name="Google Shape;321;p30"/>
          <p:cNvSpPr txBox="1"/>
          <p:nvPr>
            <p:ph idx="13" type="subTitle"/>
          </p:nvPr>
        </p:nvSpPr>
        <p:spPr>
          <a:xfrm>
            <a:off x="3533613" y="3479251"/>
            <a:ext cx="20706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2" name="Google Shape;322;p30"/>
          <p:cNvSpPr txBox="1"/>
          <p:nvPr>
            <p:ph idx="14" type="ctrTitle"/>
          </p:nvPr>
        </p:nvSpPr>
        <p:spPr>
          <a:xfrm>
            <a:off x="6142624" y="4134800"/>
            <a:ext cx="18813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23" name="Google Shape;323;p30"/>
          <p:cNvSpPr txBox="1"/>
          <p:nvPr>
            <p:ph idx="15" type="subTitle"/>
          </p:nvPr>
        </p:nvSpPr>
        <p:spPr>
          <a:xfrm>
            <a:off x="5947924" y="3479251"/>
            <a:ext cx="22707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24" name="Google Shape;324;p30"/>
          <p:cNvSpPr/>
          <p:nvPr/>
        </p:nvSpPr>
        <p:spPr>
          <a:xfrm>
            <a:off x="7573050" y="27737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0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0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0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0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0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0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0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0"/>
          <p:cNvSpPr/>
          <p:nvPr/>
        </p:nvSpPr>
        <p:spPr>
          <a:xfrm>
            <a:off x="564075" y="47539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1"/>
          <p:cNvSpPr txBox="1"/>
          <p:nvPr>
            <p:ph type="ctrTitle"/>
          </p:nvPr>
        </p:nvSpPr>
        <p:spPr>
          <a:xfrm>
            <a:off x="1218541" y="1373195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35" name="Google Shape;335;p31"/>
          <p:cNvSpPr txBox="1"/>
          <p:nvPr>
            <p:ph idx="1" type="subTitle"/>
          </p:nvPr>
        </p:nvSpPr>
        <p:spPr>
          <a:xfrm>
            <a:off x="1218541" y="1865495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36" name="Google Shape;336;p31"/>
          <p:cNvSpPr txBox="1"/>
          <p:nvPr>
            <p:ph idx="2" type="ctrTitle"/>
          </p:nvPr>
        </p:nvSpPr>
        <p:spPr>
          <a:xfrm>
            <a:off x="6054555" y="1373195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37" name="Google Shape;337;p31"/>
          <p:cNvSpPr txBox="1"/>
          <p:nvPr>
            <p:ph idx="3" type="subTitle"/>
          </p:nvPr>
        </p:nvSpPr>
        <p:spPr>
          <a:xfrm>
            <a:off x="6054555" y="1865495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38" name="Google Shape;338;p31"/>
          <p:cNvSpPr txBox="1"/>
          <p:nvPr>
            <p:ph idx="4" type="ctrTitle"/>
          </p:nvPr>
        </p:nvSpPr>
        <p:spPr>
          <a:xfrm>
            <a:off x="1218541" y="2778806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39" name="Google Shape;339;p31"/>
          <p:cNvSpPr txBox="1"/>
          <p:nvPr>
            <p:ph idx="5" type="subTitle"/>
          </p:nvPr>
        </p:nvSpPr>
        <p:spPr>
          <a:xfrm>
            <a:off x="1116841" y="3271106"/>
            <a:ext cx="20847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0" name="Google Shape;340;p31"/>
          <p:cNvSpPr txBox="1"/>
          <p:nvPr>
            <p:ph idx="6" type="ctrTitle"/>
          </p:nvPr>
        </p:nvSpPr>
        <p:spPr>
          <a:xfrm>
            <a:off x="6054555" y="2778806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7" type="subTitle"/>
          </p:nvPr>
        </p:nvSpPr>
        <p:spPr>
          <a:xfrm>
            <a:off x="6054555" y="3271106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2" name="Google Shape;342;p31"/>
          <p:cNvSpPr txBox="1"/>
          <p:nvPr>
            <p:ph idx="8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343" name="Google Shape;343;p31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1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1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1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1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1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1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1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1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1"/>
          <p:cNvSpPr/>
          <p:nvPr/>
        </p:nvSpPr>
        <p:spPr>
          <a:xfrm>
            <a:off x="816650" y="4612675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2_1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2"/>
          <p:cNvSpPr txBox="1"/>
          <p:nvPr>
            <p:ph type="ctrTitle"/>
          </p:nvPr>
        </p:nvSpPr>
        <p:spPr>
          <a:xfrm>
            <a:off x="915161" y="2299544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5" name="Google Shape;355;p32"/>
          <p:cNvSpPr txBox="1"/>
          <p:nvPr>
            <p:ph idx="1" type="subTitle"/>
          </p:nvPr>
        </p:nvSpPr>
        <p:spPr>
          <a:xfrm>
            <a:off x="879139" y="1777397"/>
            <a:ext cx="1917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6" name="Google Shape;356;p32"/>
          <p:cNvSpPr txBox="1"/>
          <p:nvPr>
            <p:ph idx="2" type="ctrTitle"/>
          </p:nvPr>
        </p:nvSpPr>
        <p:spPr>
          <a:xfrm>
            <a:off x="6345518" y="2299544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7" name="Google Shape;357;p32"/>
          <p:cNvSpPr txBox="1"/>
          <p:nvPr>
            <p:ph idx="3" type="subTitle"/>
          </p:nvPr>
        </p:nvSpPr>
        <p:spPr>
          <a:xfrm>
            <a:off x="6345518" y="1777397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8" name="Google Shape;358;p32"/>
          <p:cNvSpPr txBox="1"/>
          <p:nvPr>
            <p:ph idx="4" type="ctrTitle"/>
          </p:nvPr>
        </p:nvSpPr>
        <p:spPr>
          <a:xfrm>
            <a:off x="915161" y="2861525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59" name="Google Shape;359;p32"/>
          <p:cNvSpPr txBox="1"/>
          <p:nvPr>
            <p:ph idx="5" type="subTitle"/>
          </p:nvPr>
        </p:nvSpPr>
        <p:spPr>
          <a:xfrm>
            <a:off x="915161" y="3353275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0" name="Google Shape;360;p32"/>
          <p:cNvSpPr txBox="1"/>
          <p:nvPr>
            <p:ph idx="6" type="ctrTitle"/>
          </p:nvPr>
        </p:nvSpPr>
        <p:spPr>
          <a:xfrm>
            <a:off x="6345518" y="2861525"/>
            <a:ext cx="18813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20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1" name="Google Shape;361;p32"/>
          <p:cNvSpPr txBox="1"/>
          <p:nvPr>
            <p:ph idx="7" type="subTitle"/>
          </p:nvPr>
        </p:nvSpPr>
        <p:spPr>
          <a:xfrm>
            <a:off x="6345518" y="3353275"/>
            <a:ext cx="16566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62" name="Google Shape;362;p32"/>
          <p:cNvSpPr txBox="1"/>
          <p:nvPr>
            <p:ph idx="8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363" name="Google Shape;363;p32"/>
          <p:cNvSpPr/>
          <p:nvPr/>
        </p:nvSpPr>
        <p:spPr>
          <a:xfrm>
            <a:off x="7647375" y="949600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2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2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2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2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2"/>
          <p:cNvSpPr/>
          <p:nvPr/>
        </p:nvSpPr>
        <p:spPr>
          <a:xfrm>
            <a:off x="6099342" y="-150600"/>
            <a:ext cx="96045" cy="95462"/>
          </a:xfrm>
          <a:custGeom>
            <a:rect b="b" l="l" r="r" t="t"/>
            <a:pathLst>
              <a:path extrusionOk="0" h="3109" w="3128">
                <a:moveTo>
                  <a:pt x="2678" y="431"/>
                </a:moveTo>
                <a:lnTo>
                  <a:pt x="2678" y="2659"/>
                </a:lnTo>
                <a:lnTo>
                  <a:pt x="450" y="2659"/>
                </a:lnTo>
                <a:lnTo>
                  <a:pt x="450" y="431"/>
                </a:lnTo>
                <a:close/>
                <a:moveTo>
                  <a:pt x="0" y="0"/>
                </a:moveTo>
                <a:lnTo>
                  <a:pt x="0" y="3109"/>
                </a:lnTo>
                <a:lnTo>
                  <a:pt x="3128" y="3109"/>
                </a:lnTo>
                <a:lnTo>
                  <a:pt x="312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2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2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2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2"/>
          <p:cNvSpPr/>
          <p:nvPr/>
        </p:nvSpPr>
        <p:spPr>
          <a:xfrm>
            <a:off x="816650" y="4612675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3"/>
          <p:cNvSpPr txBox="1"/>
          <p:nvPr>
            <p:ph type="title"/>
          </p:nvPr>
        </p:nvSpPr>
        <p:spPr>
          <a:xfrm>
            <a:off x="2471150" y="1830075"/>
            <a:ext cx="3823200" cy="112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5" name="Google Shape;375;p33"/>
          <p:cNvSpPr txBox="1"/>
          <p:nvPr>
            <p:ph idx="1" type="subTitle"/>
          </p:nvPr>
        </p:nvSpPr>
        <p:spPr>
          <a:xfrm>
            <a:off x="2902550" y="540000"/>
            <a:ext cx="2960400" cy="13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6" name="Google Shape;376;p33"/>
          <p:cNvSpPr txBox="1"/>
          <p:nvPr/>
        </p:nvSpPr>
        <p:spPr>
          <a:xfrm>
            <a:off x="2289500" y="3592806"/>
            <a:ext cx="41865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CREDITS: This presentation template was created by </a:t>
            </a:r>
            <a:r>
              <a:rPr b="0" i="0" lang="en" sz="1000" u="none" cap="none" strike="noStrike">
                <a:solidFill>
                  <a:schemeClr val="accent1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including icons by </a:t>
            </a:r>
            <a:r>
              <a:rPr b="0" i="0" lang="en" sz="1000" u="none" cap="none" strike="noStrike">
                <a:solidFill>
                  <a:schemeClr val="accent2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0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and infographics &amp; images by </a:t>
            </a:r>
            <a:r>
              <a:rPr b="0" i="0" lang="en" sz="1000" u="none" cap="none" strike="noStrike">
                <a:solidFill>
                  <a:schemeClr val="accent3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0" i="0" sz="1000" u="none" cap="none" strike="noStrike">
              <a:solidFill>
                <a:schemeClr val="accent3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77" name="Google Shape;377;p33"/>
          <p:cNvSpPr/>
          <p:nvPr/>
        </p:nvSpPr>
        <p:spPr>
          <a:xfrm>
            <a:off x="858247" y="1380669"/>
            <a:ext cx="130760" cy="131015"/>
          </a:xfrm>
          <a:custGeom>
            <a:rect b="b" l="l" r="r" t="t"/>
            <a:pathLst>
              <a:path extrusionOk="0" h="4634" w="4625">
                <a:moveTo>
                  <a:pt x="1" y="0"/>
                </a:moveTo>
                <a:lnTo>
                  <a:pt x="1" y="4633"/>
                </a:lnTo>
                <a:lnTo>
                  <a:pt x="4625" y="4633"/>
                </a:lnTo>
                <a:lnTo>
                  <a:pt x="462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3"/>
          <p:cNvSpPr/>
          <p:nvPr/>
        </p:nvSpPr>
        <p:spPr>
          <a:xfrm>
            <a:off x="1802448" y="4340187"/>
            <a:ext cx="131015" cy="131015"/>
          </a:xfrm>
          <a:custGeom>
            <a:rect b="b" l="l" r="r" t="t"/>
            <a:pathLst>
              <a:path extrusionOk="0" h="4634" w="4634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3"/>
          <p:cNvSpPr/>
          <p:nvPr/>
        </p:nvSpPr>
        <p:spPr>
          <a:xfrm>
            <a:off x="7196621" y="809541"/>
            <a:ext cx="131015" cy="131015"/>
          </a:xfrm>
          <a:custGeom>
            <a:rect b="b" l="l" r="r" t="t"/>
            <a:pathLst>
              <a:path extrusionOk="0" h="4634" w="4634">
                <a:moveTo>
                  <a:pt x="0" y="1"/>
                </a:moveTo>
                <a:lnTo>
                  <a:pt x="0" y="4634"/>
                </a:lnTo>
                <a:lnTo>
                  <a:pt x="4633" y="4634"/>
                </a:lnTo>
                <a:lnTo>
                  <a:pt x="4633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3"/>
          <p:cNvSpPr/>
          <p:nvPr/>
        </p:nvSpPr>
        <p:spPr>
          <a:xfrm>
            <a:off x="7826485" y="4005523"/>
            <a:ext cx="105796" cy="106050"/>
          </a:xfrm>
          <a:custGeom>
            <a:rect b="b" l="l" r="r" t="t"/>
            <a:pathLst>
              <a:path extrusionOk="0" fill="none" h="3751" w="3742">
                <a:moveTo>
                  <a:pt x="1" y="0"/>
                </a:moveTo>
                <a:lnTo>
                  <a:pt x="3742" y="0"/>
                </a:lnTo>
                <a:lnTo>
                  <a:pt x="3742" y="3750"/>
                </a:lnTo>
                <a:lnTo>
                  <a:pt x="1" y="3750"/>
                </a:lnTo>
                <a:close/>
              </a:path>
            </a:pathLst>
          </a:custGeom>
          <a:noFill/>
          <a:ln cap="flat" cmpd="sng" w="952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3"/>
          <p:cNvSpPr/>
          <p:nvPr/>
        </p:nvSpPr>
        <p:spPr>
          <a:xfrm>
            <a:off x="6669747" y="3108456"/>
            <a:ext cx="62397" cy="62397"/>
          </a:xfrm>
          <a:custGeom>
            <a:rect b="b" l="l" r="r" t="t"/>
            <a:pathLst>
              <a:path extrusionOk="0" fill="none" h="2207" w="2207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cap="flat" cmpd="sng" w="952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3"/>
          <p:cNvSpPr/>
          <p:nvPr/>
        </p:nvSpPr>
        <p:spPr>
          <a:xfrm>
            <a:off x="2127273" y="2530788"/>
            <a:ext cx="112298" cy="112553"/>
          </a:xfrm>
          <a:custGeom>
            <a:rect b="b" l="l" r="r" t="t"/>
            <a:pathLst>
              <a:path extrusionOk="0" fill="none" h="3981" w="3972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cap="flat" cmpd="sng" w="952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3"/>
          <p:cNvSpPr/>
          <p:nvPr/>
        </p:nvSpPr>
        <p:spPr>
          <a:xfrm>
            <a:off x="7418926" y="3240515"/>
            <a:ext cx="112298" cy="112553"/>
          </a:xfrm>
          <a:custGeom>
            <a:rect b="b" l="l" r="r" t="t"/>
            <a:pathLst>
              <a:path extrusionOk="0" h="3981" w="3972">
                <a:moveTo>
                  <a:pt x="0" y="1"/>
                </a:moveTo>
                <a:lnTo>
                  <a:pt x="0" y="3981"/>
                </a:lnTo>
                <a:lnTo>
                  <a:pt x="3972" y="3981"/>
                </a:lnTo>
                <a:lnTo>
                  <a:pt x="3972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3"/>
          <p:cNvSpPr/>
          <p:nvPr/>
        </p:nvSpPr>
        <p:spPr>
          <a:xfrm>
            <a:off x="7751274" y="1218584"/>
            <a:ext cx="86853" cy="86825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5" name="Google Shape;385;p33"/>
          <p:cNvGrpSpPr/>
          <p:nvPr/>
        </p:nvGrpSpPr>
        <p:grpSpPr>
          <a:xfrm>
            <a:off x="6669747" y="-389684"/>
            <a:ext cx="143766" cy="2106420"/>
            <a:chOff x="6780548" y="337714"/>
            <a:chExt cx="133252" cy="1952377"/>
          </a:xfrm>
        </p:grpSpPr>
        <p:sp>
          <p:nvSpPr>
            <p:cNvPr id="386" name="Google Shape;386;p33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33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8" name="Google Shape;388;p33"/>
          <p:cNvGrpSpPr/>
          <p:nvPr/>
        </p:nvGrpSpPr>
        <p:grpSpPr>
          <a:xfrm>
            <a:off x="1510029" y="507749"/>
            <a:ext cx="203534" cy="2663108"/>
            <a:chOff x="250617" y="2402301"/>
            <a:chExt cx="188650" cy="2468355"/>
          </a:xfrm>
        </p:grpSpPr>
        <p:sp>
          <p:nvSpPr>
            <p:cNvPr id="389" name="Google Shape;389;p33"/>
            <p:cNvSpPr/>
            <p:nvPr/>
          </p:nvSpPr>
          <p:spPr>
            <a:xfrm>
              <a:off x="250617" y="4681770"/>
              <a:ext cx="188650" cy="188886"/>
            </a:xfrm>
            <a:custGeom>
              <a:rect b="b" l="l" r="r" t="t"/>
              <a:pathLst>
                <a:path extrusionOk="0" fill="none" h="7208" w="7199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33"/>
            <p:cNvSpPr/>
            <p:nvPr/>
          </p:nvSpPr>
          <p:spPr>
            <a:xfrm>
              <a:off x="278316" y="4166291"/>
              <a:ext cx="133226" cy="133226"/>
            </a:xfrm>
            <a:custGeom>
              <a:rect b="b" l="l" r="r" t="t"/>
              <a:pathLst>
                <a:path extrusionOk="0" fill="none" h="5084" w="5084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33"/>
            <p:cNvSpPr/>
            <p:nvPr/>
          </p:nvSpPr>
          <p:spPr>
            <a:xfrm>
              <a:off x="304573" y="3689098"/>
              <a:ext cx="80476" cy="80476"/>
            </a:xfrm>
            <a:custGeom>
              <a:rect b="b" l="l" r="r" t="t"/>
              <a:pathLst>
                <a:path extrusionOk="0" fill="none" h="3071" w="3071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33"/>
            <p:cNvSpPr/>
            <p:nvPr/>
          </p:nvSpPr>
          <p:spPr>
            <a:xfrm>
              <a:off x="340710" y="2402301"/>
              <a:ext cx="8464" cy="1011487"/>
            </a:xfrm>
            <a:custGeom>
              <a:rect b="b" l="l" r="r" t="t"/>
              <a:pathLst>
                <a:path extrusionOk="0" h="38599" w="323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3" name="Google Shape;393;p33"/>
          <p:cNvGrpSpPr/>
          <p:nvPr/>
        </p:nvGrpSpPr>
        <p:grpSpPr>
          <a:xfrm>
            <a:off x="385355" y="1380671"/>
            <a:ext cx="199237" cy="2828935"/>
            <a:chOff x="1608717" y="1280046"/>
            <a:chExt cx="199237" cy="2828935"/>
          </a:xfrm>
        </p:grpSpPr>
        <p:sp>
          <p:nvSpPr>
            <p:cNvPr id="394" name="Google Shape;394;p33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33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33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7" name="Google Shape;397;p33"/>
          <p:cNvSpPr/>
          <p:nvPr/>
        </p:nvSpPr>
        <p:spPr>
          <a:xfrm>
            <a:off x="1050592" y="3209646"/>
            <a:ext cx="9132" cy="2718457"/>
          </a:xfrm>
          <a:custGeom>
            <a:rect b="b" l="l" r="r" t="t"/>
            <a:pathLst>
              <a:path extrusionOk="0" h="96152" w="323">
                <a:moveTo>
                  <a:pt x="166" y="1"/>
                </a:moveTo>
                <a:lnTo>
                  <a:pt x="1" y="96151"/>
                </a:lnTo>
                <a:lnTo>
                  <a:pt x="322" y="96151"/>
                </a:lnTo>
                <a:lnTo>
                  <a:pt x="166" y="1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3"/>
          <p:cNvSpPr/>
          <p:nvPr/>
        </p:nvSpPr>
        <p:spPr>
          <a:xfrm>
            <a:off x="7090326" y="2590809"/>
            <a:ext cx="9132" cy="1822361"/>
          </a:xfrm>
          <a:custGeom>
            <a:rect b="b" l="l" r="r" t="t"/>
            <a:pathLst>
              <a:path extrusionOk="0" h="64457" w="323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9" name="Google Shape;399;p33"/>
          <p:cNvGrpSpPr/>
          <p:nvPr/>
        </p:nvGrpSpPr>
        <p:grpSpPr>
          <a:xfrm>
            <a:off x="989005" y="-389666"/>
            <a:ext cx="62143" cy="897428"/>
            <a:chOff x="2038689" y="173907"/>
            <a:chExt cx="57599" cy="831799"/>
          </a:xfrm>
        </p:grpSpPr>
        <p:sp>
          <p:nvSpPr>
            <p:cNvPr id="400" name="Google Shape;400;p33"/>
            <p:cNvSpPr/>
            <p:nvPr/>
          </p:nvSpPr>
          <p:spPr>
            <a:xfrm>
              <a:off x="2038689" y="947872"/>
              <a:ext cx="57599" cy="57834"/>
            </a:xfrm>
            <a:custGeom>
              <a:rect b="b" l="l" r="r" t="t"/>
              <a:pathLst>
                <a:path extrusionOk="0" fill="none" h="2207" w="2198">
                  <a:moveTo>
                    <a:pt x="1" y="0"/>
                  </a:moveTo>
                  <a:lnTo>
                    <a:pt x="2197" y="0"/>
                  </a:lnTo>
                  <a:lnTo>
                    <a:pt x="2197" y="2206"/>
                  </a:lnTo>
                  <a:lnTo>
                    <a:pt x="1" y="2206"/>
                  </a:lnTo>
                  <a:close/>
                </a:path>
              </a:pathLst>
            </a:custGeom>
            <a:noFill/>
            <a:ln cap="flat" cmpd="sng" w="9525">
              <a:solidFill>
                <a:srgbClr val="00CFCC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33"/>
            <p:cNvSpPr/>
            <p:nvPr/>
          </p:nvSpPr>
          <p:spPr>
            <a:xfrm>
              <a:off x="2063269" y="173907"/>
              <a:ext cx="8438" cy="692074"/>
            </a:xfrm>
            <a:custGeom>
              <a:rect b="b" l="l" r="r" t="t"/>
              <a:pathLst>
                <a:path extrusionOk="0" h="26410" w="322">
                  <a:moveTo>
                    <a:pt x="166" y="1"/>
                  </a:moveTo>
                  <a:lnTo>
                    <a:pt x="0" y="26410"/>
                  </a:lnTo>
                  <a:lnTo>
                    <a:pt x="322" y="26410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2" name="Google Shape;402;p33"/>
          <p:cNvGrpSpPr/>
          <p:nvPr/>
        </p:nvGrpSpPr>
        <p:grpSpPr>
          <a:xfrm>
            <a:off x="8568723" y="2184809"/>
            <a:ext cx="214702" cy="2308598"/>
            <a:chOff x="8008096" y="2108910"/>
            <a:chExt cx="199001" cy="2139770"/>
          </a:xfrm>
        </p:grpSpPr>
        <p:sp>
          <p:nvSpPr>
            <p:cNvPr id="403" name="Google Shape;403;p33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33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5" name="Google Shape;405;p33"/>
          <p:cNvSpPr/>
          <p:nvPr/>
        </p:nvSpPr>
        <p:spPr>
          <a:xfrm>
            <a:off x="6423211" y="3192659"/>
            <a:ext cx="86853" cy="86825"/>
          </a:xfrm>
          <a:custGeom>
            <a:rect b="b" l="l" r="r" t="t"/>
            <a:pathLst>
              <a:path extrusionOk="0" h="3071" w="3072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6" name="Google Shape;406;p33"/>
          <p:cNvGrpSpPr/>
          <p:nvPr/>
        </p:nvGrpSpPr>
        <p:grpSpPr>
          <a:xfrm>
            <a:off x="8221223" y="9"/>
            <a:ext cx="214702" cy="2308598"/>
            <a:chOff x="8008096" y="2108910"/>
            <a:chExt cx="199001" cy="2139770"/>
          </a:xfrm>
        </p:grpSpPr>
        <p:sp>
          <p:nvSpPr>
            <p:cNvPr id="407" name="Google Shape;407;p33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33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">
  <p:cSld name="CUSTOM_4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4"/>
          <p:cNvSpPr txBox="1"/>
          <p:nvPr>
            <p:ph idx="1" type="body"/>
          </p:nvPr>
        </p:nvSpPr>
        <p:spPr>
          <a:xfrm>
            <a:off x="597375" y="1063525"/>
            <a:ext cx="39087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ivvic Light"/>
              <a:buChar char="●"/>
              <a:defRPr sz="1200"/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 Light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Font typeface="Nunito Light"/>
              <a:buChar char="■"/>
              <a:defRPr/>
            </a:lvl9pPr>
          </a:lstStyle>
          <a:p/>
        </p:txBody>
      </p:sp>
      <p:sp>
        <p:nvSpPr>
          <p:cNvPr id="411" name="Google Shape;411;p34"/>
          <p:cNvSpPr txBox="1"/>
          <p:nvPr>
            <p:ph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412" name="Google Shape;412;p34"/>
          <p:cNvSpPr txBox="1"/>
          <p:nvPr>
            <p:ph idx="2" type="body"/>
          </p:nvPr>
        </p:nvSpPr>
        <p:spPr>
          <a:xfrm>
            <a:off x="4690125" y="1063525"/>
            <a:ext cx="39087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5D37"/>
              </a:buClr>
              <a:buSzPts val="1000"/>
              <a:buFont typeface="Livvic Light"/>
              <a:buChar char="●"/>
              <a:defRPr sz="1200"/>
            </a:lvl1pPr>
            <a:lvl2pPr indent="-2921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000"/>
              <a:buFont typeface="Nunito Light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 Light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000"/>
              <a:buFont typeface="Nunito Light"/>
              <a:buChar char="■"/>
              <a:defRPr/>
            </a:lvl9pPr>
          </a:lstStyle>
          <a:p/>
        </p:txBody>
      </p:sp>
      <p:sp>
        <p:nvSpPr>
          <p:cNvPr id="413" name="Google Shape;413;p34"/>
          <p:cNvSpPr/>
          <p:nvPr/>
        </p:nvSpPr>
        <p:spPr>
          <a:xfrm>
            <a:off x="8829925" y="1123700"/>
            <a:ext cx="108650" cy="108625"/>
          </a:xfrm>
          <a:custGeom>
            <a:rect b="b" l="l" r="r" t="t"/>
            <a:pathLst>
              <a:path extrusionOk="0" h="4345" w="4346">
                <a:moveTo>
                  <a:pt x="4027" y="337"/>
                </a:moveTo>
                <a:lnTo>
                  <a:pt x="4027" y="4008"/>
                </a:lnTo>
                <a:lnTo>
                  <a:pt x="338" y="4008"/>
                </a:lnTo>
                <a:lnTo>
                  <a:pt x="338" y="337"/>
                </a:lnTo>
                <a:close/>
                <a:moveTo>
                  <a:pt x="1" y="0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4"/>
          <p:cNvSpPr/>
          <p:nvPr/>
        </p:nvSpPr>
        <p:spPr>
          <a:xfrm>
            <a:off x="9156250" y="1340450"/>
            <a:ext cx="111450" cy="110975"/>
          </a:xfrm>
          <a:custGeom>
            <a:rect b="b" l="l" r="r" t="t"/>
            <a:pathLst>
              <a:path extrusionOk="0" h="4439" w="4458">
                <a:moveTo>
                  <a:pt x="4008" y="431"/>
                </a:moveTo>
                <a:lnTo>
                  <a:pt x="4008" y="4008"/>
                </a:lnTo>
                <a:lnTo>
                  <a:pt x="431" y="4008"/>
                </a:lnTo>
                <a:lnTo>
                  <a:pt x="431" y="431"/>
                </a:lnTo>
                <a:close/>
                <a:moveTo>
                  <a:pt x="0" y="1"/>
                </a:moveTo>
                <a:lnTo>
                  <a:pt x="0" y="4439"/>
                </a:lnTo>
                <a:lnTo>
                  <a:pt x="4457" y="4439"/>
                </a:lnTo>
                <a:lnTo>
                  <a:pt x="4457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4"/>
          <p:cNvSpPr/>
          <p:nvPr/>
        </p:nvSpPr>
        <p:spPr>
          <a:xfrm>
            <a:off x="5809850" y="214400"/>
            <a:ext cx="108625" cy="108625"/>
          </a:xfrm>
          <a:custGeom>
            <a:rect b="b" l="l" r="r" t="t"/>
            <a:pathLst>
              <a:path extrusionOk="0" h="4345" w="4345">
                <a:moveTo>
                  <a:pt x="4008" y="337"/>
                </a:moveTo>
                <a:lnTo>
                  <a:pt x="4008" y="4008"/>
                </a:lnTo>
                <a:lnTo>
                  <a:pt x="337" y="4008"/>
                </a:lnTo>
                <a:lnTo>
                  <a:pt x="337" y="337"/>
                </a:lnTo>
                <a:close/>
                <a:moveTo>
                  <a:pt x="0" y="0"/>
                </a:moveTo>
                <a:lnTo>
                  <a:pt x="0" y="4345"/>
                </a:lnTo>
                <a:lnTo>
                  <a:pt x="4345" y="4345"/>
                </a:lnTo>
                <a:lnTo>
                  <a:pt x="4345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4"/>
          <p:cNvSpPr/>
          <p:nvPr/>
        </p:nvSpPr>
        <p:spPr>
          <a:xfrm>
            <a:off x="7079800" y="420088"/>
            <a:ext cx="164825" cy="164375"/>
          </a:xfrm>
          <a:custGeom>
            <a:rect b="b" l="l" r="r" t="t"/>
            <a:pathLst>
              <a:path extrusionOk="0" h="6575" w="6593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4"/>
          <p:cNvSpPr/>
          <p:nvPr/>
        </p:nvSpPr>
        <p:spPr>
          <a:xfrm>
            <a:off x="7952700" y="278513"/>
            <a:ext cx="44975" cy="44500"/>
          </a:xfrm>
          <a:custGeom>
            <a:rect b="b" l="l" r="r" t="t"/>
            <a:pathLst>
              <a:path extrusionOk="0" h="1780" w="1799">
                <a:moveTo>
                  <a:pt x="1" y="1"/>
                </a:moveTo>
                <a:lnTo>
                  <a:pt x="1" y="1780"/>
                </a:lnTo>
                <a:lnTo>
                  <a:pt x="1798" y="1780"/>
                </a:lnTo>
                <a:lnTo>
                  <a:pt x="1798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4"/>
          <p:cNvSpPr/>
          <p:nvPr/>
        </p:nvSpPr>
        <p:spPr>
          <a:xfrm>
            <a:off x="7372450" y="-69325"/>
            <a:ext cx="155925" cy="155925"/>
          </a:xfrm>
          <a:custGeom>
            <a:rect b="b" l="l" r="r" t="t"/>
            <a:pathLst>
              <a:path extrusionOk="0" h="6237" w="6237">
                <a:moveTo>
                  <a:pt x="0" y="0"/>
                </a:moveTo>
                <a:lnTo>
                  <a:pt x="0" y="6236"/>
                </a:lnTo>
                <a:lnTo>
                  <a:pt x="6236" y="6236"/>
                </a:lnTo>
                <a:lnTo>
                  <a:pt x="6236" y="0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4"/>
          <p:cNvSpPr/>
          <p:nvPr/>
        </p:nvSpPr>
        <p:spPr>
          <a:xfrm>
            <a:off x="8464275" y="355050"/>
            <a:ext cx="155925" cy="156400"/>
          </a:xfrm>
          <a:custGeom>
            <a:rect b="b" l="l" r="r" t="t"/>
            <a:pathLst>
              <a:path extrusionOk="0" h="6256" w="6237">
                <a:moveTo>
                  <a:pt x="1" y="1"/>
                </a:moveTo>
                <a:lnTo>
                  <a:pt x="1" y="6256"/>
                </a:lnTo>
                <a:lnTo>
                  <a:pt x="6237" y="6256"/>
                </a:lnTo>
                <a:lnTo>
                  <a:pt x="623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4"/>
          <p:cNvSpPr/>
          <p:nvPr/>
        </p:nvSpPr>
        <p:spPr>
          <a:xfrm>
            <a:off x="7264275" y="607363"/>
            <a:ext cx="122675" cy="122675"/>
          </a:xfrm>
          <a:custGeom>
            <a:rect b="b" l="l" r="r" t="t"/>
            <a:pathLst>
              <a:path extrusionOk="0" h="4907" w="4907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4"/>
          <p:cNvSpPr/>
          <p:nvPr/>
        </p:nvSpPr>
        <p:spPr>
          <a:xfrm>
            <a:off x="6298850" y="907625"/>
            <a:ext cx="155925" cy="155900"/>
          </a:xfrm>
          <a:custGeom>
            <a:rect b="b" l="l" r="r" t="t"/>
            <a:pathLst>
              <a:path extrusionOk="0" h="6236" w="6237">
                <a:moveTo>
                  <a:pt x="1" y="0"/>
                </a:moveTo>
                <a:lnTo>
                  <a:pt x="1" y="6236"/>
                </a:lnTo>
                <a:lnTo>
                  <a:pt x="6237" y="6236"/>
                </a:lnTo>
                <a:lnTo>
                  <a:pt x="6237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4"/>
          <p:cNvSpPr/>
          <p:nvPr/>
        </p:nvSpPr>
        <p:spPr>
          <a:xfrm>
            <a:off x="-83000" y="4540463"/>
            <a:ext cx="164825" cy="164375"/>
          </a:xfrm>
          <a:custGeom>
            <a:rect b="b" l="l" r="r" t="t"/>
            <a:pathLst>
              <a:path extrusionOk="0" h="6575" w="6593">
                <a:moveTo>
                  <a:pt x="6256" y="338"/>
                </a:moveTo>
                <a:lnTo>
                  <a:pt x="6256" y="6237"/>
                </a:lnTo>
                <a:lnTo>
                  <a:pt x="338" y="6237"/>
                </a:lnTo>
                <a:lnTo>
                  <a:pt x="338" y="338"/>
                </a:lnTo>
                <a:close/>
                <a:moveTo>
                  <a:pt x="1" y="1"/>
                </a:moveTo>
                <a:lnTo>
                  <a:pt x="1" y="6574"/>
                </a:lnTo>
                <a:lnTo>
                  <a:pt x="6593" y="6574"/>
                </a:lnTo>
                <a:lnTo>
                  <a:pt x="6593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4"/>
          <p:cNvSpPr/>
          <p:nvPr/>
        </p:nvSpPr>
        <p:spPr>
          <a:xfrm>
            <a:off x="101475" y="4727738"/>
            <a:ext cx="122675" cy="122675"/>
          </a:xfrm>
          <a:custGeom>
            <a:rect b="b" l="l" r="r" t="t"/>
            <a:pathLst>
              <a:path extrusionOk="0" h="4907" w="4907">
                <a:moveTo>
                  <a:pt x="0" y="1"/>
                </a:moveTo>
                <a:lnTo>
                  <a:pt x="0" y="4907"/>
                </a:lnTo>
                <a:lnTo>
                  <a:pt x="4907" y="4907"/>
                </a:lnTo>
                <a:lnTo>
                  <a:pt x="4907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5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hare Tech"/>
              <a:buNone/>
              <a:defRPr b="0" i="0" sz="28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ven Pro"/>
              <a:buChar char="●"/>
              <a:defRPr b="0" i="0" sz="18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■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aven Pro"/>
              <a:buChar char="■"/>
              <a:defRPr b="0" i="0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carwale.com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geeksforgeeks.org/problems/largest-subarray-with-0-sum/1" TargetMode="External"/><Relationship Id="rId4" Type="http://schemas.openxmlformats.org/officeDocument/2006/relationships/hyperlink" Target="https://leetcode.com/problems/remove-nth-node-from-end-of-list/description/" TargetMode="External"/><Relationship Id="rId5" Type="http://schemas.openxmlformats.org/officeDocument/2006/relationships/hyperlink" Target="https://takeuforward.org/interviews/strivers-sde-sheet-top-coding-interview-problems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"/>
          <p:cNvSpPr txBox="1"/>
          <p:nvPr/>
        </p:nvSpPr>
        <p:spPr>
          <a:xfrm>
            <a:off x="1789450" y="3514788"/>
            <a:ext cx="5492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By</a:t>
            </a:r>
            <a:r>
              <a:rPr lang="en" sz="18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Om Gole</a:t>
            </a:r>
            <a:r>
              <a:rPr b="0" i="0" lang="en" sz="18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(D17B)</a:t>
            </a:r>
            <a:endParaRPr b="0" i="0" sz="18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Computer Engineering Department, 2024 Batch</a:t>
            </a:r>
            <a:endParaRPr sz="1800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31" name="Google Shape;431;p1"/>
          <p:cNvSpPr txBox="1"/>
          <p:nvPr/>
        </p:nvSpPr>
        <p:spPr>
          <a:xfrm>
            <a:off x="1561650" y="980488"/>
            <a:ext cx="60207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0" i="0" sz="6000" u="none" cap="none" strike="noStrike">
              <a:solidFill>
                <a:srgbClr val="FFFFFF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432" name="Google Shape;432;p1"/>
          <p:cNvSpPr/>
          <p:nvPr/>
        </p:nvSpPr>
        <p:spPr>
          <a:xfrm>
            <a:off x="1917281" y="4715495"/>
            <a:ext cx="121434" cy="121434"/>
          </a:xfrm>
          <a:custGeom>
            <a:rect b="b" l="l" r="r" t="t"/>
            <a:pathLst>
              <a:path extrusionOk="0" h="4634" w="4634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"/>
          <p:cNvSpPr/>
          <p:nvPr/>
        </p:nvSpPr>
        <p:spPr>
          <a:xfrm>
            <a:off x="7047944" y="3537816"/>
            <a:ext cx="57834" cy="57834"/>
          </a:xfrm>
          <a:custGeom>
            <a:rect b="b" l="l" r="r" t="t"/>
            <a:pathLst>
              <a:path extrusionOk="0" fill="none" h="2207" w="2207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cap="flat" cmpd="sng" w="9525">
            <a:solidFill>
              <a:srgbClr val="E898A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"/>
          <p:cNvSpPr/>
          <p:nvPr/>
        </p:nvSpPr>
        <p:spPr>
          <a:xfrm>
            <a:off x="2307882" y="3002386"/>
            <a:ext cx="104086" cy="104322"/>
          </a:xfrm>
          <a:custGeom>
            <a:rect b="b" l="l" r="r" t="t"/>
            <a:pathLst>
              <a:path extrusionOk="0" fill="none" h="3981" w="3972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cap="flat" cmpd="sng" w="9525">
            <a:solidFill>
              <a:srgbClr val="00CFCC"/>
            </a:solidFill>
            <a:prstDash val="solid"/>
            <a:miter lim="9192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"/>
          <p:cNvSpPr/>
          <p:nvPr/>
        </p:nvSpPr>
        <p:spPr>
          <a:xfrm>
            <a:off x="6293004" y="835609"/>
            <a:ext cx="80476" cy="80476"/>
          </a:xfrm>
          <a:custGeom>
            <a:rect b="b" l="l" r="r" t="t"/>
            <a:pathLst>
              <a:path extrusionOk="0" h="3071" w="3071">
                <a:moveTo>
                  <a:pt x="1" y="1"/>
                </a:moveTo>
                <a:lnTo>
                  <a:pt x="1" y="3071"/>
                </a:lnTo>
                <a:lnTo>
                  <a:pt x="3071" y="3071"/>
                </a:lnTo>
                <a:lnTo>
                  <a:pt x="3071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"/>
          <p:cNvSpPr/>
          <p:nvPr/>
        </p:nvSpPr>
        <p:spPr>
          <a:xfrm>
            <a:off x="5969504" y="3118803"/>
            <a:ext cx="119993" cy="119966"/>
          </a:xfrm>
          <a:custGeom>
            <a:rect b="b" l="l" r="r" t="t"/>
            <a:pathLst>
              <a:path extrusionOk="0" h="4578" w="4579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"/>
          <p:cNvSpPr/>
          <p:nvPr/>
        </p:nvSpPr>
        <p:spPr>
          <a:xfrm>
            <a:off x="2924242" y="4302208"/>
            <a:ext cx="119993" cy="119993"/>
          </a:xfrm>
          <a:custGeom>
            <a:rect b="b" l="l" r="r" t="t"/>
            <a:pathLst>
              <a:path extrusionOk="0" h="4579" w="4579">
                <a:moveTo>
                  <a:pt x="0" y="1"/>
                </a:moveTo>
                <a:lnTo>
                  <a:pt x="0" y="4578"/>
                </a:lnTo>
                <a:lnTo>
                  <a:pt x="4578" y="4578"/>
                </a:lnTo>
                <a:lnTo>
                  <a:pt x="4578" y="1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8" name="Google Shape;438;p1"/>
          <p:cNvGrpSpPr/>
          <p:nvPr/>
        </p:nvGrpSpPr>
        <p:grpSpPr>
          <a:xfrm>
            <a:off x="6232314" y="3696331"/>
            <a:ext cx="121434" cy="1073147"/>
            <a:chOff x="6232314" y="3696331"/>
            <a:chExt cx="121434" cy="1073147"/>
          </a:xfrm>
        </p:grpSpPr>
        <p:sp>
          <p:nvSpPr>
            <p:cNvPr id="439" name="Google Shape;439;p1"/>
            <p:cNvSpPr/>
            <p:nvPr/>
          </p:nvSpPr>
          <p:spPr>
            <a:xfrm>
              <a:off x="6232314" y="4648280"/>
              <a:ext cx="121434" cy="121198"/>
            </a:xfrm>
            <a:custGeom>
              <a:rect b="b" l="l" r="r" t="t"/>
              <a:pathLst>
                <a:path extrusionOk="0" h="4625" w="4634">
                  <a:moveTo>
                    <a:pt x="0" y="1"/>
                  </a:moveTo>
                  <a:lnTo>
                    <a:pt x="0" y="4624"/>
                  </a:lnTo>
                  <a:lnTo>
                    <a:pt x="4633" y="4624"/>
                  </a:lnTo>
                  <a:lnTo>
                    <a:pt x="4633" y="1"/>
                  </a:lnTo>
                  <a:close/>
                </a:path>
              </a:pathLst>
            </a:custGeom>
            <a:solidFill>
              <a:srgbClr val="E898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"/>
            <p:cNvSpPr/>
            <p:nvPr/>
          </p:nvSpPr>
          <p:spPr>
            <a:xfrm>
              <a:off x="6288681" y="3696331"/>
              <a:ext cx="8700" cy="872731"/>
            </a:xfrm>
            <a:custGeom>
              <a:rect b="b" l="l" r="r" t="t"/>
              <a:pathLst>
                <a:path extrusionOk="0" h="33304" w="332">
                  <a:moveTo>
                    <a:pt x="166" y="0"/>
                  </a:moveTo>
                  <a:lnTo>
                    <a:pt x="0" y="33304"/>
                  </a:lnTo>
                  <a:lnTo>
                    <a:pt x="331" y="33304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1" name="Google Shape;441;p1"/>
          <p:cNvGrpSpPr/>
          <p:nvPr/>
        </p:nvGrpSpPr>
        <p:grpSpPr>
          <a:xfrm>
            <a:off x="6780548" y="337714"/>
            <a:ext cx="133252" cy="1952377"/>
            <a:chOff x="6780548" y="337714"/>
            <a:chExt cx="133252" cy="1952377"/>
          </a:xfrm>
        </p:grpSpPr>
        <p:sp>
          <p:nvSpPr>
            <p:cNvPr id="442" name="Google Shape;442;p1"/>
            <p:cNvSpPr/>
            <p:nvPr/>
          </p:nvSpPr>
          <p:spPr>
            <a:xfrm>
              <a:off x="6780548" y="2156839"/>
              <a:ext cx="133252" cy="133252"/>
            </a:xfrm>
            <a:custGeom>
              <a:rect b="b" l="l" r="r" t="t"/>
              <a:pathLst>
                <a:path extrusionOk="0" fill="none" h="5085" w="5085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cap="flat" cmpd="sng" w="9525">
              <a:solidFill>
                <a:srgbClr val="FF9973"/>
              </a:solidFill>
              <a:prstDash val="solid"/>
              <a:miter lim="919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"/>
            <p:cNvSpPr/>
            <p:nvPr/>
          </p:nvSpPr>
          <p:spPr>
            <a:xfrm>
              <a:off x="6842943" y="337714"/>
              <a:ext cx="8464" cy="1695359"/>
            </a:xfrm>
            <a:custGeom>
              <a:rect b="b" l="l" r="r" t="t"/>
              <a:pathLst>
                <a:path extrusionOk="0" h="64696" w="323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4" name="Google Shape;444;p1"/>
          <p:cNvGrpSpPr/>
          <p:nvPr/>
        </p:nvGrpSpPr>
        <p:grpSpPr>
          <a:xfrm>
            <a:off x="1608717" y="1280046"/>
            <a:ext cx="199237" cy="2828935"/>
            <a:chOff x="1608717" y="1280046"/>
            <a:chExt cx="199237" cy="2828935"/>
          </a:xfrm>
        </p:grpSpPr>
        <p:sp>
          <p:nvSpPr>
            <p:cNvPr id="445" name="Google Shape;445;p1"/>
            <p:cNvSpPr/>
            <p:nvPr/>
          </p:nvSpPr>
          <p:spPr>
            <a:xfrm>
              <a:off x="1608717" y="3909744"/>
              <a:ext cx="199237" cy="199237"/>
            </a:xfrm>
            <a:custGeom>
              <a:rect b="b" l="l" r="r" t="t"/>
              <a:pathLst>
                <a:path extrusionOk="0" h="7603" w="7603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"/>
            <p:cNvSpPr/>
            <p:nvPr/>
          </p:nvSpPr>
          <p:spPr>
            <a:xfrm>
              <a:off x="1656175" y="3269477"/>
              <a:ext cx="104086" cy="104086"/>
            </a:xfrm>
            <a:custGeom>
              <a:rect b="b" l="l" r="r" t="t"/>
              <a:pathLst>
                <a:path extrusionOk="0" h="3972" w="3972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"/>
            <p:cNvSpPr/>
            <p:nvPr/>
          </p:nvSpPr>
          <p:spPr>
            <a:xfrm>
              <a:off x="1704104" y="1280046"/>
              <a:ext cx="8464" cy="1794099"/>
            </a:xfrm>
            <a:custGeom>
              <a:rect b="b" l="l" r="r" t="t"/>
              <a:pathLst>
                <a:path extrusionOk="0" h="68464" w="323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8" name="Google Shape;448;p1"/>
          <p:cNvSpPr/>
          <p:nvPr/>
        </p:nvSpPr>
        <p:spPr>
          <a:xfrm>
            <a:off x="2355692" y="3696328"/>
            <a:ext cx="8464" cy="2519663"/>
          </a:xfrm>
          <a:custGeom>
            <a:rect b="b" l="l" r="r" t="t"/>
            <a:pathLst>
              <a:path extrusionOk="0" h="96152" w="323">
                <a:moveTo>
                  <a:pt x="166" y="1"/>
                </a:moveTo>
                <a:lnTo>
                  <a:pt x="1" y="96151"/>
                </a:lnTo>
                <a:lnTo>
                  <a:pt x="322" y="96151"/>
                </a:lnTo>
                <a:lnTo>
                  <a:pt x="166" y="1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"/>
          <p:cNvSpPr/>
          <p:nvPr/>
        </p:nvSpPr>
        <p:spPr>
          <a:xfrm>
            <a:off x="7446601" y="3454956"/>
            <a:ext cx="8464" cy="1689096"/>
          </a:xfrm>
          <a:custGeom>
            <a:rect b="b" l="l" r="r" t="t"/>
            <a:pathLst>
              <a:path extrusionOk="0" h="64457" w="323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0" name="Google Shape;450;p1"/>
          <p:cNvGrpSpPr/>
          <p:nvPr/>
        </p:nvGrpSpPr>
        <p:grpSpPr>
          <a:xfrm>
            <a:off x="8008096" y="2108910"/>
            <a:ext cx="199001" cy="2139770"/>
            <a:chOff x="8008096" y="2108910"/>
            <a:chExt cx="199001" cy="2139770"/>
          </a:xfrm>
        </p:grpSpPr>
        <p:sp>
          <p:nvSpPr>
            <p:cNvPr id="451" name="Google Shape;451;p1"/>
            <p:cNvSpPr/>
            <p:nvPr/>
          </p:nvSpPr>
          <p:spPr>
            <a:xfrm>
              <a:off x="8008096" y="4049705"/>
              <a:ext cx="199001" cy="198975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"/>
            <p:cNvSpPr/>
            <p:nvPr/>
          </p:nvSpPr>
          <p:spPr>
            <a:xfrm>
              <a:off x="8103246" y="2108910"/>
              <a:ext cx="8464" cy="1793863"/>
            </a:xfrm>
            <a:custGeom>
              <a:rect b="b" l="l" r="r" t="t"/>
              <a:pathLst>
                <a:path extrusionOk="0" h="68455" w="323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FFD6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3" name="Google Shape;453;p1"/>
          <p:cNvGrpSpPr/>
          <p:nvPr/>
        </p:nvGrpSpPr>
        <p:grpSpPr>
          <a:xfrm>
            <a:off x="4472500" y="3928605"/>
            <a:ext cx="199001" cy="867199"/>
            <a:chOff x="4475150" y="4052605"/>
            <a:chExt cx="199001" cy="867199"/>
          </a:xfrm>
        </p:grpSpPr>
        <p:sp>
          <p:nvSpPr>
            <p:cNvPr id="454" name="Google Shape;454;p1"/>
            <p:cNvSpPr/>
            <p:nvPr/>
          </p:nvSpPr>
          <p:spPr>
            <a:xfrm>
              <a:off x="4475150" y="4052605"/>
              <a:ext cx="199001" cy="220121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"/>
            <p:cNvSpPr/>
            <p:nvPr/>
          </p:nvSpPr>
          <p:spPr>
            <a:xfrm>
              <a:off x="4522600" y="4494201"/>
              <a:ext cx="104095" cy="115148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"/>
            <p:cNvSpPr/>
            <p:nvPr/>
          </p:nvSpPr>
          <p:spPr>
            <a:xfrm>
              <a:off x="4534403" y="4830814"/>
              <a:ext cx="80477" cy="88990"/>
            </a:xfrm>
            <a:custGeom>
              <a:rect b="b" l="l" r="r" t="t"/>
              <a:pathLst>
                <a:path extrusionOk="0" h="7593" w="7594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rgbClr val="00CF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57" name="Google Shape;45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1650" y="1423225"/>
            <a:ext cx="5948324" cy="12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676401" cy="167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"/>
          <p:cNvSpPr txBox="1"/>
          <p:nvPr/>
        </p:nvSpPr>
        <p:spPr>
          <a:xfrm>
            <a:off x="618825" y="1083325"/>
            <a:ext cx="78669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Part of CarTrade Tech, CarWale's mission is to bring delight in car buying. 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Carwale is the leading automobile website. It generates the maximum traffic when compared to other portals.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CarWale offers a complete consumer-focused service that includes content and tools for exhaustive research, pricing and marketplace information. 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b="1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Website:</a:t>
            </a: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b="0" i="0" lang="en" sz="1400" u="sng" cap="none" strike="noStrike">
                <a:solidFill>
                  <a:schemeClr val="hlink"/>
                </a:solidFill>
                <a:latin typeface="Maven Pro"/>
                <a:ea typeface="Maven Pro"/>
                <a:cs typeface="Maven Pro"/>
                <a:sym typeface="Maven Pro"/>
                <a:hlinkClick r:id="rId3"/>
              </a:rPr>
              <a:t>https://www.carwale.com/ 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ven Pro"/>
              <a:buChar char="●"/>
            </a:pPr>
            <a:r>
              <a:rPr b="1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Tech Stack:</a:t>
            </a: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HTML, CSS, JavaScript, ReactJS, NodeJS, .Net, C#, SQL.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64" name="Google Shape;464;p2"/>
          <p:cNvSpPr txBox="1"/>
          <p:nvPr/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ABOUT CARWALE</a:t>
            </a:r>
            <a:endParaRPr b="0" i="0" sz="3000" u="none" cap="none" strike="noStrike">
              <a:solidFill>
                <a:srgbClr val="FFFFFF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"/>
          <p:cNvSpPr txBox="1"/>
          <p:nvPr/>
        </p:nvSpPr>
        <p:spPr>
          <a:xfrm>
            <a:off x="597375" y="1063525"/>
            <a:ext cx="80109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Name of the company:</a:t>
            </a:r>
            <a:r>
              <a:rPr b="0" i="0" lang="en" sz="14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CarWale</a:t>
            </a:r>
            <a:endParaRPr b="0" i="0" sz="14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Company Status:</a:t>
            </a:r>
            <a:r>
              <a:rPr b="0" i="0" lang="en" sz="14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Dream</a:t>
            </a:r>
            <a:endParaRPr b="0" i="0" sz="14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Date of Drive:</a:t>
            </a:r>
            <a:r>
              <a:rPr b="0" i="0" lang="en" sz="14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25th , 26th, 27th July</a:t>
            </a:r>
            <a:endParaRPr b="0" i="0" sz="14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Salary(CTC):</a:t>
            </a:r>
            <a:r>
              <a:rPr b="0" i="0" lang="en" sz="14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9 LPA(7.5LPA + 1.5LPA retention bonus)</a:t>
            </a:r>
            <a:endParaRPr b="0" i="0" sz="14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Eligible Branches:</a:t>
            </a:r>
            <a:r>
              <a:rPr b="0" i="0" lang="en" sz="14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BE(</a:t>
            </a:r>
            <a:r>
              <a:rPr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CMPN , INFT and AI &amp; DS</a:t>
            </a:r>
            <a:r>
              <a:rPr b="0" i="0" lang="en" sz="14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)</a:t>
            </a:r>
            <a:endParaRPr b="0" i="0" sz="14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Eligibility Criteria:</a:t>
            </a:r>
            <a:r>
              <a:rPr b="0" i="0" lang="en" sz="14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NO LIVE KT TILL TODAY</a:t>
            </a:r>
            <a:endParaRPr b="0" i="0" sz="14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Role:</a:t>
            </a:r>
            <a:r>
              <a:rPr b="0" i="0" lang="en" sz="14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Front End Developer</a:t>
            </a:r>
            <a:r>
              <a:rPr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, Full Stack Developer and Quality Assurance (Test)</a:t>
            </a:r>
            <a:endParaRPr b="0" i="0" sz="14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Office Location:</a:t>
            </a:r>
            <a:r>
              <a:rPr b="0" i="0" lang="en" sz="14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 Vashi, Navi Mumbai</a:t>
            </a:r>
            <a:endParaRPr b="0" i="0" sz="14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70" name="Google Shape;470;p3"/>
          <p:cNvSpPr txBox="1"/>
          <p:nvPr/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Share Tech"/>
                <a:ea typeface="Share Tech"/>
                <a:cs typeface="Share Tech"/>
                <a:sym typeface="Share Tech"/>
              </a:rPr>
              <a:t>COMPANY DETAILS</a:t>
            </a:r>
            <a:endParaRPr b="0" i="0" sz="3000" u="none" cap="none" strike="noStrike">
              <a:solidFill>
                <a:srgbClr val="FFFFFF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"/>
          <p:cNvSpPr txBox="1"/>
          <p:nvPr/>
        </p:nvSpPr>
        <p:spPr>
          <a:xfrm>
            <a:off x="618825" y="1083325"/>
            <a:ext cx="78669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Process includes 4 Rounds which were:</a:t>
            </a:r>
            <a:endParaRPr b="0" i="0" sz="14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1. Coding Round</a:t>
            </a:r>
            <a:endParaRPr b="0" i="0" sz="14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2. Coding Interview (1st Technical Interview) </a:t>
            </a:r>
            <a:endParaRPr b="0" i="0" sz="14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3. System Design (2nd Technical Interview) </a:t>
            </a:r>
            <a:endParaRPr b="0" i="0" sz="14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4. </a:t>
            </a:r>
            <a:r>
              <a:rPr lang="en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Technical (3rd Technical Interview)</a:t>
            </a:r>
            <a:endParaRPr b="0" i="0" sz="14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76" name="Google Shape;476;p4"/>
          <p:cNvSpPr txBox="1"/>
          <p:nvPr/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Share Tech"/>
                <a:ea typeface="Share Tech"/>
                <a:cs typeface="Share Tech"/>
                <a:sym typeface="Share Tech"/>
              </a:rPr>
              <a:t>PLACEMENT PROCESS</a:t>
            </a:r>
            <a:endParaRPr b="0" i="0" sz="3000" u="none" cap="none" strike="noStrike">
              <a:solidFill>
                <a:srgbClr val="FFFFFF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"/>
          <p:cNvSpPr txBox="1"/>
          <p:nvPr/>
        </p:nvSpPr>
        <p:spPr>
          <a:xfrm>
            <a:off x="2037000" y="1496400"/>
            <a:ext cx="5070000" cy="21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" sz="7200" u="none" cap="none" strike="noStrike">
                <a:solidFill>
                  <a:srgbClr val="FF9973"/>
                </a:solidFill>
                <a:latin typeface="Share Tech"/>
                <a:ea typeface="Share Tech"/>
                <a:cs typeface="Share Tech"/>
                <a:sym typeface="Share Tech"/>
              </a:rPr>
              <a:t>EXPERIENCE</a:t>
            </a:r>
            <a:endParaRPr b="0" i="0" sz="7200" u="none" cap="none" strike="noStrike">
              <a:solidFill>
                <a:srgbClr val="FF9973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"/>
          <p:cNvSpPr txBox="1"/>
          <p:nvPr/>
        </p:nvSpPr>
        <p:spPr>
          <a:xfrm>
            <a:off x="618825" y="1083325"/>
            <a:ext cx="78669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The test was conducted on CoderByte. It consisted of 4 questions, 1 easy, 2 medium and 1 hard, all of which were string questions. 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Python was not allowed to code. 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Marking was done on the basis of test cases solved in each question. 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I solved 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three problems out of four. Two were optimized solution, One was brute force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You can practice coding problems on Leetcode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and GeeksforGeeks. Consistently 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Participating</a:t>
            </a: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in 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Leetcode weekly and biweekly contest is sufficient to clear this round.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b="1"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Total shortlisted students: 300</a:t>
            </a:r>
            <a:endParaRPr b="1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87" name="Google Shape;487;p6"/>
          <p:cNvSpPr txBox="1"/>
          <p:nvPr/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ROUND 1 - CODING ROUND</a:t>
            </a:r>
            <a:endParaRPr b="0" i="0" sz="3000" u="none" cap="none" strike="noStrike">
              <a:solidFill>
                <a:srgbClr val="FFFFFF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b4add211ef_0_9"/>
          <p:cNvSpPr txBox="1"/>
          <p:nvPr>
            <p:ph idx="1" type="body"/>
          </p:nvPr>
        </p:nvSpPr>
        <p:spPr>
          <a:xfrm>
            <a:off x="544350" y="320800"/>
            <a:ext cx="8055300" cy="45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1) </a:t>
            </a:r>
            <a:r>
              <a:rPr lang="en"/>
              <a:t>Easy: - They gave us a number (for e.g., 114.368.235). We had to check if it is a valid number. A number is valid if it follows certain criterias: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number must contain 3 sets of digits separated by ‘.’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set must have 3 digits.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Digits from first set must add up to an even number and digits from second set must add up to odd number.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digit from every set must be greater than the other 2 digits in the 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2) Medium 1: - They gave us 2 strings (e.g., hpllroe and hello) and we had to determine that whether the first string can be rearranged such that it contains the second string.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3) Medium 2: - They gave us a string and we had to find the length of the largest substring that contained only unique characters.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"/>
          <p:cNvSpPr txBox="1"/>
          <p:nvPr/>
        </p:nvSpPr>
        <p:spPr>
          <a:xfrm>
            <a:off x="618825" y="1083325"/>
            <a:ext cx="78669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This round was conducted in online (google meet) as well as in offline mode. 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You have to code in front of interviewer. I 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gave </a:t>
            </a: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the 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interview in online mode.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I was asked to join Google Meet with my camera on and the screen shared. 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Coding questions were provided by interviewer in Google doc which was shared with me. In this doc, I was asked to write code for the given coding problems. 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Ques asked :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AutoNum type="arabicPeriod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Explain the internal working of HashMap.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AutoNum type="arabicPeriod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Time complexity of HashMap operations.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AutoNum type="arabicPeriod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OOPS concepts like Polymorphism and Inheritance with real world examples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Total shortlisted students: 43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98" name="Google Shape;498;p7"/>
          <p:cNvSpPr txBox="1"/>
          <p:nvPr/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ROUND 2 - CODING INTERVIEW</a:t>
            </a:r>
            <a:endParaRPr b="0" i="0" sz="3000" u="none" cap="none" strike="noStrike">
              <a:solidFill>
                <a:srgbClr val="FFFFFF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8"/>
          <p:cNvSpPr txBox="1"/>
          <p:nvPr/>
        </p:nvSpPr>
        <p:spPr>
          <a:xfrm>
            <a:off x="618825" y="1083325"/>
            <a:ext cx="78669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Questions asked: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</a:pPr>
            <a:r>
              <a:rPr lang="en" u="sng">
                <a:solidFill>
                  <a:schemeClr val="hlink"/>
                </a:solidFill>
                <a:latin typeface="Maven Pro"/>
                <a:ea typeface="Maven Pro"/>
                <a:cs typeface="Maven Pro"/>
                <a:sym typeface="Maven Pro"/>
                <a:hlinkClick r:id="rId3"/>
              </a:rPr>
              <a:t>https://www.geeksforgeeks.org/problems/largest-subarray-with-0-sum/1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(Expected Time Complexity: O(n) and Expected Space Complexity: O(n)) 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</a:pPr>
            <a:r>
              <a:rPr lang="en" u="sng">
                <a:solidFill>
                  <a:schemeClr val="hlink"/>
                </a:solidFill>
                <a:latin typeface="Maven Pro"/>
                <a:ea typeface="Maven Pro"/>
                <a:cs typeface="Maven Pro"/>
                <a:sym typeface="Maven Pro"/>
                <a:hlinkClick r:id="rId4"/>
              </a:rPr>
              <a:t>https://leetcode.com/problems/remove-nth-node-from-end-of-list/description/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(Expected Time Complexity: O(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N</a:t>
            </a: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) and Expected Space Complexity: O(1)) 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Most of the Questions were from Leetcode, GeeksforGeeks and </a:t>
            </a:r>
            <a:r>
              <a:rPr b="0" i="0" lang="en" sz="1400" u="sng" cap="none" strike="noStrike">
                <a:solidFill>
                  <a:schemeClr val="hlink"/>
                </a:solidFill>
                <a:latin typeface="Maven Pro"/>
                <a:ea typeface="Maven Pro"/>
                <a:cs typeface="Maven Pro"/>
                <a:sym typeface="Maven Pro"/>
                <a:hlinkClick r:id="rId5"/>
              </a:rPr>
              <a:t>Striver Sheet</a:t>
            </a: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.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Interviewer was SDE-2 from Carwale.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Explain your thought process, discuss brute force and then the optimized solution along with edge cases (if any).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The 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round lasted for about an hour.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04" name="Google Shape;504;p8"/>
          <p:cNvSpPr txBox="1"/>
          <p:nvPr/>
        </p:nvSpPr>
        <p:spPr>
          <a:xfrm>
            <a:off x="618825" y="411675"/>
            <a:ext cx="7177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ROUND 2 - CODING INTERVIEW (CONTINUED)</a:t>
            </a:r>
            <a:endParaRPr b="0" i="0" sz="3000" u="none" cap="none" strike="noStrike">
              <a:solidFill>
                <a:schemeClr val="lt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"/>
          <p:cNvSpPr txBox="1"/>
          <p:nvPr/>
        </p:nvSpPr>
        <p:spPr>
          <a:xfrm>
            <a:off x="618825" y="1083325"/>
            <a:ext cx="78669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In this round, overall they check your competency as a thinker in software designing and developing. 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This round was conducted offline.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There is no right answer to question. They only check your approach towards the problem.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Other technical questions can also be asked besides those related to system design.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Watch Gaurav Sen's videos on System Design in YouTube. You will get the idea how to approach such types of questions.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Interviewer was had 8 years of experience in Carwale (He did not reveal his position). He was lenient and was giving hints.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The round lasted for 1.5-2 hrs.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Total shortlisted candidates: 6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	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10" name="Google Shape;510;p9"/>
          <p:cNvSpPr txBox="1"/>
          <p:nvPr/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ROUND 3 - SYSTEM DESIGN</a:t>
            </a:r>
            <a:endParaRPr b="0" i="0" sz="3000" u="none" cap="none" strike="noStrike">
              <a:solidFill>
                <a:srgbClr val="FFFFFF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0"/>
          <p:cNvSpPr txBox="1"/>
          <p:nvPr/>
        </p:nvSpPr>
        <p:spPr>
          <a:xfrm>
            <a:off x="279825" y="989475"/>
            <a:ext cx="87303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Questions asked: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I was asked to design the front end for a Blog site. Question were asked regarding state management (Redux), Props,etc. Design a database for the above Blog system with Images and Comments.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Basic CSS questions like how to make two divs side by side and how to style the scrollbar.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Why is script tag placed before the closing &lt;body&gt; tag in your HTML document?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What is caching? Local vs Global cache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What will you do in this scenario -&gt; The admin has the functionality to delete users from his admin 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dashboard. How to prevent accidental or 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malicious(when an unauthorized user gets access to the dashboard) use of this functionality?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○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What do we use React over Javascript? Explain working of the Virtual DOM.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16" name="Google Shape;516;p10"/>
          <p:cNvSpPr txBox="1"/>
          <p:nvPr/>
        </p:nvSpPr>
        <p:spPr>
          <a:xfrm>
            <a:off x="618825" y="411675"/>
            <a:ext cx="6831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ROUND 3 - SYSTEM DESIGN (CONTINUED)</a:t>
            </a:r>
            <a:endParaRPr b="0" i="0" sz="3000" u="none" cap="none" strike="noStrike">
              <a:solidFill>
                <a:srgbClr val="FFFFFF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1"/>
          <p:cNvSpPr txBox="1"/>
          <p:nvPr/>
        </p:nvSpPr>
        <p:spPr>
          <a:xfrm>
            <a:off x="618825" y="1083325"/>
            <a:ext cx="78669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This round was conducted in online mode. The interviewer was the CTO of the company.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Questions asked: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AutoNum type="arabicPeriod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What is polymorphism, method overloading and method overriding and asked me to code with a real world example.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AutoNum type="arabicPeriod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Where is primitive and non-primitive data stored? Where is string stored?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AutoNum type="arabicPeriod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Then he asked me ques about my project -&gt; Why do we hash passwords? Why not 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encrypt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them?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AutoNum type="arabicPeriod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Explain the process of 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encryption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. Explain the working of SHA and 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MD5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algorithms.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AutoNum type="arabicPeriod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I had also implemented captcha in one of my projects so he asked me the internal working.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AutoNum type="arabicPeriod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He also asked me to demonstrate the live deployed projects.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AutoNum type="arabicPeriod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OS Ques -&gt; What are semaphores? What are different CPU scheduling algorithm? What is deadlock? Necessary conditions for deadlock. How to prevent deadlock?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AutoNum type="arabicPeriod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CN Ques -&gt; 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Name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and 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explain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the different 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22" name="Google Shape;522;p11"/>
          <p:cNvSpPr txBox="1"/>
          <p:nvPr/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ROUND 4 - </a:t>
            </a:r>
            <a:r>
              <a:rPr lang="en" sz="30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Technical</a:t>
            </a:r>
            <a:endParaRPr b="0" i="0" sz="3000" u="none" cap="none" strike="noStrike">
              <a:solidFill>
                <a:srgbClr val="FFFFFF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3"/>
          <p:cNvSpPr txBox="1"/>
          <p:nvPr/>
        </p:nvSpPr>
        <p:spPr>
          <a:xfrm>
            <a:off x="618825" y="1083325"/>
            <a:ext cx="7866900" cy="3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Always explain your thought process</a:t>
            </a: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.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Give contests </a:t>
            </a: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on Leetcode </a:t>
            </a: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so that you will get an idea how coding rounds are conducted.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Prepare everything mentioned in your resume.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Be honest. Don’t fake answers.</a:t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Give Mock Interviews.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	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28" name="Google Shape;528;p13"/>
          <p:cNvSpPr txBox="1"/>
          <p:nvPr/>
        </p:nvSpPr>
        <p:spPr>
          <a:xfrm>
            <a:off x="618825" y="411675"/>
            <a:ext cx="4727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rPr>
              <a:t>GENERAL TIPS</a:t>
            </a:r>
            <a:endParaRPr b="0" i="0" sz="3000" u="none" cap="none" strike="noStrike">
              <a:solidFill>
                <a:schemeClr val="lt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4"/>
          <p:cNvSpPr txBox="1"/>
          <p:nvPr/>
        </p:nvSpPr>
        <p:spPr>
          <a:xfrm>
            <a:off x="1165050" y="1868800"/>
            <a:ext cx="6337800" cy="1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 can contact me on the following email id: 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solidFill>
                  <a:srgbClr val="FFFFFF"/>
                </a:solidFill>
              </a:rPr>
              <a:t>Om Gole</a:t>
            </a:r>
            <a:r>
              <a:rPr b="0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" sz="2400" u="none">
                <a:solidFill>
                  <a:srgbClr val="FFFFFF"/>
                </a:solidFill>
              </a:rPr>
              <a:t>2020.om.gole@ves.ac.in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Science Consulting by Slidesgo">
  <a:themeElements>
    <a:clrScheme name="Simple Light">
      <a:dk1>
        <a:srgbClr val="1A5E8F"/>
      </a:dk1>
      <a:lt1>
        <a:srgbClr val="FFFFFF"/>
      </a:lt1>
      <a:dk2>
        <a:srgbClr val="002845"/>
      </a:dk2>
      <a:lt2>
        <a:srgbClr val="FFD6E1"/>
      </a:lt2>
      <a:accent1>
        <a:srgbClr val="E898AC"/>
      </a:accent1>
      <a:accent2>
        <a:srgbClr val="00CFCC"/>
      </a:accent2>
      <a:accent3>
        <a:srgbClr val="FF9973"/>
      </a:accent3>
      <a:accent4>
        <a:srgbClr val="F64975"/>
      </a:accent4>
      <a:accent5>
        <a:srgbClr val="5EFFFD"/>
      </a:accent5>
      <a:accent6>
        <a:srgbClr val="FC723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