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Raleway ExtraBold"/>
      <p:bold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9/AJYv+iHKPGQ8bTDeCB7DukD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ExtraBold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afd21c65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3afd21c6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fd21c654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13afd21c65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mailto:d2019deepak.ahuja@ves.a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5111" y="765225"/>
            <a:ext cx="5636924" cy="18065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5820920" y="3003875"/>
            <a:ext cx="3000000" cy="677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Name: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Deepak Ahuja (D20B)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3afd21c654_0_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9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About Deloitte.</a:t>
            </a:r>
            <a:endParaRPr b="1" sz="2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61" name="Google Shape;61;g13afd21c654_0_5"/>
          <p:cNvSpPr txBox="1"/>
          <p:nvPr/>
        </p:nvSpPr>
        <p:spPr>
          <a:xfrm>
            <a:off x="554350" y="2231625"/>
            <a:ext cx="7542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b="0" i="0" lang="en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Deloitte is one of the “Big Four” accounting organizations and the largest professional services network in the world by revenue and number of professionals.</a:t>
            </a:r>
            <a:endParaRPr b="0" i="0" sz="15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b="0" i="0" lang="en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Deloitte provides audit, tax, consulting, enterprise risk and financial advisory services </a:t>
            </a:r>
            <a:endParaRPr b="0" i="0" sz="15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b="0" i="0" lang="en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Serves four out of five Fortune Global 500® companies.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3afd21c654_0_14"/>
          <p:cNvSpPr txBox="1"/>
          <p:nvPr/>
        </p:nvSpPr>
        <p:spPr>
          <a:xfrm>
            <a:off x="784350" y="1063875"/>
            <a:ext cx="5211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Company Status &amp; Eligibility</a:t>
            </a:r>
            <a:endParaRPr b="1" i="0" sz="26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7" name="Google Shape;67;g13afd21c654_0_14"/>
          <p:cNvSpPr txBox="1"/>
          <p:nvPr/>
        </p:nvSpPr>
        <p:spPr>
          <a:xfrm>
            <a:off x="1539300" y="1755195"/>
            <a:ext cx="6065400" cy="32547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Company Name: Deloitte-USI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Company Status : Dream 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Eligible Branches: MCA, B.Tech/ B.E. – All Circuit branches, Computer Science/ IT, Mechanical, Civil and  Chemical, M. Tech - Computer Science and Engineering/IT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Eligibility Criteria: Aggregate 60% or CGPA of 6.5 and above , No active backlogs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Salary: CTC: 7.6 LPA ( 6L fixed + 10% Variable + 1L Joining bonus) 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Role : Analyst – Deloitte Consulting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Date of Drive: 18-8-22 to 27-8-22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type="ctrTitle"/>
          </p:nvPr>
        </p:nvSpPr>
        <p:spPr>
          <a:xfrm>
            <a:off x="324475" y="529250"/>
            <a:ext cx="29490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Job Description</a:t>
            </a:r>
            <a:endParaRPr sz="2600">
              <a:solidFill>
                <a:schemeClr val="lt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73" name="Google Shape;73;p2"/>
          <p:cNvSpPr txBox="1"/>
          <p:nvPr>
            <p:ph idx="1" type="subTitle"/>
          </p:nvPr>
        </p:nvSpPr>
        <p:spPr>
          <a:xfrm>
            <a:off x="989550" y="1403500"/>
            <a:ext cx="71649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Delivery of specific capability in Technology Consulting 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Understand Business Requirements and Needs 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Support technical/functional/process document creation and maintain an effective library. 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Build, test and deliver solutions 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Support application design</a:t>
            </a: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Responsible for technical specification creation 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Responsible for </a:t>
            </a:r>
            <a:r>
              <a:rPr lang="en"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Code development &amp; Unit Testing</a:t>
            </a: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Responsible for Test Data Creation &amp; Test scripts creation and execution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Support infrastructure building activities 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Adhere to defined processes and tools while performing day-to-day operations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311700" y="1124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9"/>
              <a:buFont typeface="Arial"/>
              <a:buNone/>
            </a:pPr>
            <a:r>
              <a:rPr lang="en" sz="2600">
                <a:solidFill>
                  <a:schemeClr val="lt1"/>
                </a:solidFill>
                <a:highlight>
                  <a:schemeClr val="dk1"/>
                </a:highlight>
                <a:latin typeface="Raleway ExtraBold"/>
                <a:ea typeface="Raleway ExtraBold"/>
                <a:cs typeface="Raleway ExtraBold"/>
                <a:sym typeface="Raleway ExtraBold"/>
              </a:rPr>
              <a:t>Placement Process</a:t>
            </a:r>
            <a:endParaRPr sz="2600">
              <a:solidFill>
                <a:schemeClr val="lt1"/>
              </a:solidFill>
              <a:highlight>
                <a:schemeClr val="dk1"/>
              </a:highlight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940475" y="1853700"/>
            <a:ext cx="5090700" cy="7986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Round 1: Aptitude Test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Round 2 : Interview (Technical + HR) 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Aptitude Test</a:t>
            </a:r>
            <a:endParaRPr b="1" sz="2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5" name="Google Shape;85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AMCAT platform - (Camera, Mic enabled)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 sections (verbal, logical and quantitative)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Total 75 questions (25 each) 90 minutes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Cannot change answer of previous question - progressive type questions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coding questions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negative marking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Resources: R.S. Aggrawal, IndiaBix are enough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Keep track on time while solving questions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Difficulty level : easy to medium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Topics: Speed &amp; Time, Profit &amp; Loss,Percentage,Trains, Directions, Verbal Questions (basic vocabulary and grammar)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FFFFFF"/>
                </a:solidFill>
              </a:rPr>
              <a:t>Interview Round(Technical + HR)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1" name="Google Shape;9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431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 started with Introduction. </a:t>
            </a:r>
            <a:endParaRPr/>
          </a:p>
          <a:p>
            <a:pPr indent="-285750" lvl="0" marL="431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is OOPS ? </a:t>
            </a:r>
            <a:endParaRPr/>
          </a:p>
          <a:p>
            <a:pPr indent="-285750" lvl="0" marL="431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 principles of OOPS ? </a:t>
            </a:r>
            <a:endParaRPr/>
          </a:p>
          <a:p>
            <a:pPr indent="-285750" lvl="0" marL="431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Questions based on projects </a:t>
            </a:r>
            <a:endParaRPr/>
          </a:p>
          <a:p>
            <a:pPr indent="-285750" lvl="0" marL="431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Extra Curricular activities </a:t>
            </a:r>
            <a:endParaRPr/>
          </a:p>
          <a:p>
            <a:pPr indent="-285750" lvl="0" marL="431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Why we use MySQL ? We can also save data normally in a database  ?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31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How will you solve conflict if you are working with a group for a project ?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31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Which language you are comfortable ?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/>
          <p:nvPr>
            <p:ph type="title"/>
          </p:nvPr>
        </p:nvSpPr>
        <p:spPr>
          <a:xfrm>
            <a:off x="3178500" y="874600"/>
            <a:ext cx="278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>
                <a:solidFill>
                  <a:srgbClr val="FFFFFF"/>
                </a:solidFill>
              </a:rPr>
              <a:t>Thank You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97" name="Google Shape;97;p9"/>
          <p:cNvSpPr txBox="1"/>
          <p:nvPr>
            <p:ph idx="1" type="body"/>
          </p:nvPr>
        </p:nvSpPr>
        <p:spPr>
          <a:xfrm>
            <a:off x="414400" y="4534075"/>
            <a:ext cx="8418000" cy="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 txBox="1"/>
          <p:nvPr/>
        </p:nvSpPr>
        <p:spPr>
          <a:xfrm>
            <a:off x="1929300" y="2571750"/>
            <a:ext cx="711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Deepak Ahuja: </a:t>
            </a:r>
            <a:r>
              <a:rPr b="0" i="0" lang="en" sz="1600" u="sng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d2019deepak.ahuja@ves.ac.in</a:t>
            </a:r>
            <a:r>
              <a:rPr b="0" i="0" lang="en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b="0" i="0" sz="16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278025" y="2140650"/>
            <a:ext cx="199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Contact Details: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AHUJA</dc:creator>
</cp:coreProperties>
</file>