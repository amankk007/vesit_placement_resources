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Advent Pro SemiBold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Fira Sans Extra Condensed Medium"/>
      <p:regular r:id="rId25"/>
      <p:bold r:id="rId26"/>
      <p:italic r:id="rId27"/>
      <p:boldItalic r:id="rId28"/>
    </p:embeddedFont>
    <p:embeddedFont>
      <p:font typeface="Fira Sans Condensed Medium"/>
      <p:regular r:id="rId29"/>
      <p:bold r:id="rId30"/>
      <p:italic r:id="rId31"/>
      <p:boldItalic r:id="rId32"/>
    </p:embeddedFont>
    <p:embeddedFont>
      <p:font typeface="Maven Pro"/>
      <p:regular r:id="rId33"/>
      <p:bold r:id="rId34"/>
    </p:embeddedFont>
    <p:embeddedFont>
      <p:font typeface="Share Tech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iirWiw2JsoCIznUB2BRw81y88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dventProSemiBold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SansExtraCondensedMedium-bold.fntdata"/><Relationship Id="rId25" Type="http://schemas.openxmlformats.org/officeDocument/2006/relationships/font" Target="fonts/FiraSansExtraCondensedMedium-regular.fntdata"/><Relationship Id="rId28" Type="http://schemas.openxmlformats.org/officeDocument/2006/relationships/font" Target="fonts/FiraSansExtraCondensedMedium-boldItalic.fntdata"/><Relationship Id="rId27" Type="http://schemas.openxmlformats.org/officeDocument/2006/relationships/font" Target="fonts/FiraSansExtraCondensed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SansCondensed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SansCondensedMedium-italic.fntdata"/><Relationship Id="rId30" Type="http://schemas.openxmlformats.org/officeDocument/2006/relationships/font" Target="fonts/FiraSansCondensedMedium-bold.fntdata"/><Relationship Id="rId11" Type="http://schemas.openxmlformats.org/officeDocument/2006/relationships/slide" Target="slides/slide6.xml"/><Relationship Id="rId33" Type="http://schemas.openxmlformats.org/officeDocument/2006/relationships/font" Target="fonts/MavenPro-regular.fntdata"/><Relationship Id="rId10" Type="http://schemas.openxmlformats.org/officeDocument/2006/relationships/slide" Target="slides/slide5.xml"/><Relationship Id="rId32" Type="http://schemas.openxmlformats.org/officeDocument/2006/relationships/font" Target="fonts/FiraSansCondensedMedium-boldItalic.fntdata"/><Relationship Id="rId13" Type="http://schemas.openxmlformats.org/officeDocument/2006/relationships/slide" Target="slides/slide8.xml"/><Relationship Id="rId35" Type="http://schemas.openxmlformats.org/officeDocument/2006/relationships/font" Target="fonts/ShareTech-regular.fntdata"/><Relationship Id="rId12" Type="http://schemas.openxmlformats.org/officeDocument/2006/relationships/slide" Target="slides/slide7.xml"/><Relationship Id="rId34" Type="http://schemas.openxmlformats.org/officeDocument/2006/relationships/font" Target="fonts/MavenPr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font" Target="fonts/AdventPro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AdventProSemiBold-italic.fntdata"/><Relationship Id="rId18" Type="http://schemas.openxmlformats.org/officeDocument/2006/relationships/font" Target="fonts/AdventPro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9"/>
          <p:cNvSpPr txBox="1"/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9"/>
          <p:cNvSpPr txBox="1"/>
          <p:nvPr>
            <p:ph idx="1" type="subTitle"/>
          </p:nvPr>
        </p:nvSpPr>
        <p:spPr>
          <a:xfrm>
            <a:off x="2924250" y="2804488"/>
            <a:ext cx="3295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9"/>
          <p:cNvSpPr/>
          <p:nvPr/>
        </p:nvSpPr>
        <p:spPr>
          <a:xfrm>
            <a:off x="1060456" y="1158638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9"/>
          <p:cNvSpPr/>
          <p:nvPr/>
        </p:nvSpPr>
        <p:spPr>
          <a:xfrm>
            <a:off x="779974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9"/>
          <p:cNvSpPr/>
          <p:nvPr/>
        </p:nvSpPr>
        <p:spPr>
          <a:xfrm>
            <a:off x="5257933" y="2452405"/>
            <a:ext cx="57599" cy="57599"/>
          </a:xfrm>
          <a:custGeom>
            <a:rect b="b" l="l" r="r" t="t"/>
            <a:pathLst>
              <a:path extrusionOk="0" fill="none" h="2198" w="2198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cap="flat" cmpd="sng" w="952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9"/>
          <p:cNvSpPr/>
          <p:nvPr/>
        </p:nvSpPr>
        <p:spPr>
          <a:xfrm>
            <a:off x="8710023" y="4821495"/>
            <a:ext cx="98059" cy="98295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952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9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952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9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17;p29"/>
          <p:cNvGrpSpPr/>
          <p:nvPr/>
        </p:nvGrpSpPr>
        <p:grpSpPr>
          <a:xfrm>
            <a:off x="8263682" y="-434366"/>
            <a:ext cx="188886" cy="1181532"/>
            <a:chOff x="2877432" y="975334"/>
            <a:chExt cx="188886" cy="1181532"/>
          </a:xfrm>
        </p:grpSpPr>
        <p:sp>
          <p:nvSpPr>
            <p:cNvPr id="18" name="Google Shape;18;p29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9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9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29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p29"/>
          <p:cNvGrpSpPr/>
          <p:nvPr/>
        </p:nvGrpSpPr>
        <p:grpSpPr>
          <a:xfrm>
            <a:off x="3090746" y="-533657"/>
            <a:ext cx="98059" cy="1147595"/>
            <a:chOff x="3347921" y="16006"/>
            <a:chExt cx="98059" cy="1147595"/>
          </a:xfrm>
        </p:grpSpPr>
        <p:sp>
          <p:nvSpPr>
            <p:cNvPr id="23" name="Google Shape;23;p29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952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9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oogle Shape;25;p29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26" name="Google Shape;26;p29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9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8;p29"/>
          <p:cNvGrpSpPr/>
          <p:nvPr/>
        </p:nvGrpSpPr>
        <p:grpSpPr>
          <a:xfrm>
            <a:off x="250617" y="2402301"/>
            <a:ext cx="188650" cy="2468355"/>
            <a:chOff x="250617" y="2402301"/>
            <a:chExt cx="188650" cy="2468355"/>
          </a:xfrm>
        </p:grpSpPr>
        <p:sp>
          <p:nvSpPr>
            <p:cNvPr id="29" name="Google Shape;29;p29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9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9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9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Google Shape;33;p29"/>
          <p:cNvSpPr/>
          <p:nvPr/>
        </p:nvSpPr>
        <p:spPr>
          <a:xfrm>
            <a:off x="8935726" y="10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9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" name="Google Shape;35;p29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36" name="Google Shape;36;p29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952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9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3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1"/>
          <p:cNvSpPr/>
          <p:nvPr/>
        </p:nvSpPr>
        <p:spPr>
          <a:xfrm>
            <a:off x="720239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1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" name="Google Shape;45;p31"/>
          <p:cNvGrpSpPr/>
          <p:nvPr/>
        </p:nvGrpSpPr>
        <p:grpSpPr>
          <a:xfrm>
            <a:off x="8263682" y="-434366"/>
            <a:ext cx="188886" cy="1181532"/>
            <a:chOff x="2877432" y="975334"/>
            <a:chExt cx="188886" cy="1181532"/>
          </a:xfrm>
        </p:grpSpPr>
        <p:sp>
          <p:nvSpPr>
            <p:cNvPr id="46" name="Google Shape;46;p31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1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31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" name="Google Shape;49;p31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" name="Google Shape;50;p31"/>
          <p:cNvGrpSpPr/>
          <p:nvPr/>
        </p:nvGrpSpPr>
        <p:grpSpPr>
          <a:xfrm>
            <a:off x="3643898" y="-436198"/>
            <a:ext cx="133252" cy="1952377"/>
            <a:chOff x="6780548" y="337714"/>
            <a:chExt cx="133252" cy="1952377"/>
          </a:xfrm>
        </p:grpSpPr>
        <p:sp>
          <p:nvSpPr>
            <p:cNvPr id="51" name="Google Shape;51;p31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1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31"/>
          <p:cNvSpPr/>
          <p:nvPr/>
        </p:nvSpPr>
        <p:spPr>
          <a:xfrm>
            <a:off x="8935726" y="10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31"/>
          <p:cNvGrpSpPr/>
          <p:nvPr/>
        </p:nvGrpSpPr>
        <p:grpSpPr>
          <a:xfrm>
            <a:off x="8008096" y="2108910"/>
            <a:ext cx="199001" cy="2139770"/>
            <a:chOff x="8008096" y="2108910"/>
            <a:chExt cx="199001" cy="2139770"/>
          </a:xfrm>
        </p:grpSpPr>
        <p:sp>
          <p:nvSpPr>
            <p:cNvPr id="55" name="Google Shape;55;p31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31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" name="Google Shape;57;p31"/>
          <p:cNvGrpSpPr/>
          <p:nvPr/>
        </p:nvGrpSpPr>
        <p:grpSpPr>
          <a:xfrm>
            <a:off x="520996" y="1091548"/>
            <a:ext cx="199001" cy="2139770"/>
            <a:chOff x="8008096" y="2108910"/>
            <a:chExt cx="199001" cy="2139770"/>
          </a:xfrm>
        </p:grpSpPr>
        <p:sp>
          <p:nvSpPr>
            <p:cNvPr id="58" name="Google Shape;58;p31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31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31"/>
          <p:cNvSpPr txBox="1"/>
          <p:nvPr>
            <p:ph type="ctrTitle"/>
          </p:nvPr>
        </p:nvSpPr>
        <p:spPr>
          <a:xfrm>
            <a:off x="2031287" y="1742775"/>
            <a:ext cx="26220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1" name="Google Shape;61;p31"/>
          <p:cNvSpPr txBox="1"/>
          <p:nvPr>
            <p:ph idx="1" type="subTitle"/>
          </p:nvPr>
        </p:nvSpPr>
        <p:spPr>
          <a:xfrm>
            <a:off x="1791587" y="2417450"/>
            <a:ext cx="31014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2" name="Google Shape;62;p31"/>
          <p:cNvSpPr txBox="1"/>
          <p:nvPr>
            <p:ph idx="2" type="title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618825" y="1679175"/>
            <a:ext cx="3534300" cy="20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32"/>
          <p:cNvSpPr txBox="1"/>
          <p:nvPr>
            <p:ph type="ctrTitle"/>
          </p:nvPr>
        </p:nvSpPr>
        <p:spPr>
          <a:xfrm>
            <a:off x="618825" y="411675"/>
            <a:ext cx="2686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66" name="Google Shape;66;p32"/>
          <p:cNvSpPr/>
          <p:nvPr/>
        </p:nvSpPr>
        <p:spPr>
          <a:xfrm>
            <a:off x="720000" y="46901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2"/>
          <p:cNvSpPr/>
          <p:nvPr/>
        </p:nvSpPr>
        <p:spPr>
          <a:xfrm>
            <a:off x="2058475" y="41522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2"/>
          <p:cNvSpPr/>
          <p:nvPr/>
        </p:nvSpPr>
        <p:spPr>
          <a:xfrm>
            <a:off x="1432075" y="4296400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2"/>
          <p:cNvSpPr/>
          <p:nvPr/>
        </p:nvSpPr>
        <p:spPr>
          <a:xfrm>
            <a:off x="2194725" y="44747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2"/>
          <p:cNvSpPr/>
          <p:nvPr/>
        </p:nvSpPr>
        <p:spPr>
          <a:xfrm>
            <a:off x="1585475" y="4695513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" name="Google Shape;71;p32"/>
          <p:cNvGrpSpPr/>
          <p:nvPr/>
        </p:nvGrpSpPr>
        <p:grpSpPr>
          <a:xfrm>
            <a:off x="8148521" y="3004593"/>
            <a:ext cx="98059" cy="1147595"/>
            <a:chOff x="3347921" y="16006"/>
            <a:chExt cx="98059" cy="1147595"/>
          </a:xfrm>
        </p:grpSpPr>
        <p:sp>
          <p:nvSpPr>
            <p:cNvPr id="72" name="Google Shape;72;p32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952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2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" name="Google Shape;74;p32"/>
          <p:cNvGrpSpPr/>
          <p:nvPr/>
        </p:nvGrpSpPr>
        <p:grpSpPr>
          <a:xfrm>
            <a:off x="281421" y="3769263"/>
            <a:ext cx="121172" cy="760495"/>
            <a:chOff x="5245196" y="3136513"/>
            <a:chExt cx="121172" cy="760495"/>
          </a:xfrm>
        </p:grpSpPr>
        <p:sp>
          <p:nvSpPr>
            <p:cNvPr id="75" name="Google Shape;75;p32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2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" name="Google Shape;77;p32"/>
          <p:cNvGrpSpPr/>
          <p:nvPr/>
        </p:nvGrpSpPr>
        <p:grpSpPr>
          <a:xfrm>
            <a:off x="8534739" y="4069632"/>
            <a:ext cx="57599" cy="831799"/>
            <a:chOff x="2038689" y="173907"/>
            <a:chExt cx="57599" cy="831799"/>
          </a:xfrm>
        </p:grpSpPr>
        <p:sp>
          <p:nvSpPr>
            <p:cNvPr id="78" name="Google Shape;78;p32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952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2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p32"/>
          <p:cNvSpPr/>
          <p:nvPr/>
        </p:nvSpPr>
        <p:spPr>
          <a:xfrm>
            <a:off x="7686100" y="45688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2"/>
          <p:cNvSpPr/>
          <p:nvPr/>
        </p:nvSpPr>
        <p:spPr>
          <a:xfrm>
            <a:off x="8868125" y="3769263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3"/>
          <p:cNvSpPr txBox="1"/>
          <p:nvPr>
            <p:ph type="ctrTitle"/>
          </p:nvPr>
        </p:nvSpPr>
        <p:spPr>
          <a:xfrm>
            <a:off x="923625" y="1196026"/>
            <a:ext cx="982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4" name="Google Shape;84;p33"/>
          <p:cNvSpPr txBox="1"/>
          <p:nvPr>
            <p:ph idx="1" type="subTitle"/>
          </p:nvPr>
        </p:nvSpPr>
        <p:spPr>
          <a:xfrm>
            <a:off x="923637" y="1684093"/>
            <a:ext cx="26205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5" name="Google Shape;85;p33"/>
          <p:cNvSpPr txBox="1"/>
          <p:nvPr>
            <p:ph idx="2" type="ctrTitle"/>
          </p:nvPr>
        </p:nvSpPr>
        <p:spPr>
          <a:xfrm>
            <a:off x="7050379" y="1196025"/>
            <a:ext cx="1137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6" name="Google Shape;86;p33"/>
          <p:cNvSpPr txBox="1"/>
          <p:nvPr>
            <p:ph idx="3" type="subTitle"/>
          </p:nvPr>
        </p:nvSpPr>
        <p:spPr>
          <a:xfrm>
            <a:off x="5450166" y="1684093"/>
            <a:ext cx="27375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7" name="Google Shape;87;p33"/>
          <p:cNvSpPr txBox="1"/>
          <p:nvPr>
            <p:ph idx="4" type="ctrTitle"/>
          </p:nvPr>
        </p:nvSpPr>
        <p:spPr>
          <a:xfrm>
            <a:off x="618825" y="411675"/>
            <a:ext cx="4618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88" name="Google Shape;88;p33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3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3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3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33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93" name="Google Shape;93;p33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3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33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3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4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99" name="Google Shape;99;p34"/>
          <p:cNvSpPr/>
          <p:nvPr/>
        </p:nvSpPr>
        <p:spPr>
          <a:xfrm>
            <a:off x="7573050" y="27737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4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4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4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4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4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4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4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4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4"/>
          <p:cNvSpPr/>
          <p:nvPr/>
        </p:nvSpPr>
        <p:spPr>
          <a:xfrm>
            <a:off x="564075" y="47539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5"/>
          <p:cNvSpPr txBox="1"/>
          <p:nvPr>
            <p:ph idx="1" type="body"/>
          </p:nvPr>
        </p:nvSpPr>
        <p:spPr>
          <a:xfrm>
            <a:off x="618306" y="2199025"/>
            <a:ext cx="19059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35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112" name="Google Shape;112;p35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5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5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5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35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117" name="Google Shape;117;p35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35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35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5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6"/>
          <p:cNvSpPr txBox="1"/>
          <p:nvPr>
            <p:ph type="title"/>
          </p:nvPr>
        </p:nvSpPr>
        <p:spPr>
          <a:xfrm>
            <a:off x="2037000" y="1496400"/>
            <a:ext cx="5070000" cy="21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3" name="Google Shape;123;p36"/>
          <p:cNvSpPr/>
          <p:nvPr/>
        </p:nvSpPr>
        <p:spPr>
          <a:xfrm>
            <a:off x="1060456" y="1158638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6"/>
          <p:cNvSpPr/>
          <p:nvPr/>
        </p:nvSpPr>
        <p:spPr>
          <a:xfrm>
            <a:off x="779974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6"/>
          <p:cNvSpPr/>
          <p:nvPr/>
        </p:nvSpPr>
        <p:spPr>
          <a:xfrm>
            <a:off x="5257933" y="2452405"/>
            <a:ext cx="57599" cy="57599"/>
          </a:xfrm>
          <a:custGeom>
            <a:rect b="b" l="l" r="r" t="t"/>
            <a:pathLst>
              <a:path extrusionOk="0" fill="none" h="2198" w="2198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cap="flat" cmpd="sng" w="952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6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952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6"/>
          <p:cNvSpPr/>
          <p:nvPr/>
        </p:nvSpPr>
        <p:spPr>
          <a:xfrm>
            <a:off x="2307882" y="3002386"/>
            <a:ext cx="104086" cy="104322"/>
          </a:xfrm>
          <a:custGeom>
            <a:rect b="b" l="l" r="r" t="t"/>
            <a:pathLst>
              <a:path extrusionOk="0" fill="none" h="3981" w="3972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cap="flat" cmpd="sng" w="952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6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" name="Google Shape;129;p36"/>
          <p:cNvGrpSpPr/>
          <p:nvPr/>
        </p:nvGrpSpPr>
        <p:grpSpPr>
          <a:xfrm>
            <a:off x="8263682" y="-434366"/>
            <a:ext cx="188886" cy="1181532"/>
            <a:chOff x="2877432" y="975334"/>
            <a:chExt cx="188886" cy="1181532"/>
          </a:xfrm>
        </p:grpSpPr>
        <p:sp>
          <p:nvSpPr>
            <p:cNvPr id="130" name="Google Shape;130;p36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6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6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36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6"/>
          <p:cNvSpPr/>
          <p:nvPr/>
        </p:nvSpPr>
        <p:spPr>
          <a:xfrm>
            <a:off x="6293004" y="835609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6"/>
          <p:cNvSpPr/>
          <p:nvPr/>
        </p:nvSpPr>
        <p:spPr>
          <a:xfrm>
            <a:off x="1778504" y="2156778"/>
            <a:ext cx="119993" cy="119966"/>
          </a:xfrm>
          <a:custGeom>
            <a:rect b="b" l="l" r="r" t="t"/>
            <a:pathLst>
              <a:path extrusionOk="0" h="4578" w="4579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36"/>
          <p:cNvGrpSpPr/>
          <p:nvPr/>
        </p:nvGrpSpPr>
        <p:grpSpPr>
          <a:xfrm>
            <a:off x="3090746" y="-533657"/>
            <a:ext cx="98059" cy="1147595"/>
            <a:chOff x="3347921" y="16006"/>
            <a:chExt cx="98059" cy="1147595"/>
          </a:xfrm>
        </p:grpSpPr>
        <p:sp>
          <p:nvSpPr>
            <p:cNvPr id="137" name="Google Shape;137;p36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952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36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36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140" name="Google Shape;140;p36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36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" name="Google Shape;142;p36"/>
          <p:cNvGrpSpPr/>
          <p:nvPr/>
        </p:nvGrpSpPr>
        <p:grpSpPr>
          <a:xfrm>
            <a:off x="6967836" y="85439"/>
            <a:ext cx="133252" cy="1952377"/>
            <a:chOff x="6780548" y="337714"/>
            <a:chExt cx="133252" cy="1952377"/>
          </a:xfrm>
        </p:grpSpPr>
        <p:sp>
          <p:nvSpPr>
            <p:cNvPr id="143" name="Google Shape;143;p36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36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" name="Google Shape;145;p36"/>
          <p:cNvGrpSpPr/>
          <p:nvPr/>
        </p:nvGrpSpPr>
        <p:grpSpPr>
          <a:xfrm>
            <a:off x="250617" y="2402301"/>
            <a:ext cx="188650" cy="2468355"/>
            <a:chOff x="250617" y="2402301"/>
            <a:chExt cx="188650" cy="2468355"/>
          </a:xfrm>
        </p:grpSpPr>
        <p:sp>
          <p:nvSpPr>
            <p:cNvPr id="146" name="Google Shape;146;p36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36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36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6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" name="Google Shape;150;p36"/>
          <p:cNvGrpSpPr/>
          <p:nvPr/>
        </p:nvGrpSpPr>
        <p:grpSpPr>
          <a:xfrm>
            <a:off x="982417" y="1695096"/>
            <a:ext cx="199237" cy="2828935"/>
            <a:chOff x="1608717" y="1280046"/>
            <a:chExt cx="199237" cy="2828935"/>
          </a:xfrm>
        </p:grpSpPr>
        <p:sp>
          <p:nvSpPr>
            <p:cNvPr id="151" name="Google Shape;151;p36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36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6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p36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155;p36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156" name="Google Shape;156;p36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952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36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" name="Google Shape;158;p36"/>
          <p:cNvGrpSpPr/>
          <p:nvPr/>
        </p:nvGrpSpPr>
        <p:grpSpPr>
          <a:xfrm>
            <a:off x="8008096" y="2108910"/>
            <a:ext cx="199001" cy="2139770"/>
            <a:chOff x="8008096" y="2108910"/>
            <a:chExt cx="199001" cy="2139770"/>
          </a:xfrm>
        </p:grpSpPr>
        <p:sp>
          <p:nvSpPr>
            <p:cNvPr id="159" name="Google Shape;159;p36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36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" name="Google Shape;161;p36"/>
          <p:cNvSpPr/>
          <p:nvPr/>
        </p:nvSpPr>
        <p:spPr>
          <a:xfrm>
            <a:off x="2702019" y="1158651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" name="Google Shape;162;p36"/>
          <p:cNvGrpSpPr/>
          <p:nvPr/>
        </p:nvGrpSpPr>
        <p:grpSpPr>
          <a:xfrm>
            <a:off x="4095146" y="-859690"/>
            <a:ext cx="199001" cy="2139770"/>
            <a:chOff x="8008096" y="2108910"/>
            <a:chExt cx="199001" cy="2139770"/>
          </a:xfrm>
        </p:grpSpPr>
        <p:sp>
          <p:nvSpPr>
            <p:cNvPr id="163" name="Google Shape;163;p36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6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" name="Google Shape;165;p36"/>
          <p:cNvGrpSpPr/>
          <p:nvPr/>
        </p:nvGrpSpPr>
        <p:grpSpPr>
          <a:xfrm>
            <a:off x="6333286" y="3704939"/>
            <a:ext cx="133252" cy="1952377"/>
            <a:chOff x="6780548" y="337714"/>
            <a:chExt cx="133252" cy="1952377"/>
          </a:xfrm>
        </p:grpSpPr>
        <p:sp>
          <p:nvSpPr>
            <p:cNvPr id="166" name="Google Shape;166;p36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6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" name="Google Shape;168;p36"/>
          <p:cNvGrpSpPr/>
          <p:nvPr/>
        </p:nvGrpSpPr>
        <p:grpSpPr>
          <a:xfrm>
            <a:off x="2702021" y="3612763"/>
            <a:ext cx="121172" cy="760495"/>
            <a:chOff x="5245196" y="3136513"/>
            <a:chExt cx="121172" cy="760495"/>
          </a:xfrm>
        </p:grpSpPr>
        <p:sp>
          <p:nvSpPr>
            <p:cNvPr id="169" name="Google Shape;169;p36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6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" name="Google Shape;171;p36"/>
          <p:cNvSpPr/>
          <p:nvPr/>
        </p:nvSpPr>
        <p:spPr>
          <a:xfrm>
            <a:off x="5539523" y="4516718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6"/>
          <p:cNvSpPr/>
          <p:nvPr/>
        </p:nvSpPr>
        <p:spPr>
          <a:xfrm>
            <a:off x="6994217" y="3378784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5" name="Google Shape;175;p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6" name="Google Shape;176;p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8"/>
          <p:cNvSpPr txBox="1"/>
          <p:nvPr>
            <p:ph type="title"/>
          </p:nvPr>
        </p:nvSpPr>
        <p:spPr>
          <a:xfrm>
            <a:off x="581925" y="3391646"/>
            <a:ext cx="4126500" cy="13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9"/>
          <p:cNvSpPr txBox="1"/>
          <p:nvPr>
            <p:ph type="ctrTitle"/>
          </p:nvPr>
        </p:nvSpPr>
        <p:spPr>
          <a:xfrm>
            <a:off x="3068675" y="3075325"/>
            <a:ext cx="3055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1" name="Google Shape;181;p39"/>
          <p:cNvSpPr txBox="1"/>
          <p:nvPr>
            <p:ph idx="1" type="subTitle"/>
          </p:nvPr>
        </p:nvSpPr>
        <p:spPr>
          <a:xfrm>
            <a:off x="2333000" y="1799075"/>
            <a:ext cx="4478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2" name="Google Shape;182;p39"/>
          <p:cNvSpPr/>
          <p:nvPr/>
        </p:nvSpPr>
        <p:spPr>
          <a:xfrm>
            <a:off x="1621169" y="2890613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9"/>
          <p:cNvSpPr/>
          <p:nvPr/>
        </p:nvSpPr>
        <p:spPr>
          <a:xfrm>
            <a:off x="1238740" y="2106884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9"/>
          <p:cNvSpPr/>
          <p:nvPr/>
        </p:nvSpPr>
        <p:spPr>
          <a:xfrm>
            <a:off x="8710023" y="4821495"/>
            <a:ext cx="98059" cy="98295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952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9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952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9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" name="Google Shape;187;p39"/>
          <p:cNvGrpSpPr/>
          <p:nvPr/>
        </p:nvGrpSpPr>
        <p:grpSpPr>
          <a:xfrm>
            <a:off x="8217007" y="3576772"/>
            <a:ext cx="188886" cy="1181532"/>
            <a:chOff x="2877432" y="975334"/>
            <a:chExt cx="188886" cy="1181532"/>
          </a:xfrm>
        </p:grpSpPr>
        <p:sp>
          <p:nvSpPr>
            <p:cNvPr id="188" name="Google Shape;188;p39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39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39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1" name="Google Shape;191;p39"/>
          <p:cNvSpPr/>
          <p:nvPr/>
        </p:nvSpPr>
        <p:spPr>
          <a:xfrm>
            <a:off x="8718796" y="116488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" name="Google Shape;192;p39"/>
          <p:cNvGrpSpPr/>
          <p:nvPr/>
        </p:nvGrpSpPr>
        <p:grpSpPr>
          <a:xfrm>
            <a:off x="7519346" y="3243318"/>
            <a:ext cx="98059" cy="1147595"/>
            <a:chOff x="3347921" y="16006"/>
            <a:chExt cx="98059" cy="1147595"/>
          </a:xfrm>
        </p:grpSpPr>
        <p:sp>
          <p:nvSpPr>
            <p:cNvPr id="193" name="Google Shape;193;p39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952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39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" name="Google Shape;195;p39"/>
          <p:cNvGrpSpPr/>
          <p:nvPr/>
        </p:nvGrpSpPr>
        <p:grpSpPr>
          <a:xfrm>
            <a:off x="805821" y="2953663"/>
            <a:ext cx="121172" cy="760495"/>
            <a:chOff x="5245196" y="3136513"/>
            <a:chExt cx="121172" cy="760495"/>
          </a:xfrm>
        </p:grpSpPr>
        <p:sp>
          <p:nvSpPr>
            <p:cNvPr id="196" name="Google Shape;196;p39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39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p39"/>
          <p:cNvGrpSpPr/>
          <p:nvPr/>
        </p:nvGrpSpPr>
        <p:grpSpPr>
          <a:xfrm>
            <a:off x="250617" y="2402301"/>
            <a:ext cx="188650" cy="2468355"/>
            <a:chOff x="250617" y="2402301"/>
            <a:chExt cx="188650" cy="2468355"/>
          </a:xfrm>
        </p:grpSpPr>
        <p:sp>
          <p:nvSpPr>
            <p:cNvPr id="199" name="Google Shape;199;p39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39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39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39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p39"/>
          <p:cNvSpPr/>
          <p:nvPr/>
        </p:nvSpPr>
        <p:spPr>
          <a:xfrm>
            <a:off x="8307214" y="-383977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9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39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206" name="Google Shape;206;p39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952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9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" name="Google Shape;208;p39"/>
          <p:cNvSpPr/>
          <p:nvPr/>
        </p:nvSpPr>
        <p:spPr>
          <a:xfrm>
            <a:off x="7582340" y="1834534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39"/>
          <p:cNvGrpSpPr/>
          <p:nvPr/>
        </p:nvGrpSpPr>
        <p:grpSpPr>
          <a:xfrm>
            <a:off x="4920170" y="-496491"/>
            <a:ext cx="188886" cy="1181532"/>
            <a:chOff x="2877432" y="975334"/>
            <a:chExt cx="188886" cy="1181532"/>
          </a:xfrm>
        </p:grpSpPr>
        <p:sp>
          <p:nvSpPr>
            <p:cNvPr id="210" name="Google Shape;210;p39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9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39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3" name="Google Shape;213;p39"/>
          <p:cNvSpPr/>
          <p:nvPr/>
        </p:nvSpPr>
        <p:spPr>
          <a:xfrm>
            <a:off x="7084804" y="549572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p39"/>
          <p:cNvGrpSpPr/>
          <p:nvPr/>
        </p:nvGrpSpPr>
        <p:grpSpPr>
          <a:xfrm>
            <a:off x="3030471" y="-223849"/>
            <a:ext cx="121172" cy="760495"/>
            <a:chOff x="5245196" y="3136513"/>
            <a:chExt cx="121172" cy="760495"/>
          </a:xfrm>
        </p:grpSpPr>
        <p:sp>
          <p:nvSpPr>
            <p:cNvPr id="215" name="Google Shape;215;p39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9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" name="Google Shape;217;p39"/>
          <p:cNvGrpSpPr/>
          <p:nvPr/>
        </p:nvGrpSpPr>
        <p:grpSpPr>
          <a:xfrm>
            <a:off x="2306292" y="2569221"/>
            <a:ext cx="199237" cy="2828935"/>
            <a:chOff x="1608717" y="1280046"/>
            <a:chExt cx="199237" cy="2828935"/>
          </a:xfrm>
        </p:grpSpPr>
        <p:sp>
          <p:nvSpPr>
            <p:cNvPr id="218" name="Google Shape;218;p39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39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39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 txBox="1"/>
          <p:nvPr>
            <p:ph hasCustomPrompt="1" type="title"/>
          </p:nvPr>
        </p:nvSpPr>
        <p:spPr>
          <a:xfrm>
            <a:off x="1733725" y="856650"/>
            <a:ext cx="5676600" cy="123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3" name="Google Shape;223;p40"/>
          <p:cNvSpPr txBox="1"/>
          <p:nvPr>
            <p:ph idx="1" type="body"/>
          </p:nvPr>
        </p:nvSpPr>
        <p:spPr>
          <a:xfrm>
            <a:off x="3208075" y="2086950"/>
            <a:ext cx="27279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24" name="Google Shape;224;p40"/>
          <p:cNvGrpSpPr/>
          <p:nvPr/>
        </p:nvGrpSpPr>
        <p:grpSpPr>
          <a:xfrm>
            <a:off x="722446" y="3412541"/>
            <a:ext cx="7699120" cy="1883463"/>
            <a:chOff x="4558950" y="838825"/>
            <a:chExt cx="2813800" cy="688350"/>
          </a:xfrm>
        </p:grpSpPr>
        <p:sp>
          <p:nvSpPr>
            <p:cNvPr id="225" name="Google Shape;225;p40"/>
            <p:cNvSpPr/>
            <p:nvPr/>
          </p:nvSpPr>
          <p:spPr>
            <a:xfrm>
              <a:off x="6067275" y="838825"/>
              <a:ext cx="46025" cy="39525"/>
            </a:xfrm>
            <a:custGeom>
              <a:rect b="b" l="l" r="r" t="t"/>
              <a:pathLst>
                <a:path extrusionOk="0" h="1581" w="1841">
                  <a:moveTo>
                    <a:pt x="1059" y="0"/>
                  </a:moveTo>
                  <a:cubicBezTo>
                    <a:pt x="353" y="0"/>
                    <a:pt x="1" y="857"/>
                    <a:pt x="492" y="1348"/>
                  </a:cubicBezTo>
                  <a:cubicBezTo>
                    <a:pt x="656" y="1508"/>
                    <a:pt x="856" y="1580"/>
                    <a:pt x="1051" y="1580"/>
                  </a:cubicBezTo>
                  <a:cubicBezTo>
                    <a:pt x="1456" y="1580"/>
                    <a:pt x="1840" y="1270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40"/>
            <p:cNvSpPr/>
            <p:nvPr/>
          </p:nvSpPr>
          <p:spPr>
            <a:xfrm>
              <a:off x="4703850" y="911275"/>
              <a:ext cx="2580700" cy="613375"/>
            </a:xfrm>
            <a:custGeom>
              <a:rect b="b" l="l" r="r" t="t"/>
              <a:pathLst>
                <a:path extrusionOk="0" h="24535" w="103228">
                  <a:moveTo>
                    <a:pt x="47431" y="0"/>
                  </a:moveTo>
                  <a:lnTo>
                    <a:pt x="34779" y="13685"/>
                  </a:lnTo>
                  <a:lnTo>
                    <a:pt x="20906" y="18309"/>
                  </a:lnTo>
                  <a:lnTo>
                    <a:pt x="15412" y="16898"/>
                  </a:lnTo>
                  <a:lnTo>
                    <a:pt x="9061" y="9892"/>
                  </a:lnTo>
                  <a:lnTo>
                    <a:pt x="1" y="24459"/>
                  </a:lnTo>
                  <a:lnTo>
                    <a:pt x="127" y="24534"/>
                  </a:lnTo>
                  <a:lnTo>
                    <a:pt x="9086" y="10131"/>
                  </a:lnTo>
                  <a:lnTo>
                    <a:pt x="15336" y="17024"/>
                  </a:lnTo>
                  <a:lnTo>
                    <a:pt x="20893" y="18448"/>
                  </a:lnTo>
                  <a:lnTo>
                    <a:pt x="20918" y="18461"/>
                  </a:lnTo>
                  <a:lnTo>
                    <a:pt x="34855" y="13811"/>
                  </a:lnTo>
                  <a:lnTo>
                    <a:pt x="47431" y="215"/>
                  </a:lnTo>
                  <a:lnTo>
                    <a:pt x="59099" y="12778"/>
                  </a:lnTo>
                  <a:lnTo>
                    <a:pt x="67479" y="19620"/>
                  </a:lnTo>
                  <a:lnTo>
                    <a:pt x="76513" y="18196"/>
                  </a:lnTo>
                  <a:lnTo>
                    <a:pt x="82209" y="19885"/>
                  </a:lnTo>
                  <a:lnTo>
                    <a:pt x="88661" y="9035"/>
                  </a:lnTo>
                  <a:lnTo>
                    <a:pt x="95138" y="5860"/>
                  </a:lnTo>
                  <a:lnTo>
                    <a:pt x="103101" y="24496"/>
                  </a:lnTo>
                  <a:lnTo>
                    <a:pt x="103227" y="24433"/>
                  </a:lnTo>
                  <a:lnTo>
                    <a:pt x="95213" y="5671"/>
                  </a:lnTo>
                  <a:lnTo>
                    <a:pt x="88585" y="8922"/>
                  </a:lnTo>
                  <a:lnTo>
                    <a:pt x="88560" y="8934"/>
                  </a:lnTo>
                  <a:lnTo>
                    <a:pt x="82146" y="19708"/>
                  </a:lnTo>
                  <a:lnTo>
                    <a:pt x="76539" y="18057"/>
                  </a:lnTo>
                  <a:lnTo>
                    <a:pt x="76513" y="18045"/>
                  </a:lnTo>
                  <a:lnTo>
                    <a:pt x="67529" y="19469"/>
                  </a:lnTo>
                  <a:lnTo>
                    <a:pt x="59187" y="12664"/>
                  </a:lnTo>
                  <a:lnTo>
                    <a:pt x="47431" y="0"/>
                  </a:ln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40"/>
            <p:cNvSpPr/>
            <p:nvPr/>
          </p:nvSpPr>
          <p:spPr>
            <a:xfrm>
              <a:off x="4704175" y="930800"/>
              <a:ext cx="2582575" cy="595725"/>
            </a:xfrm>
            <a:custGeom>
              <a:rect b="b" l="l" r="r" t="t"/>
              <a:pathLst>
                <a:path extrusionOk="0" h="23829" w="103303">
                  <a:moveTo>
                    <a:pt x="67125" y="1"/>
                  </a:moveTo>
                  <a:lnTo>
                    <a:pt x="58065" y="5948"/>
                  </a:lnTo>
                  <a:lnTo>
                    <a:pt x="47115" y="9817"/>
                  </a:lnTo>
                  <a:lnTo>
                    <a:pt x="41747" y="17995"/>
                  </a:lnTo>
                  <a:lnTo>
                    <a:pt x="26941" y="870"/>
                  </a:lnTo>
                  <a:lnTo>
                    <a:pt x="19822" y="13421"/>
                  </a:lnTo>
                  <a:lnTo>
                    <a:pt x="8758" y="16054"/>
                  </a:lnTo>
                  <a:lnTo>
                    <a:pt x="8733" y="16054"/>
                  </a:lnTo>
                  <a:lnTo>
                    <a:pt x="1" y="23665"/>
                  </a:lnTo>
                  <a:lnTo>
                    <a:pt x="101" y="23766"/>
                  </a:lnTo>
                  <a:lnTo>
                    <a:pt x="8809" y="16180"/>
                  </a:lnTo>
                  <a:lnTo>
                    <a:pt x="19885" y="13547"/>
                  </a:lnTo>
                  <a:lnTo>
                    <a:pt x="19910" y="13547"/>
                  </a:lnTo>
                  <a:lnTo>
                    <a:pt x="26966" y="1122"/>
                  </a:lnTo>
                  <a:lnTo>
                    <a:pt x="41697" y="18158"/>
                  </a:lnTo>
                  <a:lnTo>
                    <a:pt x="41760" y="18234"/>
                  </a:lnTo>
                  <a:lnTo>
                    <a:pt x="47203" y="9930"/>
                  </a:lnTo>
                  <a:lnTo>
                    <a:pt x="58116" y="6087"/>
                  </a:lnTo>
                  <a:lnTo>
                    <a:pt x="67088" y="190"/>
                  </a:lnTo>
                  <a:lnTo>
                    <a:pt x="73224" y="8884"/>
                  </a:lnTo>
                  <a:lnTo>
                    <a:pt x="73262" y="8935"/>
                  </a:lnTo>
                  <a:lnTo>
                    <a:pt x="81125" y="5583"/>
                  </a:lnTo>
                  <a:lnTo>
                    <a:pt x="94091" y="13408"/>
                  </a:lnTo>
                  <a:lnTo>
                    <a:pt x="103189" y="23829"/>
                  </a:lnTo>
                  <a:lnTo>
                    <a:pt x="103303" y="23728"/>
                  </a:lnTo>
                  <a:lnTo>
                    <a:pt x="94192" y="13307"/>
                  </a:lnTo>
                  <a:lnTo>
                    <a:pt x="81138" y="5419"/>
                  </a:lnTo>
                  <a:lnTo>
                    <a:pt x="73312" y="8758"/>
                  </a:lnTo>
                  <a:lnTo>
                    <a:pt x="67125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40"/>
            <p:cNvSpPr/>
            <p:nvPr/>
          </p:nvSpPr>
          <p:spPr>
            <a:xfrm>
              <a:off x="4904225" y="114595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504" y="1337"/>
                  </a:cubicBezTo>
                  <a:cubicBezTo>
                    <a:pt x="664" y="1501"/>
                    <a:pt x="861" y="1574"/>
                    <a:pt x="1054" y="1574"/>
                  </a:cubicBezTo>
                  <a:cubicBezTo>
                    <a:pt x="1455" y="1574"/>
                    <a:pt x="1840" y="1258"/>
                    <a:pt x="1840" y="782"/>
                  </a:cubicBezTo>
                  <a:cubicBezTo>
                    <a:pt x="1840" y="354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40"/>
            <p:cNvSpPr/>
            <p:nvPr/>
          </p:nvSpPr>
          <p:spPr>
            <a:xfrm>
              <a:off x="5062350" y="1316075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0"/>
                  </a:moveTo>
                  <a:cubicBezTo>
                    <a:pt x="354" y="0"/>
                    <a:pt x="1" y="845"/>
                    <a:pt x="492" y="1336"/>
                  </a:cubicBezTo>
                  <a:cubicBezTo>
                    <a:pt x="656" y="1500"/>
                    <a:pt x="856" y="1573"/>
                    <a:pt x="1051" y="1573"/>
                  </a:cubicBezTo>
                  <a:cubicBezTo>
                    <a:pt x="1456" y="1573"/>
                    <a:pt x="1841" y="1258"/>
                    <a:pt x="1841" y="782"/>
                  </a:cubicBezTo>
                  <a:cubicBezTo>
                    <a:pt x="1841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40"/>
            <p:cNvSpPr/>
            <p:nvPr/>
          </p:nvSpPr>
          <p:spPr>
            <a:xfrm>
              <a:off x="5209475" y="1350400"/>
              <a:ext cx="39725" cy="39725"/>
            </a:xfrm>
            <a:custGeom>
              <a:rect b="b" l="l" r="r" t="t"/>
              <a:pathLst>
                <a:path extrusionOk="0" h="1589" w="1589">
                  <a:moveTo>
                    <a:pt x="794" y="1"/>
                  </a:moveTo>
                  <a:cubicBezTo>
                    <a:pt x="353" y="1"/>
                    <a:pt x="0" y="354"/>
                    <a:pt x="0" y="795"/>
                  </a:cubicBezTo>
                  <a:cubicBezTo>
                    <a:pt x="0" y="1223"/>
                    <a:pt x="353" y="1589"/>
                    <a:pt x="794" y="1589"/>
                  </a:cubicBezTo>
                  <a:cubicBezTo>
                    <a:pt x="1235" y="1589"/>
                    <a:pt x="1588" y="1223"/>
                    <a:pt x="1588" y="795"/>
                  </a:cubicBezTo>
                  <a:cubicBezTo>
                    <a:pt x="1588" y="354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40"/>
            <p:cNvSpPr/>
            <p:nvPr/>
          </p:nvSpPr>
          <p:spPr>
            <a:xfrm>
              <a:off x="5173875" y="12489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3" y="0"/>
                    <a:pt x="0" y="845"/>
                    <a:pt x="505" y="1349"/>
                  </a:cubicBezTo>
                  <a:cubicBezTo>
                    <a:pt x="663" y="1507"/>
                    <a:pt x="858" y="1578"/>
                    <a:pt x="1049" y="1578"/>
                  </a:cubicBezTo>
                  <a:cubicBezTo>
                    <a:pt x="1452" y="1578"/>
                    <a:pt x="1840" y="1264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40"/>
            <p:cNvSpPr/>
            <p:nvPr/>
          </p:nvSpPr>
          <p:spPr>
            <a:xfrm>
              <a:off x="5352500" y="938375"/>
              <a:ext cx="46000" cy="39500"/>
            </a:xfrm>
            <a:custGeom>
              <a:rect b="b" l="l" r="r" t="t"/>
              <a:pathLst>
                <a:path extrusionOk="0" h="1580" w="1840">
                  <a:moveTo>
                    <a:pt x="1059" y="0"/>
                  </a:moveTo>
                  <a:cubicBezTo>
                    <a:pt x="353" y="0"/>
                    <a:pt x="0" y="857"/>
                    <a:pt x="504" y="1348"/>
                  </a:cubicBezTo>
                  <a:cubicBezTo>
                    <a:pt x="664" y="1508"/>
                    <a:pt x="861" y="1580"/>
                    <a:pt x="1054" y="1580"/>
                  </a:cubicBezTo>
                  <a:cubicBezTo>
                    <a:pt x="1455" y="1580"/>
                    <a:pt x="1840" y="1270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40"/>
            <p:cNvSpPr/>
            <p:nvPr/>
          </p:nvSpPr>
          <p:spPr>
            <a:xfrm>
              <a:off x="5722650" y="1358275"/>
              <a:ext cx="46000" cy="39525"/>
            </a:xfrm>
            <a:custGeom>
              <a:rect b="b" l="l" r="r" t="t"/>
              <a:pathLst>
                <a:path extrusionOk="0" h="1581" w="1840">
                  <a:moveTo>
                    <a:pt x="1046" y="1"/>
                  </a:moveTo>
                  <a:cubicBezTo>
                    <a:pt x="353" y="1"/>
                    <a:pt x="0" y="858"/>
                    <a:pt x="492" y="1349"/>
                  </a:cubicBezTo>
                  <a:cubicBezTo>
                    <a:pt x="655" y="1509"/>
                    <a:pt x="855" y="1581"/>
                    <a:pt x="1050" y="1581"/>
                  </a:cubicBezTo>
                  <a:cubicBezTo>
                    <a:pt x="1455" y="1581"/>
                    <a:pt x="1840" y="1271"/>
                    <a:pt x="1840" y="795"/>
                  </a:cubicBezTo>
                  <a:cubicBezTo>
                    <a:pt x="1840" y="354"/>
                    <a:pt x="1487" y="1"/>
                    <a:pt x="1046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40"/>
            <p:cNvSpPr/>
            <p:nvPr/>
          </p:nvSpPr>
          <p:spPr>
            <a:xfrm>
              <a:off x="5859350" y="11573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1"/>
                  </a:moveTo>
                  <a:cubicBezTo>
                    <a:pt x="354" y="1"/>
                    <a:pt x="1" y="845"/>
                    <a:pt x="492" y="1349"/>
                  </a:cubicBezTo>
                  <a:cubicBezTo>
                    <a:pt x="655" y="1507"/>
                    <a:pt x="852" y="1578"/>
                    <a:pt x="1046" y="1578"/>
                  </a:cubicBezTo>
                  <a:cubicBezTo>
                    <a:pt x="1453" y="1578"/>
                    <a:pt x="1841" y="1264"/>
                    <a:pt x="1841" y="794"/>
                  </a:cubicBezTo>
                  <a:cubicBezTo>
                    <a:pt x="1841" y="353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40"/>
            <p:cNvSpPr/>
            <p:nvPr/>
          </p:nvSpPr>
          <p:spPr>
            <a:xfrm>
              <a:off x="6131225" y="106090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1"/>
                  </a:moveTo>
                  <a:cubicBezTo>
                    <a:pt x="353" y="1"/>
                    <a:pt x="1" y="845"/>
                    <a:pt x="492" y="1336"/>
                  </a:cubicBezTo>
                  <a:cubicBezTo>
                    <a:pt x="656" y="1500"/>
                    <a:pt x="856" y="1574"/>
                    <a:pt x="1051" y="1574"/>
                  </a:cubicBezTo>
                  <a:cubicBezTo>
                    <a:pt x="1456" y="1574"/>
                    <a:pt x="1840" y="1258"/>
                    <a:pt x="1840" y="782"/>
                  </a:cubicBezTo>
                  <a:cubicBezTo>
                    <a:pt x="1840" y="341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0"/>
            <p:cNvSpPr/>
            <p:nvPr/>
          </p:nvSpPr>
          <p:spPr>
            <a:xfrm>
              <a:off x="6358050" y="91442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0"/>
                  </a:moveTo>
                  <a:cubicBezTo>
                    <a:pt x="353" y="0"/>
                    <a:pt x="0" y="845"/>
                    <a:pt x="504" y="1336"/>
                  </a:cubicBezTo>
                  <a:cubicBezTo>
                    <a:pt x="664" y="1500"/>
                    <a:pt x="861" y="1573"/>
                    <a:pt x="1054" y="1573"/>
                  </a:cubicBezTo>
                  <a:cubicBezTo>
                    <a:pt x="1455" y="1573"/>
                    <a:pt x="1840" y="1258"/>
                    <a:pt x="1840" y="782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0"/>
            <p:cNvSpPr/>
            <p:nvPr/>
          </p:nvSpPr>
          <p:spPr>
            <a:xfrm>
              <a:off x="6510200" y="112832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6" y="0"/>
                  </a:moveTo>
                  <a:cubicBezTo>
                    <a:pt x="353" y="0"/>
                    <a:pt x="0" y="845"/>
                    <a:pt x="492" y="1349"/>
                  </a:cubicBezTo>
                  <a:cubicBezTo>
                    <a:pt x="650" y="1507"/>
                    <a:pt x="846" y="1578"/>
                    <a:pt x="1039" y="1578"/>
                  </a:cubicBezTo>
                  <a:cubicBezTo>
                    <a:pt x="1446" y="1578"/>
                    <a:pt x="1840" y="1264"/>
                    <a:pt x="1840" y="794"/>
                  </a:cubicBezTo>
                  <a:cubicBezTo>
                    <a:pt x="1840" y="353"/>
                    <a:pt x="1487" y="0"/>
                    <a:pt x="1046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0"/>
            <p:cNvSpPr/>
            <p:nvPr/>
          </p:nvSpPr>
          <p:spPr>
            <a:xfrm>
              <a:off x="6708025" y="1051150"/>
              <a:ext cx="46025" cy="39425"/>
            </a:xfrm>
            <a:custGeom>
              <a:rect b="b" l="l" r="r" t="t"/>
              <a:pathLst>
                <a:path extrusionOk="0" h="1577" w="1841">
                  <a:moveTo>
                    <a:pt x="1059" y="0"/>
                  </a:moveTo>
                  <a:cubicBezTo>
                    <a:pt x="354" y="0"/>
                    <a:pt x="1" y="844"/>
                    <a:pt x="492" y="1348"/>
                  </a:cubicBezTo>
                  <a:cubicBezTo>
                    <a:pt x="654" y="1506"/>
                    <a:pt x="851" y="1577"/>
                    <a:pt x="1044" y="1577"/>
                  </a:cubicBezTo>
                  <a:cubicBezTo>
                    <a:pt x="1451" y="1577"/>
                    <a:pt x="1840" y="1260"/>
                    <a:pt x="1840" y="781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40"/>
            <p:cNvSpPr/>
            <p:nvPr/>
          </p:nvSpPr>
          <p:spPr>
            <a:xfrm>
              <a:off x="7033125" y="12448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7" y="1"/>
                  </a:moveTo>
                  <a:cubicBezTo>
                    <a:pt x="341" y="1"/>
                    <a:pt x="1" y="858"/>
                    <a:pt x="492" y="1349"/>
                  </a:cubicBezTo>
                  <a:cubicBezTo>
                    <a:pt x="651" y="1507"/>
                    <a:pt x="847" y="1578"/>
                    <a:pt x="1040" y="1578"/>
                  </a:cubicBezTo>
                  <a:cubicBezTo>
                    <a:pt x="1447" y="1578"/>
                    <a:pt x="1841" y="1264"/>
                    <a:pt x="1841" y="795"/>
                  </a:cubicBezTo>
                  <a:cubicBezTo>
                    <a:pt x="1841" y="353"/>
                    <a:pt x="1488" y="1"/>
                    <a:pt x="1047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40"/>
            <p:cNvSpPr/>
            <p:nvPr/>
          </p:nvSpPr>
          <p:spPr>
            <a:xfrm>
              <a:off x="4898850" y="131355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1"/>
                  </a:moveTo>
                  <a:cubicBezTo>
                    <a:pt x="354" y="1"/>
                    <a:pt x="1" y="845"/>
                    <a:pt x="492" y="1336"/>
                  </a:cubicBezTo>
                  <a:cubicBezTo>
                    <a:pt x="656" y="1500"/>
                    <a:pt x="856" y="1574"/>
                    <a:pt x="1051" y="1574"/>
                  </a:cubicBezTo>
                  <a:cubicBezTo>
                    <a:pt x="1456" y="1574"/>
                    <a:pt x="1841" y="1258"/>
                    <a:pt x="1841" y="782"/>
                  </a:cubicBezTo>
                  <a:cubicBezTo>
                    <a:pt x="1841" y="341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40"/>
            <p:cNvSpPr/>
            <p:nvPr/>
          </p:nvSpPr>
          <p:spPr>
            <a:xfrm>
              <a:off x="5551575" y="123480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0"/>
                  </a:moveTo>
                  <a:cubicBezTo>
                    <a:pt x="354" y="0"/>
                    <a:pt x="1" y="845"/>
                    <a:pt x="505" y="1336"/>
                  </a:cubicBezTo>
                  <a:cubicBezTo>
                    <a:pt x="665" y="1500"/>
                    <a:pt x="862" y="1573"/>
                    <a:pt x="1055" y="1573"/>
                  </a:cubicBezTo>
                  <a:cubicBezTo>
                    <a:pt x="1456" y="1573"/>
                    <a:pt x="1841" y="1258"/>
                    <a:pt x="1841" y="782"/>
                  </a:cubicBezTo>
                  <a:cubicBezTo>
                    <a:pt x="1841" y="341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40"/>
            <p:cNvSpPr/>
            <p:nvPr/>
          </p:nvSpPr>
          <p:spPr>
            <a:xfrm>
              <a:off x="5887400" y="907725"/>
              <a:ext cx="45075" cy="39575"/>
            </a:xfrm>
            <a:custGeom>
              <a:rect b="b" l="l" r="r" t="t"/>
              <a:pathLst>
                <a:path extrusionOk="0" h="1583" w="1803">
                  <a:moveTo>
                    <a:pt x="896" y="1"/>
                  </a:moveTo>
                  <a:cubicBezTo>
                    <a:pt x="589" y="1"/>
                    <a:pt x="299" y="182"/>
                    <a:pt x="177" y="483"/>
                  </a:cubicBezTo>
                  <a:cubicBezTo>
                    <a:pt x="0" y="886"/>
                    <a:pt x="189" y="1352"/>
                    <a:pt x="593" y="1516"/>
                  </a:cubicBezTo>
                  <a:cubicBezTo>
                    <a:pt x="695" y="1561"/>
                    <a:pt x="802" y="1582"/>
                    <a:pt x="907" y="1582"/>
                  </a:cubicBezTo>
                  <a:cubicBezTo>
                    <a:pt x="1215" y="1582"/>
                    <a:pt x="1507" y="1400"/>
                    <a:pt x="1639" y="1100"/>
                  </a:cubicBezTo>
                  <a:cubicBezTo>
                    <a:pt x="1802" y="697"/>
                    <a:pt x="1613" y="231"/>
                    <a:pt x="1210" y="67"/>
                  </a:cubicBezTo>
                  <a:cubicBezTo>
                    <a:pt x="1107" y="22"/>
                    <a:pt x="1001" y="1"/>
                    <a:pt x="896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40"/>
            <p:cNvSpPr/>
            <p:nvPr/>
          </p:nvSpPr>
          <p:spPr>
            <a:xfrm>
              <a:off x="6166200" y="1209275"/>
              <a:ext cx="39700" cy="39725"/>
            </a:xfrm>
            <a:custGeom>
              <a:rect b="b" l="l" r="r" t="t"/>
              <a:pathLst>
                <a:path extrusionOk="0" h="1589" w="1588">
                  <a:moveTo>
                    <a:pt x="794" y="1"/>
                  </a:moveTo>
                  <a:cubicBezTo>
                    <a:pt x="366" y="1"/>
                    <a:pt x="0" y="354"/>
                    <a:pt x="0" y="795"/>
                  </a:cubicBezTo>
                  <a:cubicBezTo>
                    <a:pt x="0" y="1223"/>
                    <a:pt x="366" y="1588"/>
                    <a:pt x="794" y="1588"/>
                  </a:cubicBezTo>
                  <a:cubicBezTo>
                    <a:pt x="1235" y="1588"/>
                    <a:pt x="1588" y="1223"/>
                    <a:pt x="1588" y="795"/>
                  </a:cubicBezTo>
                  <a:cubicBezTo>
                    <a:pt x="1588" y="354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40"/>
            <p:cNvSpPr/>
            <p:nvPr/>
          </p:nvSpPr>
          <p:spPr>
            <a:xfrm>
              <a:off x="6373800" y="1380650"/>
              <a:ext cx="39700" cy="39400"/>
            </a:xfrm>
            <a:custGeom>
              <a:rect b="b" l="l" r="r" t="t"/>
              <a:pathLst>
                <a:path extrusionOk="0" h="1576" w="1588">
                  <a:moveTo>
                    <a:pt x="794" y="1"/>
                  </a:moveTo>
                  <a:cubicBezTo>
                    <a:pt x="353" y="1"/>
                    <a:pt x="0" y="353"/>
                    <a:pt x="0" y="794"/>
                  </a:cubicBezTo>
                  <a:cubicBezTo>
                    <a:pt x="0" y="1223"/>
                    <a:pt x="353" y="1576"/>
                    <a:pt x="794" y="1576"/>
                  </a:cubicBezTo>
                  <a:cubicBezTo>
                    <a:pt x="1235" y="1576"/>
                    <a:pt x="1588" y="1223"/>
                    <a:pt x="1588" y="794"/>
                  </a:cubicBezTo>
                  <a:cubicBezTo>
                    <a:pt x="1588" y="353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40"/>
            <p:cNvSpPr/>
            <p:nvPr/>
          </p:nvSpPr>
          <p:spPr>
            <a:xfrm>
              <a:off x="6594950" y="134442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491" y="1336"/>
                  </a:cubicBezTo>
                  <a:cubicBezTo>
                    <a:pt x="655" y="1500"/>
                    <a:pt x="855" y="1573"/>
                    <a:pt x="1050" y="1573"/>
                  </a:cubicBezTo>
                  <a:cubicBezTo>
                    <a:pt x="1455" y="1573"/>
                    <a:pt x="1840" y="1258"/>
                    <a:pt x="1840" y="782"/>
                  </a:cubicBezTo>
                  <a:cubicBezTo>
                    <a:pt x="1840" y="353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40"/>
            <p:cNvSpPr/>
            <p:nvPr/>
          </p:nvSpPr>
          <p:spPr>
            <a:xfrm>
              <a:off x="6731025" y="1382850"/>
              <a:ext cx="46025" cy="39475"/>
            </a:xfrm>
            <a:custGeom>
              <a:rect b="b" l="l" r="r" t="t"/>
              <a:pathLst>
                <a:path extrusionOk="0" h="1579" w="1841">
                  <a:moveTo>
                    <a:pt x="1059" y="1"/>
                  </a:moveTo>
                  <a:cubicBezTo>
                    <a:pt x="353" y="1"/>
                    <a:pt x="1" y="858"/>
                    <a:pt x="505" y="1349"/>
                  </a:cubicBezTo>
                  <a:cubicBezTo>
                    <a:pt x="663" y="1507"/>
                    <a:pt x="858" y="1578"/>
                    <a:pt x="1049" y="1578"/>
                  </a:cubicBezTo>
                  <a:cubicBezTo>
                    <a:pt x="1452" y="1578"/>
                    <a:pt x="1840" y="1265"/>
                    <a:pt x="1840" y="795"/>
                  </a:cubicBezTo>
                  <a:cubicBezTo>
                    <a:pt x="1840" y="354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40"/>
            <p:cNvSpPr/>
            <p:nvPr/>
          </p:nvSpPr>
          <p:spPr>
            <a:xfrm>
              <a:off x="6891700" y="111635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46" y="1"/>
                  </a:moveTo>
                  <a:cubicBezTo>
                    <a:pt x="353" y="1"/>
                    <a:pt x="0" y="845"/>
                    <a:pt x="491" y="1336"/>
                  </a:cubicBezTo>
                  <a:cubicBezTo>
                    <a:pt x="651" y="1500"/>
                    <a:pt x="850" y="1573"/>
                    <a:pt x="1045" y="1573"/>
                  </a:cubicBezTo>
                  <a:cubicBezTo>
                    <a:pt x="1450" y="1573"/>
                    <a:pt x="1840" y="1258"/>
                    <a:pt x="1840" y="782"/>
                  </a:cubicBezTo>
                  <a:cubicBezTo>
                    <a:pt x="1840" y="353"/>
                    <a:pt x="1487" y="1"/>
                    <a:pt x="1046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40"/>
            <p:cNvSpPr/>
            <p:nvPr/>
          </p:nvSpPr>
          <p:spPr>
            <a:xfrm>
              <a:off x="7059275" y="10354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4" y="0"/>
                    <a:pt x="1" y="844"/>
                    <a:pt x="505" y="1348"/>
                  </a:cubicBezTo>
                  <a:cubicBezTo>
                    <a:pt x="663" y="1507"/>
                    <a:pt x="858" y="1577"/>
                    <a:pt x="1049" y="1577"/>
                  </a:cubicBezTo>
                  <a:cubicBezTo>
                    <a:pt x="1452" y="1577"/>
                    <a:pt x="1840" y="1264"/>
                    <a:pt x="1840" y="794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40"/>
            <p:cNvSpPr/>
            <p:nvPr/>
          </p:nvSpPr>
          <p:spPr>
            <a:xfrm>
              <a:off x="4708275" y="856450"/>
              <a:ext cx="2575650" cy="667875"/>
            </a:xfrm>
            <a:custGeom>
              <a:rect b="b" l="l" r="r" t="t"/>
              <a:pathLst>
                <a:path extrusionOk="0" h="26715" w="103026">
                  <a:moveTo>
                    <a:pt x="55432" y="1"/>
                  </a:moveTo>
                  <a:lnTo>
                    <a:pt x="46271" y="7952"/>
                  </a:lnTo>
                  <a:lnTo>
                    <a:pt x="35938" y="5507"/>
                  </a:lnTo>
                  <a:lnTo>
                    <a:pt x="35913" y="5507"/>
                  </a:lnTo>
                  <a:lnTo>
                    <a:pt x="27294" y="11934"/>
                  </a:lnTo>
                  <a:lnTo>
                    <a:pt x="16382" y="6188"/>
                  </a:lnTo>
                  <a:lnTo>
                    <a:pt x="11480" y="23287"/>
                  </a:lnTo>
                  <a:lnTo>
                    <a:pt x="0" y="26526"/>
                  </a:lnTo>
                  <a:lnTo>
                    <a:pt x="38" y="26664"/>
                  </a:lnTo>
                  <a:lnTo>
                    <a:pt x="11593" y="23401"/>
                  </a:lnTo>
                  <a:lnTo>
                    <a:pt x="16470" y="6389"/>
                  </a:lnTo>
                  <a:lnTo>
                    <a:pt x="27306" y="12098"/>
                  </a:lnTo>
                  <a:lnTo>
                    <a:pt x="35938" y="5659"/>
                  </a:lnTo>
                  <a:lnTo>
                    <a:pt x="46309" y="8103"/>
                  </a:lnTo>
                  <a:lnTo>
                    <a:pt x="55419" y="215"/>
                  </a:lnTo>
                  <a:lnTo>
                    <a:pt x="64958" y="12186"/>
                  </a:lnTo>
                  <a:lnTo>
                    <a:pt x="64970" y="12211"/>
                  </a:lnTo>
                  <a:lnTo>
                    <a:pt x="79663" y="15815"/>
                  </a:lnTo>
                  <a:lnTo>
                    <a:pt x="79714" y="15827"/>
                  </a:lnTo>
                  <a:lnTo>
                    <a:pt x="87186" y="5293"/>
                  </a:lnTo>
                  <a:lnTo>
                    <a:pt x="90815" y="19368"/>
                  </a:lnTo>
                  <a:lnTo>
                    <a:pt x="90815" y="19394"/>
                  </a:lnTo>
                  <a:lnTo>
                    <a:pt x="102950" y="26715"/>
                  </a:lnTo>
                  <a:lnTo>
                    <a:pt x="103025" y="26589"/>
                  </a:lnTo>
                  <a:lnTo>
                    <a:pt x="90941" y="19305"/>
                  </a:lnTo>
                  <a:lnTo>
                    <a:pt x="87249" y="4966"/>
                  </a:lnTo>
                  <a:lnTo>
                    <a:pt x="79651" y="15664"/>
                  </a:lnTo>
                  <a:lnTo>
                    <a:pt x="65046" y="12085"/>
                  </a:lnTo>
                  <a:lnTo>
                    <a:pt x="5543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40"/>
            <p:cNvSpPr/>
            <p:nvPr/>
          </p:nvSpPr>
          <p:spPr>
            <a:xfrm>
              <a:off x="4558950" y="1523350"/>
              <a:ext cx="2813800" cy="3825"/>
            </a:xfrm>
            <a:custGeom>
              <a:rect b="b" l="l" r="r" t="t"/>
              <a:pathLst>
                <a:path extrusionOk="0" h="153" w="112552">
                  <a:moveTo>
                    <a:pt x="1" y="1"/>
                  </a:moveTo>
                  <a:lnTo>
                    <a:pt x="1" y="152"/>
                  </a:lnTo>
                  <a:lnTo>
                    <a:pt x="112552" y="152"/>
                  </a:lnTo>
                  <a:lnTo>
                    <a:pt x="112552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40"/>
            <p:cNvSpPr/>
            <p:nvPr/>
          </p:nvSpPr>
          <p:spPr>
            <a:xfrm>
              <a:off x="4967225" y="14187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3" y="0"/>
                    <a:pt x="0" y="845"/>
                    <a:pt x="492" y="1349"/>
                  </a:cubicBezTo>
                  <a:cubicBezTo>
                    <a:pt x="654" y="1506"/>
                    <a:pt x="850" y="1577"/>
                    <a:pt x="1043" y="1577"/>
                  </a:cubicBezTo>
                  <a:cubicBezTo>
                    <a:pt x="1451" y="1577"/>
                    <a:pt x="1840" y="1261"/>
                    <a:pt x="1840" y="782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40"/>
            <p:cNvSpPr/>
            <p:nvPr/>
          </p:nvSpPr>
          <p:spPr>
            <a:xfrm>
              <a:off x="5101172" y="992325"/>
              <a:ext cx="42875" cy="39850"/>
            </a:xfrm>
            <a:custGeom>
              <a:rect b="b" l="l" r="r" t="t"/>
              <a:pathLst>
                <a:path extrusionOk="0" h="1594" w="1715">
                  <a:moveTo>
                    <a:pt x="849" y="1"/>
                  </a:moveTo>
                  <a:cubicBezTo>
                    <a:pt x="810" y="1"/>
                    <a:pt x="771" y="4"/>
                    <a:pt x="731" y="9"/>
                  </a:cubicBezTo>
                  <a:cubicBezTo>
                    <a:pt x="290" y="85"/>
                    <a:pt x="1" y="488"/>
                    <a:pt x="76" y="917"/>
                  </a:cubicBezTo>
                  <a:cubicBezTo>
                    <a:pt x="133" y="1317"/>
                    <a:pt x="482" y="1593"/>
                    <a:pt x="866" y="1593"/>
                  </a:cubicBezTo>
                  <a:cubicBezTo>
                    <a:pt x="905" y="1593"/>
                    <a:pt x="944" y="1590"/>
                    <a:pt x="983" y="1584"/>
                  </a:cubicBezTo>
                  <a:cubicBezTo>
                    <a:pt x="1412" y="1509"/>
                    <a:pt x="1714" y="1106"/>
                    <a:pt x="1639" y="665"/>
                  </a:cubicBezTo>
                  <a:cubicBezTo>
                    <a:pt x="1581" y="276"/>
                    <a:pt x="1233" y="1"/>
                    <a:pt x="84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40"/>
            <p:cNvSpPr/>
            <p:nvPr/>
          </p:nvSpPr>
          <p:spPr>
            <a:xfrm>
              <a:off x="5364775" y="11362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6" y="0"/>
                  </a:moveTo>
                  <a:cubicBezTo>
                    <a:pt x="353" y="0"/>
                    <a:pt x="1" y="845"/>
                    <a:pt x="492" y="1349"/>
                  </a:cubicBezTo>
                  <a:cubicBezTo>
                    <a:pt x="654" y="1507"/>
                    <a:pt x="852" y="1578"/>
                    <a:pt x="1045" y="1578"/>
                  </a:cubicBezTo>
                  <a:cubicBezTo>
                    <a:pt x="1452" y="1578"/>
                    <a:pt x="1840" y="1264"/>
                    <a:pt x="1840" y="794"/>
                  </a:cubicBezTo>
                  <a:cubicBezTo>
                    <a:pt x="1840" y="353"/>
                    <a:pt x="1488" y="0"/>
                    <a:pt x="1046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40"/>
            <p:cNvSpPr/>
            <p:nvPr/>
          </p:nvSpPr>
          <p:spPr>
            <a:xfrm>
              <a:off x="5581825" y="976800"/>
              <a:ext cx="46025" cy="39525"/>
            </a:xfrm>
            <a:custGeom>
              <a:rect b="b" l="l" r="r" t="t"/>
              <a:pathLst>
                <a:path extrusionOk="0" h="1581" w="1841">
                  <a:moveTo>
                    <a:pt x="1059" y="0"/>
                  </a:moveTo>
                  <a:cubicBezTo>
                    <a:pt x="353" y="0"/>
                    <a:pt x="1" y="857"/>
                    <a:pt x="505" y="1349"/>
                  </a:cubicBezTo>
                  <a:cubicBezTo>
                    <a:pt x="664" y="1508"/>
                    <a:pt x="861" y="1580"/>
                    <a:pt x="1055" y="1580"/>
                  </a:cubicBezTo>
                  <a:cubicBezTo>
                    <a:pt x="1456" y="1580"/>
                    <a:pt x="1840" y="1270"/>
                    <a:pt x="1840" y="794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0"/>
            <p:cNvSpPr/>
            <p:nvPr/>
          </p:nvSpPr>
          <p:spPr>
            <a:xfrm>
              <a:off x="5838875" y="103602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4" y="0"/>
                    <a:pt x="1" y="845"/>
                    <a:pt x="492" y="1349"/>
                  </a:cubicBezTo>
                  <a:cubicBezTo>
                    <a:pt x="655" y="1507"/>
                    <a:pt x="852" y="1578"/>
                    <a:pt x="1046" y="1578"/>
                  </a:cubicBezTo>
                  <a:cubicBezTo>
                    <a:pt x="1453" y="1578"/>
                    <a:pt x="1841" y="1264"/>
                    <a:pt x="1841" y="794"/>
                  </a:cubicBezTo>
                  <a:cubicBezTo>
                    <a:pt x="1841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0"/>
            <p:cNvSpPr/>
            <p:nvPr/>
          </p:nvSpPr>
          <p:spPr>
            <a:xfrm>
              <a:off x="6316150" y="1138400"/>
              <a:ext cx="39700" cy="39400"/>
            </a:xfrm>
            <a:custGeom>
              <a:rect b="b" l="l" r="r" t="t"/>
              <a:pathLst>
                <a:path extrusionOk="0" h="1576" w="1588">
                  <a:moveTo>
                    <a:pt x="794" y="1"/>
                  </a:moveTo>
                  <a:cubicBezTo>
                    <a:pt x="353" y="1"/>
                    <a:pt x="0" y="353"/>
                    <a:pt x="0" y="782"/>
                  </a:cubicBezTo>
                  <a:cubicBezTo>
                    <a:pt x="0" y="1223"/>
                    <a:pt x="353" y="1576"/>
                    <a:pt x="794" y="1576"/>
                  </a:cubicBezTo>
                  <a:cubicBezTo>
                    <a:pt x="1235" y="1576"/>
                    <a:pt x="1588" y="1223"/>
                    <a:pt x="1588" y="782"/>
                  </a:cubicBezTo>
                  <a:cubicBezTo>
                    <a:pt x="1588" y="353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0"/>
            <p:cNvSpPr/>
            <p:nvPr/>
          </p:nvSpPr>
          <p:spPr>
            <a:xfrm>
              <a:off x="6675275" y="123007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46" y="0"/>
                  </a:moveTo>
                  <a:cubicBezTo>
                    <a:pt x="353" y="0"/>
                    <a:pt x="0" y="845"/>
                    <a:pt x="492" y="1336"/>
                  </a:cubicBezTo>
                  <a:cubicBezTo>
                    <a:pt x="656" y="1500"/>
                    <a:pt x="856" y="1573"/>
                    <a:pt x="1051" y="1573"/>
                  </a:cubicBezTo>
                  <a:cubicBezTo>
                    <a:pt x="1456" y="1573"/>
                    <a:pt x="1840" y="1258"/>
                    <a:pt x="1840" y="782"/>
                  </a:cubicBezTo>
                  <a:cubicBezTo>
                    <a:pt x="1840" y="353"/>
                    <a:pt x="1487" y="0"/>
                    <a:pt x="1046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0"/>
            <p:cNvSpPr/>
            <p:nvPr/>
          </p:nvSpPr>
          <p:spPr>
            <a:xfrm>
              <a:off x="6863325" y="967025"/>
              <a:ext cx="46350" cy="39350"/>
            </a:xfrm>
            <a:custGeom>
              <a:rect b="b" l="l" r="r" t="t"/>
              <a:pathLst>
                <a:path extrusionOk="0" h="1574" w="1854">
                  <a:moveTo>
                    <a:pt x="1059" y="1"/>
                  </a:moveTo>
                  <a:cubicBezTo>
                    <a:pt x="354" y="1"/>
                    <a:pt x="1" y="845"/>
                    <a:pt x="505" y="1336"/>
                  </a:cubicBezTo>
                  <a:cubicBezTo>
                    <a:pt x="665" y="1500"/>
                    <a:pt x="863" y="1574"/>
                    <a:pt x="1058" y="1574"/>
                  </a:cubicBezTo>
                  <a:cubicBezTo>
                    <a:pt x="1463" y="1574"/>
                    <a:pt x="1853" y="1258"/>
                    <a:pt x="1853" y="782"/>
                  </a:cubicBezTo>
                  <a:cubicBezTo>
                    <a:pt x="1853" y="341"/>
                    <a:pt x="1500" y="1"/>
                    <a:pt x="105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0"/>
            <p:cNvSpPr/>
            <p:nvPr/>
          </p:nvSpPr>
          <p:spPr>
            <a:xfrm>
              <a:off x="6956275" y="132300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504" y="1336"/>
                  </a:cubicBezTo>
                  <a:cubicBezTo>
                    <a:pt x="664" y="1500"/>
                    <a:pt x="861" y="1574"/>
                    <a:pt x="1055" y="1574"/>
                  </a:cubicBezTo>
                  <a:cubicBezTo>
                    <a:pt x="1456" y="1574"/>
                    <a:pt x="1840" y="1258"/>
                    <a:pt x="1840" y="782"/>
                  </a:cubicBezTo>
                  <a:cubicBezTo>
                    <a:pt x="1840" y="354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1"/>
          <p:cNvSpPr txBox="1"/>
          <p:nvPr>
            <p:ph idx="1" type="subTitle"/>
          </p:nvPr>
        </p:nvSpPr>
        <p:spPr>
          <a:xfrm>
            <a:off x="6429027" y="3829680"/>
            <a:ext cx="2428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62" name="Google Shape;262;p41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1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1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1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1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1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1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1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1"/>
          <p:cNvSpPr/>
          <p:nvPr/>
        </p:nvSpPr>
        <p:spPr>
          <a:xfrm>
            <a:off x="285750" y="4542650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1"/>
          <p:cNvSpPr/>
          <p:nvPr/>
        </p:nvSpPr>
        <p:spPr>
          <a:xfrm>
            <a:off x="439150" y="48034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1"/>
          <p:cNvSpPr txBox="1"/>
          <p:nvPr>
            <p:ph type="ctrTitle"/>
          </p:nvPr>
        </p:nvSpPr>
        <p:spPr>
          <a:xfrm>
            <a:off x="970814" y="3396800"/>
            <a:ext cx="215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73" name="Google Shape;273;p41"/>
          <p:cNvSpPr txBox="1"/>
          <p:nvPr>
            <p:ph idx="2" type="subTitle"/>
          </p:nvPr>
        </p:nvSpPr>
        <p:spPr>
          <a:xfrm>
            <a:off x="970814" y="3829680"/>
            <a:ext cx="2428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4" name="Google Shape;274;p41"/>
          <p:cNvSpPr txBox="1"/>
          <p:nvPr>
            <p:ph idx="3" type="title"/>
          </p:nvPr>
        </p:nvSpPr>
        <p:spPr>
          <a:xfrm>
            <a:off x="970814" y="2645887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75" name="Google Shape;275;p41"/>
          <p:cNvSpPr txBox="1"/>
          <p:nvPr>
            <p:ph idx="4" type="ctrTitle"/>
          </p:nvPr>
        </p:nvSpPr>
        <p:spPr>
          <a:xfrm>
            <a:off x="3690348" y="3396800"/>
            <a:ext cx="1386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76" name="Google Shape;276;p41"/>
          <p:cNvSpPr txBox="1"/>
          <p:nvPr>
            <p:ph idx="5" type="subTitle"/>
          </p:nvPr>
        </p:nvSpPr>
        <p:spPr>
          <a:xfrm>
            <a:off x="3690341" y="3829680"/>
            <a:ext cx="2428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7" name="Google Shape;277;p41"/>
          <p:cNvSpPr txBox="1"/>
          <p:nvPr>
            <p:ph idx="6" type="title"/>
          </p:nvPr>
        </p:nvSpPr>
        <p:spPr>
          <a:xfrm>
            <a:off x="3690341" y="2645887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78" name="Google Shape;278;p41"/>
          <p:cNvSpPr txBox="1"/>
          <p:nvPr>
            <p:ph idx="7" type="ctrTitle"/>
          </p:nvPr>
        </p:nvSpPr>
        <p:spPr>
          <a:xfrm>
            <a:off x="618825" y="411675"/>
            <a:ext cx="4576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279" name="Google Shape;279;p41"/>
          <p:cNvSpPr txBox="1"/>
          <p:nvPr>
            <p:ph idx="8" type="ctrTitle"/>
          </p:nvPr>
        </p:nvSpPr>
        <p:spPr>
          <a:xfrm>
            <a:off x="6428436" y="3377738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80" name="Google Shape;280;p41"/>
          <p:cNvSpPr txBox="1"/>
          <p:nvPr>
            <p:ph idx="9" type="title"/>
          </p:nvPr>
        </p:nvSpPr>
        <p:spPr>
          <a:xfrm>
            <a:off x="6428436" y="2645887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81" name="Google Shape;281;p41"/>
          <p:cNvSpPr txBox="1"/>
          <p:nvPr>
            <p:ph idx="13" type="ctrTitle"/>
          </p:nvPr>
        </p:nvSpPr>
        <p:spPr>
          <a:xfrm>
            <a:off x="6429027" y="3396800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 txBox="1"/>
          <p:nvPr>
            <p:ph type="ctrTitle"/>
          </p:nvPr>
        </p:nvSpPr>
        <p:spPr>
          <a:xfrm>
            <a:off x="4696481" y="1365079"/>
            <a:ext cx="26556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84" name="Google Shape;284;p42"/>
          <p:cNvSpPr txBox="1"/>
          <p:nvPr>
            <p:ph idx="1" type="subTitle"/>
          </p:nvPr>
        </p:nvSpPr>
        <p:spPr>
          <a:xfrm>
            <a:off x="4696481" y="1835141"/>
            <a:ext cx="30393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5" name="Google Shape;285;p42"/>
          <p:cNvSpPr txBox="1"/>
          <p:nvPr>
            <p:ph idx="2" type="ctrTitle"/>
          </p:nvPr>
        </p:nvSpPr>
        <p:spPr>
          <a:xfrm>
            <a:off x="1900150" y="3127942"/>
            <a:ext cx="24729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86" name="Google Shape;286;p42"/>
          <p:cNvSpPr txBox="1"/>
          <p:nvPr>
            <p:ph idx="3" type="subTitle"/>
          </p:nvPr>
        </p:nvSpPr>
        <p:spPr>
          <a:xfrm>
            <a:off x="1333875" y="3598390"/>
            <a:ext cx="3039300" cy="11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7" name="Google Shape;287;p42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2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2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2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1" name="Google Shape;291;p42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292" name="Google Shape;292;p42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2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4" name="Google Shape;294;p42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2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2"/>
          <p:cNvSpPr txBox="1"/>
          <p:nvPr>
            <p:ph idx="4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3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3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3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2" name="Google Shape;302;p43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303" name="Google Shape;303;p43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3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5" name="Google Shape;305;p43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3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3"/>
          <p:cNvSpPr txBox="1"/>
          <p:nvPr>
            <p:ph type="ctrTitle"/>
          </p:nvPr>
        </p:nvSpPr>
        <p:spPr>
          <a:xfrm>
            <a:off x="891226" y="1267450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08" name="Google Shape;308;p43"/>
          <p:cNvSpPr txBox="1"/>
          <p:nvPr>
            <p:ph idx="1" type="subTitle"/>
          </p:nvPr>
        </p:nvSpPr>
        <p:spPr>
          <a:xfrm>
            <a:off x="891226" y="3491100"/>
            <a:ext cx="18813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9" name="Google Shape;309;p43"/>
          <p:cNvSpPr txBox="1"/>
          <p:nvPr>
            <p:ph idx="2" type="ctrTitle"/>
          </p:nvPr>
        </p:nvSpPr>
        <p:spPr>
          <a:xfrm>
            <a:off x="3503173" y="1267450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0" name="Google Shape;310;p43"/>
          <p:cNvSpPr txBox="1"/>
          <p:nvPr>
            <p:ph idx="3" type="subTitle"/>
          </p:nvPr>
        </p:nvSpPr>
        <p:spPr>
          <a:xfrm>
            <a:off x="3503173" y="3491100"/>
            <a:ext cx="18813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1" name="Google Shape;311;p43"/>
          <p:cNvSpPr txBox="1"/>
          <p:nvPr>
            <p:ph idx="4" type="ctrTitle"/>
          </p:nvPr>
        </p:nvSpPr>
        <p:spPr>
          <a:xfrm>
            <a:off x="6124594" y="1267450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2" name="Google Shape;312;p43"/>
          <p:cNvSpPr txBox="1"/>
          <p:nvPr>
            <p:ph idx="5" type="subTitle"/>
          </p:nvPr>
        </p:nvSpPr>
        <p:spPr>
          <a:xfrm>
            <a:off x="6124594" y="3491100"/>
            <a:ext cx="18813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3" name="Google Shape;313;p43"/>
          <p:cNvSpPr txBox="1"/>
          <p:nvPr>
            <p:ph idx="6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1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 txBox="1"/>
          <p:nvPr>
            <p:ph type="ctrTitle"/>
          </p:nvPr>
        </p:nvSpPr>
        <p:spPr>
          <a:xfrm>
            <a:off x="1121525" y="2302200"/>
            <a:ext cx="18813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6" name="Google Shape;316;p44"/>
          <p:cNvSpPr txBox="1"/>
          <p:nvPr>
            <p:ph idx="1" type="subTitle"/>
          </p:nvPr>
        </p:nvSpPr>
        <p:spPr>
          <a:xfrm>
            <a:off x="961925" y="1643751"/>
            <a:ext cx="22005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7" name="Google Shape;317;p44"/>
          <p:cNvSpPr txBox="1"/>
          <p:nvPr>
            <p:ph idx="2" type="ctrTitle"/>
          </p:nvPr>
        </p:nvSpPr>
        <p:spPr>
          <a:xfrm>
            <a:off x="3628263" y="2302200"/>
            <a:ext cx="18813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8" name="Google Shape;318;p44"/>
          <p:cNvSpPr txBox="1"/>
          <p:nvPr>
            <p:ph idx="3" type="subTitle"/>
          </p:nvPr>
        </p:nvSpPr>
        <p:spPr>
          <a:xfrm>
            <a:off x="3468663" y="1643759"/>
            <a:ext cx="22005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9" name="Google Shape;319;p44"/>
          <p:cNvSpPr txBox="1"/>
          <p:nvPr>
            <p:ph idx="4" type="ctrTitle"/>
          </p:nvPr>
        </p:nvSpPr>
        <p:spPr>
          <a:xfrm>
            <a:off x="6142624" y="2302200"/>
            <a:ext cx="18813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0" name="Google Shape;320;p44"/>
          <p:cNvSpPr txBox="1"/>
          <p:nvPr>
            <p:ph idx="5" type="subTitle"/>
          </p:nvPr>
        </p:nvSpPr>
        <p:spPr>
          <a:xfrm>
            <a:off x="5947924" y="1643751"/>
            <a:ext cx="22707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1" name="Google Shape;321;p44"/>
          <p:cNvSpPr txBox="1"/>
          <p:nvPr>
            <p:ph idx="6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22" name="Google Shape;322;p44"/>
          <p:cNvSpPr txBox="1"/>
          <p:nvPr>
            <p:ph idx="7" type="ctrTitle"/>
          </p:nvPr>
        </p:nvSpPr>
        <p:spPr>
          <a:xfrm>
            <a:off x="1121525" y="4134800"/>
            <a:ext cx="18813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3" name="Google Shape;323;p44"/>
          <p:cNvSpPr txBox="1"/>
          <p:nvPr>
            <p:ph idx="8" type="subTitle"/>
          </p:nvPr>
        </p:nvSpPr>
        <p:spPr>
          <a:xfrm>
            <a:off x="961925" y="3479251"/>
            <a:ext cx="22005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4" name="Google Shape;324;p44"/>
          <p:cNvSpPr txBox="1"/>
          <p:nvPr>
            <p:ph idx="9" type="ctrTitle"/>
          </p:nvPr>
        </p:nvSpPr>
        <p:spPr>
          <a:xfrm>
            <a:off x="3628263" y="4134800"/>
            <a:ext cx="18813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5" name="Google Shape;325;p44"/>
          <p:cNvSpPr txBox="1"/>
          <p:nvPr>
            <p:ph idx="13" type="subTitle"/>
          </p:nvPr>
        </p:nvSpPr>
        <p:spPr>
          <a:xfrm>
            <a:off x="3533613" y="3479251"/>
            <a:ext cx="20706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6" name="Google Shape;326;p44"/>
          <p:cNvSpPr txBox="1"/>
          <p:nvPr>
            <p:ph idx="14" type="ctrTitle"/>
          </p:nvPr>
        </p:nvSpPr>
        <p:spPr>
          <a:xfrm>
            <a:off x="6142624" y="4134800"/>
            <a:ext cx="18813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7" name="Google Shape;327;p44"/>
          <p:cNvSpPr txBox="1"/>
          <p:nvPr>
            <p:ph idx="15" type="subTitle"/>
          </p:nvPr>
        </p:nvSpPr>
        <p:spPr>
          <a:xfrm>
            <a:off x="5947924" y="3479251"/>
            <a:ext cx="22707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8" name="Google Shape;328;p44"/>
          <p:cNvSpPr/>
          <p:nvPr/>
        </p:nvSpPr>
        <p:spPr>
          <a:xfrm>
            <a:off x="7573050" y="27737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4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4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4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4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4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4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4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4"/>
          <p:cNvSpPr/>
          <p:nvPr/>
        </p:nvSpPr>
        <p:spPr>
          <a:xfrm>
            <a:off x="564075" y="47539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5"/>
          <p:cNvSpPr txBox="1"/>
          <p:nvPr>
            <p:ph type="ctrTitle"/>
          </p:nvPr>
        </p:nvSpPr>
        <p:spPr>
          <a:xfrm>
            <a:off x="1218541" y="137319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39" name="Google Shape;339;p45"/>
          <p:cNvSpPr txBox="1"/>
          <p:nvPr>
            <p:ph idx="1" type="subTitle"/>
          </p:nvPr>
        </p:nvSpPr>
        <p:spPr>
          <a:xfrm>
            <a:off x="1218541" y="186549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0" name="Google Shape;340;p45"/>
          <p:cNvSpPr txBox="1"/>
          <p:nvPr>
            <p:ph idx="2" type="ctrTitle"/>
          </p:nvPr>
        </p:nvSpPr>
        <p:spPr>
          <a:xfrm>
            <a:off x="6054555" y="137319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41" name="Google Shape;341;p45"/>
          <p:cNvSpPr txBox="1"/>
          <p:nvPr>
            <p:ph idx="3" type="subTitle"/>
          </p:nvPr>
        </p:nvSpPr>
        <p:spPr>
          <a:xfrm>
            <a:off x="6054555" y="186549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2" name="Google Shape;342;p45"/>
          <p:cNvSpPr txBox="1"/>
          <p:nvPr>
            <p:ph idx="4" type="ctrTitle"/>
          </p:nvPr>
        </p:nvSpPr>
        <p:spPr>
          <a:xfrm>
            <a:off x="1218541" y="2778806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43" name="Google Shape;343;p45"/>
          <p:cNvSpPr txBox="1"/>
          <p:nvPr>
            <p:ph idx="5" type="subTitle"/>
          </p:nvPr>
        </p:nvSpPr>
        <p:spPr>
          <a:xfrm>
            <a:off x="1116841" y="3271106"/>
            <a:ext cx="20847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4" name="Google Shape;344;p45"/>
          <p:cNvSpPr txBox="1"/>
          <p:nvPr>
            <p:ph idx="6" type="ctrTitle"/>
          </p:nvPr>
        </p:nvSpPr>
        <p:spPr>
          <a:xfrm>
            <a:off x="6054555" y="2778806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45" name="Google Shape;345;p45"/>
          <p:cNvSpPr txBox="1"/>
          <p:nvPr>
            <p:ph idx="7" type="subTitle"/>
          </p:nvPr>
        </p:nvSpPr>
        <p:spPr>
          <a:xfrm>
            <a:off x="6054555" y="3271106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6" name="Google Shape;346;p45"/>
          <p:cNvSpPr txBox="1"/>
          <p:nvPr>
            <p:ph idx="8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47" name="Google Shape;347;p45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5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5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5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5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5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5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5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5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5"/>
          <p:cNvSpPr/>
          <p:nvPr/>
        </p:nvSpPr>
        <p:spPr>
          <a:xfrm>
            <a:off x="816650" y="4612675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2_1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/>
          <p:nvPr>
            <p:ph type="ctrTitle"/>
          </p:nvPr>
        </p:nvSpPr>
        <p:spPr>
          <a:xfrm>
            <a:off x="915161" y="2299544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9" name="Google Shape;359;p46"/>
          <p:cNvSpPr txBox="1"/>
          <p:nvPr>
            <p:ph idx="1" type="subTitle"/>
          </p:nvPr>
        </p:nvSpPr>
        <p:spPr>
          <a:xfrm>
            <a:off x="879139" y="1777397"/>
            <a:ext cx="1917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0" name="Google Shape;360;p46"/>
          <p:cNvSpPr txBox="1"/>
          <p:nvPr>
            <p:ph idx="2" type="ctrTitle"/>
          </p:nvPr>
        </p:nvSpPr>
        <p:spPr>
          <a:xfrm>
            <a:off x="6345518" y="2299544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1" name="Google Shape;361;p46"/>
          <p:cNvSpPr txBox="1"/>
          <p:nvPr>
            <p:ph idx="3" type="subTitle"/>
          </p:nvPr>
        </p:nvSpPr>
        <p:spPr>
          <a:xfrm>
            <a:off x="6345518" y="1777397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2" name="Google Shape;362;p46"/>
          <p:cNvSpPr txBox="1"/>
          <p:nvPr>
            <p:ph idx="4" type="ctrTitle"/>
          </p:nvPr>
        </p:nvSpPr>
        <p:spPr>
          <a:xfrm>
            <a:off x="915161" y="286152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3" name="Google Shape;363;p46"/>
          <p:cNvSpPr txBox="1"/>
          <p:nvPr>
            <p:ph idx="5" type="subTitle"/>
          </p:nvPr>
        </p:nvSpPr>
        <p:spPr>
          <a:xfrm>
            <a:off x="915161" y="335327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4" name="Google Shape;364;p46"/>
          <p:cNvSpPr txBox="1"/>
          <p:nvPr>
            <p:ph idx="6" type="ctrTitle"/>
          </p:nvPr>
        </p:nvSpPr>
        <p:spPr>
          <a:xfrm>
            <a:off x="6345518" y="286152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5" name="Google Shape;365;p46"/>
          <p:cNvSpPr txBox="1"/>
          <p:nvPr>
            <p:ph idx="7" type="subTitle"/>
          </p:nvPr>
        </p:nvSpPr>
        <p:spPr>
          <a:xfrm>
            <a:off x="6345518" y="3353275"/>
            <a:ext cx="16566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6" name="Google Shape;366;p46"/>
          <p:cNvSpPr txBox="1"/>
          <p:nvPr>
            <p:ph idx="8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67" name="Google Shape;367;p46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6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6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6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6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6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6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6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6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6"/>
          <p:cNvSpPr/>
          <p:nvPr/>
        </p:nvSpPr>
        <p:spPr>
          <a:xfrm>
            <a:off x="816650" y="4612675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7"/>
          <p:cNvSpPr txBox="1"/>
          <p:nvPr>
            <p:ph type="title"/>
          </p:nvPr>
        </p:nvSpPr>
        <p:spPr>
          <a:xfrm>
            <a:off x="2471150" y="1830075"/>
            <a:ext cx="3823200" cy="112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9" name="Google Shape;379;p47"/>
          <p:cNvSpPr txBox="1"/>
          <p:nvPr>
            <p:ph idx="1" type="subTitle"/>
          </p:nvPr>
        </p:nvSpPr>
        <p:spPr>
          <a:xfrm>
            <a:off x="2902550" y="540000"/>
            <a:ext cx="2960400" cy="13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0" name="Google Shape;380;p47"/>
          <p:cNvSpPr txBox="1"/>
          <p:nvPr/>
        </p:nvSpPr>
        <p:spPr>
          <a:xfrm>
            <a:off x="2289500" y="3592806"/>
            <a:ext cx="41865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b="0" i="0" lang="en" sz="1000" u="none" cap="none" strike="noStrike">
                <a:solidFill>
                  <a:schemeClr val="accent1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including icons by </a:t>
            </a:r>
            <a:r>
              <a:rPr b="0" i="0" lang="en" sz="1000" u="none" cap="none" strike="noStrike">
                <a:solidFill>
                  <a:schemeClr val="accent2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and infographics &amp; images by </a:t>
            </a:r>
            <a:r>
              <a:rPr b="0" i="0" lang="en" sz="1000" u="none" cap="none" strike="noStrike">
                <a:solidFill>
                  <a:schemeClr val="accent3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0" i="0" sz="1000" u="none" cap="none" strike="noStrike">
              <a:solidFill>
                <a:schemeClr val="accent3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81" name="Google Shape;381;p47"/>
          <p:cNvSpPr/>
          <p:nvPr/>
        </p:nvSpPr>
        <p:spPr>
          <a:xfrm>
            <a:off x="858247" y="1380669"/>
            <a:ext cx="130760" cy="131015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7"/>
          <p:cNvSpPr/>
          <p:nvPr/>
        </p:nvSpPr>
        <p:spPr>
          <a:xfrm>
            <a:off x="1802448" y="4340187"/>
            <a:ext cx="131015" cy="131015"/>
          </a:xfrm>
          <a:custGeom>
            <a:rect b="b" l="l" r="r" t="t"/>
            <a:pathLst>
              <a:path extrusionOk="0" h="4634" w="4634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47"/>
          <p:cNvSpPr/>
          <p:nvPr/>
        </p:nvSpPr>
        <p:spPr>
          <a:xfrm>
            <a:off x="7196621" y="809541"/>
            <a:ext cx="131015" cy="131015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7"/>
          <p:cNvSpPr/>
          <p:nvPr/>
        </p:nvSpPr>
        <p:spPr>
          <a:xfrm>
            <a:off x="7826485" y="4005523"/>
            <a:ext cx="105796" cy="106050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952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7"/>
          <p:cNvSpPr/>
          <p:nvPr/>
        </p:nvSpPr>
        <p:spPr>
          <a:xfrm>
            <a:off x="6669747" y="3108456"/>
            <a:ext cx="62397" cy="62397"/>
          </a:xfrm>
          <a:custGeom>
            <a:rect b="b" l="l" r="r" t="t"/>
            <a:pathLst>
              <a:path extrusionOk="0" fill="none" h="2207" w="2207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cap="flat" cmpd="sng" w="952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7"/>
          <p:cNvSpPr/>
          <p:nvPr/>
        </p:nvSpPr>
        <p:spPr>
          <a:xfrm>
            <a:off x="2127273" y="2530788"/>
            <a:ext cx="112298" cy="112553"/>
          </a:xfrm>
          <a:custGeom>
            <a:rect b="b" l="l" r="r" t="t"/>
            <a:pathLst>
              <a:path extrusionOk="0" fill="none" h="3981" w="3972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cap="flat" cmpd="sng" w="952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7"/>
          <p:cNvSpPr/>
          <p:nvPr/>
        </p:nvSpPr>
        <p:spPr>
          <a:xfrm>
            <a:off x="7418926" y="3240515"/>
            <a:ext cx="112298" cy="112553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7"/>
          <p:cNvSpPr/>
          <p:nvPr/>
        </p:nvSpPr>
        <p:spPr>
          <a:xfrm>
            <a:off x="7751274" y="1218584"/>
            <a:ext cx="86853" cy="86825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9" name="Google Shape;389;p47"/>
          <p:cNvGrpSpPr/>
          <p:nvPr/>
        </p:nvGrpSpPr>
        <p:grpSpPr>
          <a:xfrm>
            <a:off x="6669747" y="-389684"/>
            <a:ext cx="143766" cy="2106420"/>
            <a:chOff x="6780548" y="337714"/>
            <a:chExt cx="133252" cy="1952377"/>
          </a:xfrm>
        </p:grpSpPr>
        <p:sp>
          <p:nvSpPr>
            <p:cNvPr id="390" name="Google Shape;390;p47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7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2" name="Google Shape;392;p47"/>
          <p:cNvGrpSpPr/>
          <p:nvPr/>
        </p:nvGrpSpPr>
        <p:grpSpPr>
          <a:xfrm>
            <a:off x="1510029" y="507749"/>
            <a:ext cx="203534" cy="2663108"/>
            <a:chOff x="250617" y="2402301"/>
            <a:chExt cx="188650" cy="2468355"/>
          </a:xfrm>
        </p:grpSpPr>
        <p:sp>
          <p:nvSpPr>
            <p:cNvPr id="393" name="Google Shape;393;p47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7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7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7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7" name="Google Shape;397;p47"/>
          <p:cNvGrpSpPr/>
          <p:nvPr/>
        </p:nvGrpSpPr>
        <p:grpSpPr>
          <a:xfrm>
            <a:off x="385355" y="1380671"/>
            <a:ext cx="199237" cy="2828935"/>
            <a:chOff x="1608717" y="1280046"/>
            <a:chExt cx="199237" cy="2828935"/>
          </a:xfrm>
        </p:grpSpPr>
        <p:sp>
          <p:nvSpPr>
            <p:cNvPr id="398" name="Google Shape;398;p47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7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47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1" name="Google Shape;401;p47"/>
          <p:cNvSpPr/>
          <p:nvPr/>
        </p:nvSpPr>
        <p:spPr>
          <a:xfrm>
            <a:off x="1050592" y="3209646"/>
            <a:ext cx="9132" cy="2718457"/>
          </a:xfrm>
          <a:custGeom>
            <a:rect b="b" l="l" r="r" t="t"/>
            <a:pathLst>
              <a:path extrusionOk="0" h="96152" w="323">
                <a:moveTo>
                  <a:pt x="166" y="1"/>
                </a:moveTo>
                <a:lnTo>
                  <a:pt x="1" y="96151"/>
                </a:lnTo>
                <a:lnTo>
                  <a:pt x="322" y="96151"/>
                </a:lnTo>
                <a:lnTo>
                  <a:pt x="166" y="1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47"/>
          <p:cNvSpPr/>
          <p:nvPr/>
        </p:nvSpPr>
        <p:spPr>
          <a:xfrm>
            <a:off x="7090326" y="2590809"/>
            <a:ext cx="9132" cy="1822361"/>
          </a:xfrm>
          <a:custGeom>
            <a:rect b="b" l="l" r="r" t="t"/>
            <a:pathLst>
              <a:path extrusionOk="0" h="64457" w="323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3" name="Google Shape;403;p47"/>
          <p:cNvGrpSpPr/>
          <p:nvPr/>
        </p:nvGrpSpPr>
        <p:grpSpPr>
          <a:xfrm>
            <a:off x="989005" y="-389666"/>
            <a:ext cx="62143" cy="897428"/>
            <a:chOff x="2038689" y="173907"/>
            <a:chExt cx="57599" cy="831799"/>
          </a:xfrm>
        </p:grpSpPr>
        <p:sp>
          <p:nvSpPr>
            <p:cNvPr id="404" name="Google Shape;404;p47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952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47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6" name="Google Shape;406;p47"/>
          <p:cNvGrpSpPr/>
          <p:nvPr/>
        </p:nvGrpSpPr>
        <p:grpSpPr>
          <a:xfrm>
            <a:off x="8568723" y="2184809"/>
            <a:ext cx="214702" cy="2308598"/>
            <a:chOff x="8008096" y="2108910"/>
            <a:chExt cx="199001" cy="2139770"/>
          </a:xfrm>
        </p:grpSpPr>
        <p:sp>
          <p:nvSpPr>
            <p:cNvPr id="407" name="Google Shape;407;p47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7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9" name="Google Shape;409;p47"/>
          <p:cNvSpPr/>
          <p:nvPr/>
        </p:nvSpPr>
        <p:spPr>
          <a:xfrm>
            <a:off x="6423211" y="3192659"/>
            <a:ext cx="86853" cy="86825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0" name="Google Shape;410;p47"/>
          <p:cNvGrpSpPr/>
          <p:nvPr/>
        </p:nvGrpSpPr>
        <p:grpSpPr>
          <a:xfrm>
            <a:off x="8221223" y="9"/>
            <a:ext cx="214702" cy="2308598"/>
            <a:chOff x="8008096" y="2108910"/>
            <a:chExt cx="199001" cy="2139770"/>
          </a:xfrm>
        </p:grpSpPr>
        <p:sp>
          <p:nvSpPr>
            <p:cNvPr id="411" name="Google Shape;411;p47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7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4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8"/>
          <p:cNvSpPr txBox="1"/>
          <p:nvPr>
            <p:ph idx="1" type="body"/>
          </p:nvPr>
        </p:nvSpPr>
        <p:spPr>
          <a:xfrm>
            <a:off x="597375" y="1063525"/>
            <a:ext cx="39087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vvic Light"/>
              <a:buChar char="●"/>
              <a:defRPr sz="1200"/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Font typeface="Nunito Light"/>
              <a:buChar char="■"/>
              <a:defRPr/>
            </a:lvl9pPr>
          </a:lstStyle>
          <a:p/>
        </p:txBody>
      </p:sp>
      <p:sp>
        <p:nvSpPr>
          <p:cNvPr id="415" name="Google Shape;415;p48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416" name="Google Shape;416;p48"/>
          <p:cNvSpPr txBox="1"/>
          <p:nvPr>
            <p:ph idx="2" type="body"/>
          </p:nvPr>
        </p:nvSpPr>
        <p:spPr>
          <a:xfrm>
            <a:off x="4690125" y="1063525"/>
            <a:ext cx="39087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5D37"/>
              </a:buClr>
              <a:buSzPts val="1000"/>
              <a:buFont typeface="Livvic Light"/>
              <a:buChar char="●"/>
              <a:defRPr sz="1200"/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9pPr>
          </a:lstStyle>
          <a:p/>
        </p:txBody>
      </p:sp>
      <p:sp>
        <p:nvSpPr>
          <p:cNvPr id="417" name="Google Shape;417;p48"/>
          <p:cNvSpPr/>
          <p:nvPr/>
        </p:nvSpPr>
        <p:spPr>
          <a:xfrm>
            <a:off x="8829925" y="1123700"/>
            <a:ext cx="108650" cy="108625"/>
          </a:xfrm>
          <a:custGeom>
            <a:rect b="b" l="l" r="r" t="t"/>
            <a:pathLst>
              <a:path extrusionOk="0" h="4345" w="4346">
                <a:moveTo>
                  <a:pt x="4027" y="337"/>
                </a:moveTo>
                <a:lnTo>
                  <a:pt x="4027" y="4008"/>
                </a:lnTo>
                <a:lnTo>
                  <a:pt x="338" y="4008"/>
                </a:lnTo>
                <a:lnTo>
                  <a:pt x="338" y="337"/>
                </a:lnTo>
                <a:close/>
                <a:moveTo>
                  <a:pt x="1" y="0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48"/>
          <p:cNvSpPr/>
          <p:nvPr/>
        </p:nvSpPr>
        <p:spPr>
          <a:xfrm>
            <a:off x="9156250" y="1340450"/>
            <a:ext cx="111450" cy="110975"/>
          </a:xfrm>
          <a:custGeom>
            <a:rect b="b" l="l" r="r" t="t"/>
            <a:pathLst>
              <a:path extrusionOk="0" h="4439" w="4458">
                <a:moveTo>
                  <a:pt x="4008" y="431"/>
                </a:moveTo>
                <a:lnTo>
                  <a:pt x="4008" y="4008"/>
                </a:lnTo>
                <a:lnTo>
                  <a:pt x="431" y="4008"/>
                </a:lnTo>
                <a:lnTo>
                  <a:pt x="431" y="431"/>
                </a:lnTo>
                <a:close/>
                <a:moveTo>
                  <a:pt x="0" y="1"/>
                </a:moveTo>
                <a:lnTo>
                  <a:pt x="0" y="4439"/>
                </a:lnTo>
                <a:lnTo>
                  <a:pt x="4457" y="4439"/>
                </a:lnTo>
                <a:lnTo>
                  <a:pt x="4457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8"/>
          <p:cNvSpPr/>
          <p:nvPr/>
        </p:nvSpPr>
        <p:spPr>
          <a:xfrm>
            <a:off x="5809850" y="214400"/>
            <a:ext cx="108625" cy="108625"/>
          </a:xfrm>
          <a:custGeom>
            <a:rect b="b" l="l" r="r" t="t"/>
            <a:pathLst>
              <a:path extrusionOk="0" h="4345" w="4345">
                <a:moveTo>
                  <a:pt x="4008" y="337"/>
                </a:moveTo>
                <a:lnTo>
                  <a:pt x="4008" y="4008"/>
                </a:lnTo>
                <a:lnTo>
                  <a:pt x="337" y="4008"/>
                </a:lnTo>
                <a:lnTo>
                  <a:pt x="337" y="337"/>
                </a:lnTo>
                <a:close/>
                <a:moveTo>
                  <a:pt x="0" y="0"/>
                </a:moveTo>
                <a:lnTo>
                  <a:pt x="0" y="4345"/>
                </a:lnTo>
                <a:lnTo>
                  <a:pt x="4345" y="4345"/>
                </a:lnTo>
                <a:lnTo>
                  <a:pt x="434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8"/>
          <p:cNvSpPr/>
          <p:nvPr/>
        </p:nvSpPr>
        <p:spPr>
          <a:xfrm>
            <a:off x="7079800" y="420088"/>
            <a:ext cx="164825" cy="164375"/>
          </a:xfrm>
          <a:custGeom>
            <a:rect b="b" l="l" r="r" t="t"/>
            <a:pathLst>
              <a:path extrusionOk="0" h="6575" w="6593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8"/>
          <p:cNvSpPr/>
          <p:nvPr/>
        </p:nvSpPr>
        <p:spPr>
          <a:xfrm>
            <a:off x="7952700" y="278513"/>
            <a:ext cx="44975" cy="44500"/>
          </a:xfrm>
          <a:custGeom>
            <a:rect b="b" l="l" r="r" t="t"/>
            <a:pathLst>
              <a:path extrusionOk="0" h="1780" w="1799">
                <a:moveTo>
                  <a:pt x="1" y="1"/>
                </a:moveTo>
                <a:lnTo>
                  <a:pt x="1" y="1780"/>
                </a:lnTo>
                <a:lnTo>
                  <a:pt x="1798" y="1780"/>
                </a:lnTo>
                <a:lnTo>
                  <a:pt x="1798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8"/>
          <p:cNvSpPr/>
          <p:nvPr/>
        </p:nvSpPr>
        <p:spPr>
          <a:xfrm>
            <a:off x="7372450" y="-69325"/>
            <a:ext cx="155925" cy="155925"/>
          </a:xfrm>
          <a:custGeom>
            <a:rect b="b" l="l" r="r" t="t"/>
            <a:pathLst>
              <a:path extrusionOk="0" h="6237" w="6237">
                <a:moveTo>
                  <a:pt x="0" y="0"/>
                </a:moveTo>
                <a:lnTo>
                  <a:pt x="0" y="6236"/>
                </a:lnTo>
                <a:lnTo>
                  <a:pt x="6236" y="6236"/>
                </a:lnTo>
                <a:lnTo>
                  <a:pt x="6236" y="0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8"/>
          <p:cNvSpPr/>
          <p:nvPr/>
        </p:nvSpPr>
        <p:spPr>
          <a:xfrm>
            <a:off x="8464275" y="355050"/>
            <a:ext cx="155925" cy="156400"/>
          </a:xfrm>
          <a:custGeom>
            <a:rect b="b" l="l" r="r" t="t"/>
            <a:pathLst>
              <a:path extrusionOk="0" h="6256" w="6237">
                <a:moveTo>
                  <a:pt x="1" y="1"/>
                </a:moveTo>
                <a:lnTo>
                  <a:pt x="1" y="6256"/>
                </a:lnTo>
                <a:lnTo>
                  <a:pt x="6237" y="6256"/>
                </a:lnTo>
                <a:lnTo>
                  <a:pt x="623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8"/>
          <p:cNvSpPr/>
          <p:nvPr/>
        </p:nvSpPr>
        <p:spPr>
          <a:xfrm>
            <a:off x="7264275" y="607363"/>
            <a:ext cx="122675" cy="122675"/>
          </a:xfrm>
          <a:custGeom>
            <a:rect b="b" l="l" r="r" t="t"/>
            <a:pathLst>
              <a:path extrusionOk="0" h="4907" w="4907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8"/>
          <p:cNvSpPr/>
          <p:nvPr/>
        </p:nvSpPr>
        <p:spPr>
          <a:xfrm>
            <a:off x="6298850" y="907625"/>
            <a:ext cx="155925" cy="155900"/>
          </a:xfrm>
          <a:custGeom>
            <a:rect b="b" l="l" r="r" t="t"/>
            <a:pathLst>
              <a:path extrusionOk="0" h="6236" w="6237">
                <a:moveTo>
                  <a:pt x="1" y="0"/>
                </a:moveTo>
                <a:lnTo>
                  <a:pt x="1" y="6236"/>
                </a:lnTo>
                <a:lnTo>
                  <a:pt x="6237" y="6236"/>
                </a:lnTo>
                <a:lnTo>
                  <a:pt x="6237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8"/>
          <p:cNvSpPr/>
          <p:nvPr/>
        </p:nvSpPr>
        <p:spPr>
          <a:xfrm>
            <a:off x="-83000" y="4540463"/>
            <a:ext cx="164825" cy="164375"/>
          </a:xfrm>
          <a:custGeom>
            <a:rect b="b" l="l" r="r" t="t"/>
            <a:pathLst>
              <a:path extrusionOk="0" h="6575" w="6593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8"/>
          <p:cNvSpPr/>
          <p:nvPr/>
        </p:nvSpPr>
        <p:spPr>
          <a:xfrm>
            <a:off x="101475" y="4727738"/>
            <a:ext cx="122675" cy="122675"/>
          </a:xfrm>
          <a:custGeom>
            <a:rect b="b" l="l" r="r" t="t"/>
            <a:pathLst>
              <a:path extrusionOk="0" h="4907" w="4907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5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●"/>
              <a:defRPr b="0" i="0" sz="18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aven Pro"/>
              <a:buChar char="■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rive.google.com/file/d/1DBb0v-The6pQWtIb0ZM0e-pjf3YS7PLA/view?usp=sha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mettl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mailto:2019prithvi.kumar@ves.ac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"/>
          <p:cNvSpPr txBox="1"/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7500"/>
              <a:t>Forcepoint LLC</a:t>
            </a:r>
            <a:endParaRPr sz="7500"/>
          </a:p>
        </p:txBody>
      </p:sp>
      <p:sp>
        <p:nvSpPr>
          <p:cNvPr id="435" name="Google Shape;435;p1"/>
          <p:cNvSpPr txBox="1"/>
          <p:nvPr>
            <p:ph idx="1" type="subTitle"/>
          </p:nvPr>
        </p:nvSpPr>
        <p:spPr>
          <a:xfrm>
            <a:off x="671250" y="3174874"/>
            <a:ext cx="78015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Placement Interview Experience by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Chaitanya Sondur D17A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Computer Engineering Department, 2024 Batch</a:t>
            </a:r>
            <a:endParaRPr/>
          </a:p>
        </p:txBody>
      </p:sp>
      <p:pic>
        <p:nvPicPr>
          <p:cNvPr id="436" name="Google Shape;43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4350" y="504475"/>
            <a:ext cx="587375" cy="9483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"/>
          <p:cNvSpPr txBox="1"/>
          <p:nvPr/>
        </p:nvSpPr>
        <p:spPr>
          <a:xfrm>
            <a:off x="2029650" y="455300"/>
            <a:ext cx="5084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VIVEKANAND EDUCATION SOCIETY INSTITUTE OF TECHNOLOGY</a:t>
            </a:r>
            <a:endParaRPr b="1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Department of Computer Engineering</a:t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8" name="Google Shape;43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974" y="504474"/>
            <a:ext cx="1046683" cy="10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About The Company</a:t>
            </a:r>
            <a:endParaRPr/>
          </a:p>
        </p:txBody>
      </p:sp>
      <p:sp>
        <p:nvSpPr>
          <p:cNvPr id="444" name="Google Shape;444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Forcepoint is the leading user and data security cybersecurity company, entrusted to safeguard organizations while driving digital transformation and growth.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Headquartered in Texas, US, Forcepoint employs 2,750 cybersecurity experts spread across 45 countries. In India, we have our office in Mumbai (Thane).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Technology stack includes Golang, Angular, Javascript, Cloud AWS, Docker, Microservices, C++, Kubernetes, Node JS etc.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Protecting thousands of leading companies worldwide such as IBM, Toyota, Microsoft, Qualcomm, Boeing, Walmart, CVS Pharmacy etc.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company’s 6 values are as follows :- </a:t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highlight>
                  <a:srgbClr val="1155CC"/>
                </a:highlight>
              </a:rPr>
              <a:t>Attentive  </a:t>
            </a:r>
            <a:r>
              <a:rPr lang="en" sz="1400">
                <a:solidFill>
                  <a:schemeClr val="dk2"/>
                </a:solidFill>
                <a:highlight>
                  <a:srgbClr val="F9CB9C"/>
                </a:highlight>
              </a:rPr>
              <a:t>Optimistic </a:t>
            </a:r>
            <a:r>
              <a:rPr lang="en" sz="1400">
                <a:highlight>
                  <a:srgbClr val="134F5C"/>
                </a:highlight>
              </a:rPr>
              <a:t>Committed  </a:t>
            </a:r>
            <a:r>
              <a:rPr lang="en" sz="1400">
                <a:solidFill>
                  <a:schemeClr val="dk2"/>
                </a:solidFill>
                <a:highlight>
                  <a:srgbClr val="D5A6BD"/>
                </a:highlight>
              </a:rPr>
              <a:t> Imaginative  </a:t>
            </a:r>
            <a:r>
              <a:rPr lang="en" sz="1400">
                <a:highlight>
                  <a:srgbClr val="351C75"/>
                </a:highlight>
              </a:rPr>
              <a:t>Trustworthy  </a:t>
            </a:r>
            <a:r>
              <a:rPr lang="en" sz="1400">
                <a:solidFill>
                  <a:schemeClr val="dk2"/>
                </a:solidFill>
                <a:highlight>
                  <a:srgbClr val="EA9999"/>
                </a:highlight>
              </a:rPr>
              <a:t>Human Centric</a:t>
            </a:r>
            <a:endParaRPr sz="1400">
              <a:solidFill>
                <a:schemeClr val="dk2"/>
              </a:solidFill>
              <a:highlight>
                <a:srgbClr val="EA9999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Placement Drive Company Details</a:t>
            </a:r>
            <a:endParaRPr/>
          </a:p>
        </p:txBody>
      </p:sp>
      <p:sp>
        <p:nvSpPr>
          <p:cNvPr id="450" name="Google Shape;450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Name of the Company: Forcepoint LLC</a:t>
            </a:r>
            <a:endParaRPr/>
          </a:p>
          <a:p>
            <a:pPr indent="-3175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Company Status: Dream</a:t>
            </a:r>
            <a:endParaRPr/>
          </a:p>
          <a:p>
            <a:pPr indent="-3175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Date of drive: 19th and 20th July 2023</a:t>
            </a:r>
            <a:endParaRPr/>
          </a:p>
          <a:p>
            <a:pPr indent="-3175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Branches Eligible: BE (CMPN, INFT and </a:t>
            </a:r>
            <a:r>
              <a:rPr lang="en"/>
              <a:t>AIDS</a:t>
            </a:r>
            <a:r>
              <a:rPr lang="en"/>
              <a:t>)</a:t>
            </a:r>
            <a:endParaRPr/>
          </a:p>
          <a:p>
            <a:pPr indent="-3175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Salary offered: </a:t>
            </a:r>
            <a:r>
              <a:rPr lang="en"/>
              <a:t>14.5 LPA for Developer/DevOps role &amp; 11.6 LPA for QA role</a:t>
            </a:r>
            <a:endParaRPr/>
          </a:p>
          <a:p>
            <a:pPr indent="-3175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Role: ( </a:t>
            </a:r>
            <a:r>
              <a:rPr lang="en" u="sng">
                <a:hlinkClick r:id="rId3"/>
              </a:rPr>
              <a:t>Job Descriptions</a:t>
            </a:r>
            <a:r>
              <a:rPr lang="en"/>
              <a:t> )</a:t>
            </a:r>
            <a:endParaRPr/>
          </a:p>
          <a:p>
            <a:pPr indent="-3175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Eligibility Criteria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BE (CMPN, INFT &amp; AIDS)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Aggregate CGPA above 8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Min 80% in 12th/diploma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Min 85% in 10th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No Live KT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Technical and Aptitude Test</a:t>
            </a:r>
            <a:endParaRPr/>
          </a:p>
        </p:txBody>
      </p:sp>
      <p:sp>
        <p:nvSpPr>
          <p:cNvPr id="456" name="Google Shape;456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" sz="1400"/>
              <a:t>The Aptitude Test was conducted on Mettl (</a:t>
            </a:r>
            <a:r>
              <a:rPr lang="en" sz="1400" u="sng">
                <a:hlinkClick r:id="rId3"/>
              </a:rPr>
              <a:t>https://mettl.com</a:t>
            </a:r>
            <a:r>
              <a:rPr lang="en" sz="1400"/>
              <a:t>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The test was divided into 5 sections namely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Logical Reasoning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Verbal Ability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Quantitative Analysis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Data Analytics and Graph Analysis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Technical Skills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1 coding question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This test had a total of 36 questions and each section had its own time limit i.e. each section needed to be completed within the given timeline.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Camera, Mic and Screen Share would be ON throughout the test.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Only 28 students out of 60 were selected from this round.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"/>
          <p:cNvSpPr txBox="1"/>
          <p:nvPr>
            <p:ph type="title"/>
          </p:nvPr>
        </p:nvSpPr>
        <p:spPr>
          <a:xfrm>
            <a:off x="3879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Technical Interview - 1</a:t>
            </a:r>
            <a:endParaRPr/>
          </a:p>
        </p:txBody>
      </p:sp>
      <p:sp>
        <p:nvSpPr>
          <p:cNvPr id="462" name="Google Shape;462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This first round of Interview started with one of the most famous questions “Tell me something about yourself”.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Then they asked me about the projects which I had done and the technology stack which I had used in my Projects.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Then they asked me about the Internship which I was working on.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Then they asked me about OOPS Concepts, exception handling, generics and singleton classes.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Technical Questions on Core CS topics which were asked - computer networks, DBMS and operating system.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One Coding question was asked to me, I was also asked to share the screen and write the code in either vscode or online editor. The coding question was based on </a:t>
            </a:r>
            <a:r>
              <a:rPr lang="en"/>
              <a:t>arrays</a:t>
            </a:r>
            <a:r>
              <a:rPr lang="en"/>
              <a:t> and at the end I was also asked about the time and space complexity analysis about the program written.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5 students were selected from this round.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Technical Interview - 2</a:t>
            </a:r>
            <a:endParaRPr/>
          </a:p>
        </p:txBody>
      </p:sp>
      <p:sp>
        <p:nvSpPr>
          <p:cNvPr id="468" name="Google Shape;468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 brief Introduction about myself.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 brief introduction about the projects I have worked upon.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 brief introduction about the Internship which I had done.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Asked about The technology stack used in the Project and why you choose this technology only, and why not any other similar technologies.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Asked about The technology stack used in the Internship and why you choose this technology stack only, and why not any other similar technologies.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This interview lasted for 20-30 minutes.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All 5 students were selected for the next round.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HR Round</a:t>
            </a:r>
            <a:endParaRPr/>
          </a:p>
        </p:txBody>
      </p:sp>
      <p:sp>
        <p:nvSpPr>
          <p:cNvPr id="474" name="Google Shape;474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This was basically a professional communication test round, they check your life skills, your speaking and thinking skills.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They also check how and what type of questions you ask and how professionally you answer the asked questions.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The HR asked me about my hobbies and what I do in my leisure time.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Then I asked them about the company, their products and their work culture.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This was a general conversation or a communication round, the HR was very interactive and informative.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All 5 students were selected from this round.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How to make your study plan?</a:t>
            </a:r>
            <a:endParaRPr/>
          </a:p>
        </p:txBody>
      </p:sp>
      <p:sp>
        <p:nvSpPr>
          <p:cNvPr id="480" name="Google Shape;480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Practice GeeksforGeeks or Leetcode for DSA, choose anyone platform, and then try to complete solving a variety of problems as you can. For learning, you can refer Kunal Kushwaha and take U forward YouTube channels.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For CS Core subject concepts you can refer Gate Smashers, 5 Minutes Engineering, GeeksforGeeks and Java point.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For Aptitude Test, learn from 5 minutes engineering playlist and then practice questions from IndiaBix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●"/>
            </a:pPr>
            <a:r>
              <a:rPr lang="en" sz="1400"/>
              <a:t>A week before the Company’s Interview, try to revise some advanced Java concepts and practice a subset of aptitude questions.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9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Tips </a:t>
            </a:r>
            <a:endParaRPr/>
          </a:p>
        </p:txBody>
      </p:sp>
      <p:sp>
        <p:nvSpPr>
          <p:cNvPr id="486" name="Google Shape;486;p19"/>
          <p:cNvSpPr txBox="1"/>
          <p:nvPr>
            <p:ph idx="1" type="body"/>
          </p:nvPr>
        </p:nvSpPr>
        <p:spPr>
          <a:xfrm>
            <a:off x="311700" y="1152475"/>
            <a:ext cx="8520600" cy="30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Be thorough with your projects.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Be honest in your answers.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Try to have a mock interview.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Accept your mistakes.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Never get demotivated by company’s rejection.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6"/>
          <p:cNvSpPr txBox="1"/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7"/>
          <p:cNvSpPr txBox="1"/>
          <p:nvPr>
            <p:ph type="ctrTitle"/>
          </p:nvPr>
        </p:nvSpPr>
        <p:spPr>
          <a:xfrm>
            <a:off x="1561650" y="751903"/>
            <a:ext cx="6020700" cy="8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Feel free to contact</a:t>
            </a:r>
            <a:endParaRPr/>
          </a:p>
        </p:txBody>
      </p:sp>
      <p:sp>
        <p:nvSpPr>
          <p:cNvPr id="497" name="Google Shape;497;p27"/>
          <p:cNvSpPr txBox="1"/>
          <p:nvPr>
            <p:ph idx="1" type="subTitle"/>
          </p:nvPr>
        </p:nvSpPr>
        <p:spPr>
          <a:xfrm>
            <a:off x="1697250" y="2200975"/>
            <a:ext cx="588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Chaitanya Sondur :2020.chaitanya.sondur</a:t>
            </a: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@ves.ac.in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Science Consulting by Slidesgo">
  <a:themeElements>
    <a:clrScheme name="Simple Light">
      <a:dk1>
        <a:srgbClr val="1A5E8F"/>
      </a:dk1>
      <a:lt1>
        <a:srgbClr val="FFFFFF"/>
      </a:lt1>
      <a:dk2>
        <a:srgbClr val="002845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