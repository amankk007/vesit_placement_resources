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Advent Pro SemiBold"/>
      <p:regular r:id="rId31"/>
      <p:bold r:id="rId32"/>
      <p:italic r:id="rId33"/>
      <p:boldItalic r:id="rId34"/>
    </p:embeddedFont>
    <p:embeddedFont>
      <p:font typeface="Lato"/>
      <p:regular r:id="rId35"/>
      <p:bold r:id="rId36"/>
      <p:italic r:id="rId37"/>
      <p:boldItalic r:id="rId38"/>
    </p:embeddedFont>
    <p:embeddedFont>
      <p:font typeface="Fira Sans Extra Condensed Medium"/>
      <p:regular r:id="rId39"/>
      <p:bold r:id="rId40"/>
      <p:italic r:id="rId41"/>
      <p:boldItalic r:id="rId42"/>
    </p:embeddedFont>
    <p:embeddedFont>
      <p:font typeface="Fira Sans Condensed Medium"/>
      <p:regular r:id="rId43"/>
      <p:bold r:id="rId44"/>
      <p:italic r:id="rId45"/>
      <p:boldItalic r:id="rId46"/>
    </p:embeddedFont>
    <p:embeddedFont>
      <p:font typeface="Maven Pro"/>
      <p:regular r:id="rId47"/>
      <p:bold r:id="rId48"/>
    </p:embeddedFont>
    <p:embeddedFont>
      <p:font typeface="Share Tech"/>
      <p:regular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50" roundtripDataSignature="AMtx7miSvgeVnuRIbkRC1afbws1edmCN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iraSansExtraCondensedMedium-bold.fntdata"/><Relationship Id="rId42" Type="http://schemas.openxmlformats.org/officeDocument/2006/relationships/font" Target="fonts/FiraSansExtraCondensedMedium-boldItalic.fntdata"/><Relationship Id="rId41" Type="http://schemas.openxmlformats.org/officeDocument/2006/relationships/font" Target="fonts/FiraSansExtraCondensedMedium-italic.fntdata"/><Relationship Id="rId44" Type="http://schemas.openxmlformats.org/officeDocument/2006/relationships/font" Target="fonts/FiraSansCondensedMedium-bold.fntdata"/><Relationship Id="rId43" Type="http://schemas.openxmlformats.org/officeDocument/2006/relationships/font" Target="fonts/FiraSansCondensedMedium-regular.fntdata"/><Relationship Id="rId46" Type="http://schemas.openxmlformats.org/officeDocument/2006/relationships/font" Target="fonts/FiraSansCondensedMedium-boldItalic.fntdata"/><Relationship Id="rId45" Type="http://schemas.openxmlformats.org/officeDocument/2006/relationships/font" Target="fonts/FiraSansCondensed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avenPro-bold.fntdata"/><Relationship Id="rId47" Type="http://schemas.openxmlformats.org/officeDocument/2006/relationships/font" Target="fonts/MavenPro-regular.fntdata"/><Relationship Id="rId49" Type="http://schemas.openxmlformats.org/officeDocument/2006/relationships/font" Target="fonts/ShareTech-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dventProSemiBold-regular.fntdata"/><Relationship Id="rId30" Type="http://schemas.openxmlformats.org/officeDocument/2006/relationships/slide" Target="slides/slide25.xml"/><Relationship Id="rId33" Type="http://schemas.openxmlformats.org/officeDocument/2006/relationships/font" Target="fonts/AdventProSemiBold-italic.fntdata"/><Relationship Id="rId32" Type="http://schemas.openxmlformats.org/officeDocument/2006/relationships/font" Target="fonts/AdventProSemiBold-bold.fntdata"/><Relationship Id="rId35" Type="http://schemas.openxmlformats.org/officeDocument/2006/relationships/font" Target="fonts/Lato-regular.fntdata"/><Relationship Id="rId34" Type="http://schemas.openxmlformats.org/officeDocument/2006/relationships/font" Target="fonts/AdventProSemiBold-boldItalic.fntdata"/><Relationship Id="rId37" Type="http://schemas.openxmlformats.org/officeDocument/2006/relationships/font" Target="fonts/Lato-italic.fntdata"/><Relationship Id="rId36" Type="http://schemas.openxmlformats.org/officeDocument/2006/relationships/font" Target="fonts/Lato-bold.fntdata"/><Relationship Id="rId39" Type="http://schemas.openxmlformats.org/officeDocument/2006/relationships/font" Target="fonts/FiraSansExtraCondensedMedium-regular.fntdata"/><Relationship Id="rId38" Type="http://schemas.openxmlformats.org/officeDocument/2006/relationships/font" Target="fonts/La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0" name="Google Shape;54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6" name="Google Shape;54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2" name="Google Shape;55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8" name="Google Shape;55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4" name="Google Shape;56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0" name="Google Shape;57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2" name="Google Shape;58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8"/>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28"/>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8"/>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8"/>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8"/>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8"/>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8"/>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8"/>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 name="Google Shape;17;p28"/>
          <p:cNvGrpSpPr/>
          <p:nvPr/>
        </p:nvGrpSpPr>
        <p:grpSpPr>
          <a:xfrm>
            <a:off x="8263682" y="-434366"/>
            <a:ext cx="188886" cy="1181532"/>
            <a:chOff x="2877432" y="975334"/>
            <a:chExt cx="188886" cy="1181532"/>
          </a:xfrm>
        </p:grpSpPr>
        <p:sp>
          <p:nvSpPr>
            <p:cNvPr id="18" name="Google Shape;18;p28"/>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8"/>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8"/>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28"/>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 name="Google Shape;22;p28"/>
          <p:cNvGrpSpPr/>
          <p:nvPr/>
        </p:nvGrpSpPr>
        <p:grpSpPr>
          <a:xfrm>
            <a:off x="3090746" y="-533657"/>
            <a:ext cx="98059" cy="1147595"/>
            <a:chOff x="3347921" y="16006"/>
            <a:chExt cx="98059" cy="1147595"/>
          </a:xfrm>
        </p:grpSpPr>
        <p:sp>
          <p:nvSpPr>
            <p:cNvPr id="23" name="Google Shape;23;p28"/>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8"/>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28"/>
          <p:cNvGrpSpPr/>
          <p:nvPr/>
        </p:nvGrpSpPr>
        <p:grpSpPr>
          <a:xfrm>
            <a:off x="4892771" y="-340112"/>
            <a:ext cx="121172" cy="760495"/>
            <a:chOff x="5245196" y="3136513"/>
            <a:chExt cx="121172" cy="760495"/>
          </a:xfrm>
        </p:grpSpPr>
        <p:sp>
          <p:nvSpPr>
            <p:cNvPr id="26" name="Google Shape;26;p2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28"/>
          <p:cNvGrpSpPr/>
          <p:nvPr/>
        </p:nvGrpSpPr>
        <p:grpSpPr>
          <a:xfrm>
            <a:off x="250617" y="2402301"/>
            <a:ext cx="188650" cy="2468355"/>
            <a:chOff x="250617" y="2402301"/>
            <a:chExt cx="188650" cy="2468355"/>
          </a:xfrm>
        </p:grpSpPr>
        <p:sp>
          <p:nvSpPr>
            <p:cNvPr id="29" name="Google Shape;29;p28"/>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8"/>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8"/>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8"/>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 name="Google Shape;33;p28"/>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8"/>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28"/>
          <p:cNvGrpSpPr/>
          <p:nvPr/>
        </p:nvGrpSpPr>
        <p:grpSpPr>
          <a:xfrm>
            <a:off x="2038689" y="173907"/>
            <a:ext cx="57599" cy="831799"/>
            <a:chOff x="2038689" y="173907"/>
            <a:chExt cx="57599" cy="831799"/>
          </a:xfrm>
        </p:grpSpPr>
        <p:sp>
          <p:nvSpPr>
            <p:cNvPr id="36" name="Google Shape;36;p28"/>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8"/>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8" name="Shape 38"/>
        <p:cNvGrpSpPr/>
        <p:nvPr/>
      </p:nvGrpSpPr>
      <p:grpSpPr>
        <a:xfrm>
          <a:off x="0" y="0"/>
          <a:ext cx="0" cy="0"/>
          <a:chOff x="0" y="0"/>
          <a:chExt cx="0" cy="0"/>
        </a:xfrm>
      </p:grpSpPr>
      <p:grpSp>
        <p:nvGrpSpPr>
          <p:cNvPr id="39" name="Google Shape;39;p29"/>
          <p:cNvGrpSpPr/>
          <p:nvPr/>
        </p:nvGrpSpPr>
        <p:grpSpPr>
          <a:xfrm>
            <a:off x="0" y="381001"/>
            <a:ext cx="1037850" cy="1016288"/>
            <a:chOff x="0" y="381001"/>
            <a:chExt cx="1037850" cy="1016288"/>
          </a:xfrm>
        </p:grpSpPr>
        <p:sp>
          <p:nvSpPr>
            <p:cNvPr id="40" name="Google Shape;40;p2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 name="Google Shape;42;p2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3" name="Google Shape;43;p29"/>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4" name="Google Shape;4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30"/>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0"/>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30"/>
          <p:cNvGrpSpPr/>
          <p:nvPr/>
        </p:nvGrpSpPr>
        <p:grpSpPr>
          <a:xfrm>
            <a:off x="8263682" y="-434366"/>
            <a:ext cx="188886" cy="1181532"/>
            <a:chOff x="2877432" y="975334"/>
            <a:chExt cx="188886" cy="1181532"/>
          </a:xfrm>
        </p:grpSpPr>
        <p:sp>
          <p:nvSpPr>
            <p:cNvPr id="49" name="Google Shape;49;p3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30"/>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3" name="Google Shape;53;p30"/>
          <p:cNvGrpSpPr/>
          <p:nvPr/>
        </p:nvGrpSpPr>
        <p:grpSpPr>
          <a:xfrm>
            <a:off x="3643898" y="-436198"/>
            <a:ext cx="133252" cy="1952377"/>
            <a:chOff x="6780548" y="337714"/>
            <a:chExt cx="133252" cy="1952377"/>
          </a:xfrm>
        </p:grpSpPr>
        <p:sp>
          <p:nvSpPr>
            <p:cNvPr id="54" name="Google Shape;54;p30"/>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0"/>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 name="Google Shape;56;p30"/>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7" name="Google Shape;57;p30"/>
          <p:cNvGrpSpPr/>
          <p:nvPr/>
        </p:nvGrpSpPr>
        <p:grpSpPr>
          <a:xfrm>
            <a:off x="8008096" y="2108910"/>
            <a:ext cx="199001" cy="2139770"/>
            <a:chOff x="8008096" y="2108910"/>
            <a:chExt cx="199001" cy="2139770"/>
          </a:xfrm>
        </p:grpSpPr>
        <p:sp>
          <p:nvSpPr>
            <p:cNvPr id="58" name="Google Shape;58;p30"/>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30"/>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30"/>
          <p:cNvGrpSpPr/>
          <p:nvPr/>
        </p:nvGrpSpPr>
        <p:grpSpPr>
          <a:xfrm>
            <a:off x="520996" y="1091548"/>
            <a:ext cx="199001" cy="2139770"/>
            <a:chOff x="8008096" y="2108910"/>
            <a:chExt cx="199001" cy="2139770"/>
          </a:xfrm>
        </p:grpSpPr>
        <p:sp>
          <p:nvSpPr>
            <p:cNvPr id="61" name="Google Shape;61;p30"/>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0"/>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30"/>
          <p:cNvSpPr txBox="1"/>
          <p:nvPr>
            <p:ph type="ctrTitle"/>
          </p:nvPr>
        </p:nvSpPr>
        <p:spPr>
          <a:xfrm>
            <a:off x="2031287" y="1742775"/>
            <a:ext cx="2622000" cy="837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200"/>
              <a:buNone/>
              <a:defRPr sz="4800">
                <a:solidFill>
                  <a:schemeClr val="lt1"/>
                </a:solidFill>
              </a:defRPr>
            </a:lvl1pPr>
            <a:lvl2pPr lvl="1" algn="l">
              <a:lnSpc>
                <a:spcPct val="100000"/>
              </a:lnSpc>
              <a:spcBef>
                <a:spcPts val="0"/>
              </a:spcBef>
              <a:spcAft>
                <a:spcPts val="0"/>
              </a:spcAft>
              <a:buClr>
                <a:srgbClr val="000000"/>
              </a:buClr>
              <a:buSzPts val="1200"/>
              <a:buNone/>
              <a:defRPr sz="1200">
                <a:solidFill>
                  <a:srgbClr val="000000"/>
                </a:solidFill>
              </a:defRPr>
            </a:lvl2pPr>
            <a:lvl3pPr lvl="2" algn="l">
              <a:lnSpc>
                <a:spcPct val="100000"/>
              </a:lnSpc>
              <a:spcBef>
                <a:spcPts val="0"/>
              </a:spcBef>
              <a:spcAft>
                <a:spcPts val="0"/>
              </a:spcAft>
              <a:buClr>
                <a:srgbClr val="000000"/>
              </a:buClr>
              <a:buSzPts val="1200"/>
              <a:buNone/>
              <a:defRPr sz="1200">
                <a:solidFill>
                  <a:srgbClr val="000000"/>
                </a:solidFill>
              </a:defRPr>
            </a:lvl3pPr>
            <a:lvl4pPr lvl="3" algn="l">
              <a:lnSpc>
                <a:spcPct val="100000"/>
              </a:lnSpc>
              <a:spcBef>
                <a:spcPts val="0"/>
              </a:spcBef>
              <a:spcAft>
                <a:spcPts val="0"/>
              </a:spcAft>
              <a:buClr>
                <a:srgbClr val="000000"/>
              </a:buClr>
              <a:buSzPts val="1200"/>
              <a:buNone/>
              <a:defRPr sz="1200">
                <a:solidFill>
                  <a:srgbClr val="000000"/>
                </a:solidFill>
              </a:defRPr>
            </a:lvl4pPr>
            <a:lvl5pPr lvl="4" algn="l">
              <a:lnSpc>
                <a:spcPct val="100000"/>
              </a:lnSpc>
              <a:spcBef>
                <a:spcPts val="0"/>
              </a:spcBef>
              <a:spcAft>
                <a:spcPts val="0"/>
              </a:spcAft>
              <a:buClr>
                <a:srgbClr val="000000"/>
              </a:buClr>
              <a:buSzPts val="1200"/>
              <a:buNone/>
              <a:defRPr sz="1200">
                <a:solidFill>
                  <a:srgbClr val="000000"/>
                </a:solidFill>
              </a:defRPr>
            </a:lvl5pPr>
            <a:lvl6pPr lvl="5" algn="l">
              <a:lnSpc>
                <a:spcPct val="100000"/>
              </a:lnSpc>
              <a:spcBef>
                <a:spcPts val="0"/>
              </a:spcBef>
              <a:spcAft>
                <a:spcPts val="0"/>
              </a:spcAft>
              <a:buClr>
                <a:srgbClr val="000000"/>
              </a:buClr>
              <a:buSzPts val="1200"/>
              <a:buNone/>
              <a:defRPr sz="1200">
                <a:solidFill>
                  <a:srgbClr val="000000"/>
                </a:solidFill>
              </a:defRPr>
            </a:lvl6pPr>
            <a:lvl7pPr lvl="6" algn="l">
              <a:lnSpc>
                <a:spcPct val="100000"/>
              </a:lnSpc>
              <a:spcBef>
                <a:spcPts val="0"/>
              </a:spcBef>
              <a:spcAft>
                <a:spcPts val="0"/>
              </a:spcAft>
              <a:buClr>
                <a:srgbClr val="000000"/>
              </a:buClr>
              <a:buSzPts val="1200"/>
              <a:buNone/>
              <a:defRPr sz="1200">
                <a:solidFill>
                  <a:srgbClr val="000000"/>
                </a:solidFill>
              </a:defRPr>
            </a:lvl7pPr>
            <a:lvl8pPr lvl="7" algn="l">
              <a:lnSpc>
                <a:spcPct val="100000"/>
              </a:lnSpc>
              <a:spcBef>
                <a:spcPts val="0"/>
              </a:spcBef>
              <a:spcAft>
                <a:spcPts val="0"/>
              </a:spcAft>
              <a:buClr>
                <a:srgbClr val="000000"/>
              </a:buClr>
              <a:buSzPts val="1200"/>
              <a:buNone/>
              <a:defRPr sz="1200">
                <a:solidFill>
                  <a:srgbClr val="000000"/>
                </a:solidFill>
              </a:defRPr>
            </a:lvl8pPr>
            <a:lvl9pPr lvl="8" algn="l">
              <a:lnSpc>
                <a:spcPct val="100000"/>
              </a:lnSpc>
              <a:spcBef>
                <a:spcPts val="0"/>
              </a:spcBef>
              <a:spcAft>
                <a:spcPts val="0"/>
              </a:spcAft>
              <a:buClr>
                <a:srgbClr val="000000"/>
              </a:buClr>
              <a:buSzPts val="1200"/>
              <a:buNone/>
              <a:defRPr sz="1200">
                <a:solidFill>
                  <a:srgbClr val="000000"/>
                </a:solidFill>
              </a:defRPr>
            </a:lvl9pPr>
          </a:lstStyle>
          <a:p/>
        </p:txBody>
      </p:sp>
      <p:sp>
        <p:nvSpPr>
          <p:cNvPr id="64" name="Google Shape;64;p30"/>
          <p:cNvSpPr txBox="1"/>
          <p:nvPr>
            <p:ph idx="1" type="subTitle"/>
          </p:nvPr>
        </p:nvSpPr>
        <p:spPr>
          <a:xfrm>
            <a:off x="1791587" y="2417450"/>
            <a:ext cx="3101400" cy="10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65" name="Google Shape;65;p30"/>
          <p:cNvSpPr txBox="1"/>
          <p:nvPr>
            <p:ph idx="2" type="title"/>
          </p:nvPr>
        </p:nvSpPr>
        <p:spPr>
          <a:xfrm>
            <a:off x="5834900" y="2122225"/>
            <a:ext cx="9810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4800"/>
              <a:buNone/>
              <a:defRPr sz="6000"/>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31"/>
          <p:cNvSpPr txBox="1"/>
          <p:nvPr>
            <p:ph idx="1" type="body"/>
          </p:nvPr>
        </p:nvSpPr>
        <p:spPr>
          <a:xfrm>
            <a:off x="618825" y="1679175"/>
            <a:ext cx="3534300" cy="20901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8" name="Google Shape;68;p31"/>
          <p:cNvSpPr txBox="1"/>
          <p:nvPr>
            <p:ph type="ctrTitle"/>
          </p:nvPr>
        </p:nvSpPr>
        <p:spPr>
          <a:xfrm>
            <a:off x="618825" y="411675"/>
            <a:ext cx="2686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69" name="Google Shape;69;p31"/>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1"/>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1"/>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1"/>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1"/>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4" name="Google Shape;74;p31"/>
          <p:cNvGrpSpPr/>
          <p:nvPr/>
        </p:nvGrpSpPr>
        <p:grpSpPr>
          <a:xfrm>
            <a:off x="8148521" y="3004593"/>
            <a:ext cx="98059" cy="1147595"/>
            <a:chOff x="3347921" y="16006"/>
            <a:chExt cx="98059" cy="1147595"/>
          </a:xfrm>
        </p:grpSpPr>
        <p:sp>
          <p:nvSpPr>
            <p:cNvPr id="75" name="Google Shape;75;p31"/>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1"/>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 name="Google Shape;77;p31"/>
          <p:cNvGrpSpPr/>
          <p:nvPr/>
        </p:nvGrpSpPr>
        <p:grpSpPr>
          <a:xfrm>
            <a:off x="281421" y="3769263"/>
            <a:ext cx="121172" cy="760495"/>
            <a:chOff x="5245196" y="3136513"/>
            <a:chExt cx="121172" cy="760495"/>
          </a:xfrm>
        </p:grpSpPr>
        <p:sp>
          <p:nvSpPr>
            <p:cNvPr id="78" name="Google Shape;78;p3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31"/>
          <p:cNvGrpSpPr/>
          <p:nvPr/>
        </p:nvGrpSpPr>
        <p:grpSpPr>
          <a:xfrm>
            <a:off x="8534739" y="4069632"/>
            <a:ext cx="57599" cy="831799"/>
            <a:chOff x="2038689" y="173907"/>
            <a:chExt cx="57599" cy="831799"/>
          </a:xfrm>
        </p:grpSpPr>
        <p:sp>
          <p:nvSpPr>
            <p:cNvPr id="81" name="Google Shape;81;p31"/>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1"/>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 name="Google Shape;83;p31"/>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1"/>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sp>
        <p:nvSpPr>
          <p:cNvPr id="86" name="Google Shape;86;p32"/>
          <p:cNvSpPr txBox="1"/>
          <p:nvPr>
            <p:ph type="ctrTitle"/>
          </p:nvPr>
        </p:nvSpPr>
        <p:spPr>
          <a:xfrm>
            <a:off x="923625" y="1196026"/>
            <a:ext cx="982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7" name="Google Shape;87;p32"/>
          <p:cNvSpPr txBox="1"/>
          <p:nvPr>
            <p:ph idx="1" type="subTitle"/>
          </p:nvPr>
        </p:nvSpPr>
        <p:spPr>
          <a:xfrm>
            <a:off x="923637" y="1684093"/>
            <a:ext cx="26205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88" name="Google Shape;88;p32"/>
          <p:cNvSpPr txBox="1"/>
          <p:nvPr>
            <p:ph idx="2" type="ctrTitle"/>
          </p:nvPr>
        </p:nvSpPr>
        <p:spPr>
          <a:xfrm>
            <a:off x="7050379" y="1196025"/>
            <a:ext cx="1137300" cy="577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9" name="Google Shape;89;p32"/>
          <p:cNvSpPr txBox="1"/>
          <p:nvPr>
            <p:ph idx="3" type="subTitle"/>
          </p:nvPr>
        </p:nvSpPr>
        <p:spPr>
          <a:xfrm>
            <a:off x="5450166" y="1684093"/>
            <a:ext cx="2737500" cy="1112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90" name="Google Shape;90;p32"/>
          <p:cNvSpPr txBox="1"/>
          <p:nvPr>
            <p:ph idx="4" type="ctrTitle"/>
          </p:nvPr>
        </p:nvSpPr>
        <p:spPr>
          <a:xfrm>
            <a:off x="618825" y="411675"/>
            <a:ext cx="4618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91" name="Google Shape;91;p32"/>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2"/>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2"/>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2"/>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5" name="Google Shape;95;p32"/>
          <p:cNvGrpSpPr/>
          <p:nvPr/>
        </p:nvGrpSpPr>
        <p:grpSpPr>
          <a:xfrm>
            <a:off x="6626134" y="-164562"/>
            <a:ext cx="121172" cy="760495"/>
            <a:chOff x="5245196" y="3136513"/>
            <a:chExt cx="121172" cy="760495"/>
          </a:xfrm>
        </p:grpSpPr>
        <p:sp>
          <p:nvSpPr>
            <p:cNvPr id="96" name="Google Shape;96;p3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 name="Google Shape;98;p32"/>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2"/>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33"/>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02" name="Google Shape;102;p33"/>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3"/>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3"/>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3"/>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3"/>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3"/>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3"/>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3"/>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3"/>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3"/>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2" name="Shape 112"/>
        <p:cNvGrpSpPr/>
        <p:nvPr/>
      </p:nvGrpSpPr>
      <p:grpSpPr>
        <a:xfrm>
          <a:off x="0" y="0"/>
          <a:ext cx="0" cy="0"/>
          <a:chOff x="0" y="0"/>
          <a:chExt cx="0" cy="0"/>
        </a:xfrm>
      </p:grpSpPr>
      <p:sp>
        <p:nvSpPr>
          <p:cNvPr id="113" name="Google Shape;113;p34"/>
          <p:cNvSpPr txBox="1"/>
          <p:nvPr>
            <p:ph idx="1" type="body"/>
          </p:nvPr>
        </p:nvSpPr>
        <p:spPr>
          <a:xfrm>
            <a:off x="618306" y="2199025"/>
            <a:ext cx="1905900" cy="1296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14" name="Google Shape;114;p34"/>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15" name="Google Shape;115;p3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9" name="Google Shape;119;p34"/>
          <p:cNvGrpSpPr/>
          <p:nvPr/>
        </p:nvGrpSpPr>
        <p:grpSpPr>
          <a:xfrm>
            <a:off x="6626134" y="-164562"/>
            <a:ext cx="121172" cy="760495"/>
            <a:chOff x="5245196" y="3136513"/>
            <a:chExt cx="121172" cy="760495"/>
          </a:xfrm>
        </p:grpSpPr>
        <p:sp>
          <p:nvSpPr>
            <p:cNvPr id="120" name="Google Shape;120;p3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2" name="Google Shape;122;p3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4" name="Shape 124"/>
        <p:cNvGrpSpPr/>
        <p:nvPr/>
      </p:nvGrpSpPr>
      <p:grpSpPr>
        <a:xfrm>
          <a:off x="0" y="0"/>
          <a:ext cx="0" cy="0"/>
          <a:chOff x="0" y="0"/>
          <a:chExt cx="0" cy="0"/>
        </a:xfrm>
      </p:grpSpPr>
      <p:sp>
        <p:nvSpPr>
          <p:cNvPr id="125" name="Google Shape;125;p35"/>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7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6" name="Google Shape;126;p35"/>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5"/>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5"/>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5"/>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5"/>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5"/>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2" name="Google Shape;132;p35"/>
          <p:cNvGrpSpPr/>
          <p:nvPr/>
        </p:nvGrpSpPr>
        <p:grpSpPr>
          <a:xfrm>
            <a:off x="8263682" y="-434366"/>
            <a:ext cx="188886" cy="1181532"/>
            <a:chOff x="2877432" y="975334"/>
            <a:chExt cx="188886" cy="1181532"/>
          </a:xfrm>
        </p:grpSpPr>
        <p:sp>
          <p:nvSpPr>
            <p:cNvPr id="133" name="Google Shape;133;p35"/>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5"/>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5"/>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6" name="Google Shape;136;p35"/>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5"/>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5"/>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9" name="Google Shape;139;p35"/>
          <p:cNvGrpSpPr/>
          <p:nvPr/>
        </p:nvGrpSpPr>
        <p:grpSpPr>
          <a:xfrm>
            <a:off x="3090746" y="-533657"/>
            <a:ext cx="98059" cy="1147595"/>
            <a:chOff x="3347921" y="16006"/>
            <a:chExt cx="98059" cy="1147595"/>
          </a:xfrm>
        </p:grpSpPr>
        <p:sp>
          <p:nvSpPr>
            <p:cNvPr id="140" name="Google Shape;140;p35"/>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5"/>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 name="Google Shape;142;p35"/>
          <p:cNvGrpSpPr/>
          <p:nvPr/>
        </p:nvGrpSpPr>
        <p:grpSpPr>
          <a:xfrm>
            <a:off x="4892771" y="-340112"/>
            <a:ext cx="121172" cy="760495"/>
            <a:chOff x="5245196" y="3136513"/>
            <a:chExt cx="121172" cy="760495"/>
          </a:xfrm>
        </p:grpSpPr>
        <p:sp>
          <p:nvSpPr>
            <p:cNvPr id="143" name="Google Shape;143;p3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 name="Google Shape;145;p35"/>
          <p:cNvGrpSpPr/>
          <p:nvPr/>
        </p:nvGrpSpPr>
        <p:grpSpPr>
          <a:xfrm>
            <a:off x="6967836" y="85439"/>
            <a:ext cx="133252" cy="1952377"/>
            <a:chOff x="6780548" y="337714"/>
            <a:chExt cx="133252" cy="1952377"/>
          </a:xfrm>
        </p:grpSpPr>
        <p:sp>
          <p:nvSpPr>
            <p:cNvPr id="146" name="Google Shape;146;p35"/>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5"/>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 name="Google Shape;148;p35"/>
          <p:cNvGrpSpPr/>
          <p:nvPr/>
        </p:nvGrpSpPr>
        <p:grpSpPr>
          <a:xfrm>
            <a:off x="250617" y="2402301"/>
            <a:ext cx="188650" cy="2468355"/>
            <a:chOff x="250617" y="2402301"/>
            <a:chExt cx="188650" cy="2468355"/>
          </a:xfrm>
        </p:grpSpPr>
        <p:sp>
          <p:nvSpPr>
            <p:cNvPr id="149" name="Google Shape;149;p35"/>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5"/>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5"/>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5"/>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 name="Google Shape;153;p35"/>
          <p:cNvGrpSpPr/>
          <p:nvPr/>
        </p:nvGrpSpPr>
        <p:grpSpPr>
          <a:xfrm>
            <a:off x="982417" y="1695096"/>
            <a:ext cx="199237" cy="2828935"/>
            <a:chOff x="1608717" y="1280046"/>
            <a:chExt cx="199237" cy="2828935"/>
          </a:xfrm>
        </p:grpSpPr>
        <p:sp>
          <p:nvSpPr>
            <p:cNvPr id="154" name="Google Shape;154;p35"/>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5"/>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5"/>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7" name="Google Shape;157;p35"/>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8" name="Google Shape;158;p35"/>
          <p:cNvGrpSpPr/>
          <p:nvPr/>
        </p:nvGrpSpPr>
        <p:grpSpPr>
          <a:xfrm>
            <a:off x="2038689" y="173907"/>
            <a:ext cx="57599" cy="831799"/>
            <a:chOff x="2038689" y="173907"/>
            <a:chExt cx="57599" cy="831799"/>
          </a:xfrm>
        </p:grpSpPr>
        <p:sp>
          <p:nvSpPr>
            <p:cNvPr id="159" name="Google Shape;159;p35"/>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5"/>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35"/>
          <p:cNvGrpSpPr/>
          <p:nvPr/>
        </p:nvGrpSpPr>
        <p:grpSpPr>
          <a:xfrm>
            <a:off x="8008096" y="2108910"/>
            <a:ext cx="199001" cy="2139770"/>
            <a:chOff x="8008096" y="2108910"/>
            <a:chExt cx="199001" cy="2139770"/>
          </a:xfrm>
        </p:grpSpPr>
        <p:sp>
          <p:nvSpPr>
            <p:cNvPr id="162" name="Google Shape;162;p35"/>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5"/>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4" name="Google Shape;164;p35"/>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p35"/>
          <p:cNvGrpSpPr/>
          <p:nvPr/>
        </p:nvGrpSpPr>
        <p:grpSpPr>
          <a:xfrm>
            <a:off x="4095146" y="-859690"/>
            <a:ext cx="199001" cy="2139770"/>
            <a:chOff x="8008096" y="2108910"/>
            <a:chExt cx="199001" cy="2139770"/>
          </a:xfrm>
        </p:grpSpPr>
        <p:sp>
          <p:nvSpPr>
            <p:cNvPr id="166" name="Google Shape;166;p35"/>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5"/>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 name="Google Shape;168;p35"/>
          <p:cNvGrpSpPr/>
          <p:nvPr/>
        </p:nvGrpSpPr>
        <p:grpSpPr>
          <a:xfrm>
            <a:off x="6333286" y="3704939"/>
            <a:ext cx="133252" cy="1952377"/>
            <a:chOff x="6780548" y="337714"/>
            <a:chExt cx="133252" cy="1952377"/>
          </a:xfrm>
        </p:grpSpPr>
        <p:sp>
          <p:nvSpPr>
            <p:cNvPr id="169" name="Google Shape;169;p35"/>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5"/>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p35"/>
          <p:cNvGrpSpPr/>
          <p:nvPr/>
        </p:nvGrpSpPr>
        <p:grpSpPr>
          <a:xfrm>
            <a:off x="2702021" y="3612763"/>
            <a:ext cx="121172" cy="760495"/>
            <a:chOff x="5245196" y="3136513"/>
            <a:chExt cx="121172" cy="760495"/>
          </a:xfrm>
        </p:grpSpPr>
        <p:sp>
          <p:nvSpPr>
            <p:cNvPr id="172" name="Google Shape;172;p3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4" name="Google Shape;174;p35"/>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5"/>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6" name="Shape 176"/>
        <p:cNvGrpSpPr/>
        <p:nvPr/>
      </p:nvGrpSpPr>
      <p:grpSpPr>
        <a:xfrm>
          <a:off x="0" y="0"/>
          <a:ext cx="0" cy="0"/>
          <a:chOff x="0" y="0"/>
          <a:chExt cx="0" cy="0"/>
        </a:xfrm>
      </p:grpSpPr>
      <p:sp>
        <p:nvSpPr>
          <p:cNvPr id="177" name="Google Shape;177;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78" name="Google Shape;178;p3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9" name="Google Shape;179;p3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0" name="Shape 180"/>
        <p:cNvGrpSpPr/>
        <p:nvPr/>
      </p:nvGrpSpPr>
      <p:grpSpPr>
        <a:xfrm>
          <a:off x="0" y="0"/>
          <a:ext cx="0" cy="0"/>
          <a:chOff x="0" y="0"/>
          <a:chExt cx="0" cy="0"/>
        </a:xfrm>
      </p:grpSpPr>
      <p:sp>
        <p:nvSpPr>
          <p:cNvPr id="181" name="Google Shape;181;p37"/>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82" name="Shape 182"/>
        <p:cNvGrpSpPr/>
        <p:nvPr/>
      </p:nvGrpSpPr>
      <p:grpSpPr>
        <a:xfrm>
          <a:off x="0" y="0"/>
          <a:ext cx="0" cy="0"/>
          <a:chOff x="0" y="0"/>
          <a:chExt cx="0" cy="0"/>
        </a:xfrm>
      </p:grpSpPr>
      <p:sp>
        <p:nvSpPr>
          <p:cNvPr id="183" name="Google Shape;183;p38"/>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200"/>
              <a:buNone/>
              <a:defRPr sz="2400">
                <a:solidFill>
                  <a:schemeClr val="accen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4" name="Google Shape;184;p38"/>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5" name="Google Shape;185;p38"/>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8"/>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8"/>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8"/>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38"/>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0" name="Google Shape;190;p38"/>
          <p:cNvGrpSpPr/>
          <p:nvPr/>
        </p:nvGrpSpPr>
        <p:grpSpPr>
          <a:xfrm>
            <a:off x="8217007" y="3576772"/>
            <a:ext cx="188886" cy="1181532"/>
            <a:chOff x="2877432" y="975334"/>
            <a:chExt cx="188886" cy="1181532"/>
          </a:xfrm>
        </p:grpSpPr>
        <p:sp>
          <p:nvSpPr>
            <p:cNvPr id="191" name="Google Shape;191;p38"/>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8"/>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8"/>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4" name="Google Shape;194;p38"/>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5" name="Google Shape;195;p38"/>
          <p:cNvGrpSpPr/>
          <p:nvPr/>
        </p:nvGrpSpPr>
        <p:grpSpPr>
          <a:xfrm>
            <a:off x="7519346" y="3243318"/>
            <a:ext cx="98059" cy="1147595"/>
            <a:chOff x="3347921" y="16006"/>
            <a:chExt cx="98059" cy="1147595"/>
          </a:xfrm>
        </p:grpSpPr>
        <p:sp>
          <p:nvSpPr>
            <p:cNvPr id="196" name="Google Shape;196;p38"/>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8"/>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38"/>
          <p:cNvGrpSpPr/>
          <p:nvPr/>
        </p:nvGrpSpPr>
        <p:grpSpPr>
          <a:xfrm>
            <a:off x="805821" y="2953663"/>
            <a:ext cx="121172" cy="760495"/>
            <a:chOff x="5245196" y="3136513"/>
            <a:chExt cx="121172" cy="760495"/>
          </a:xfrm>
        </p:grpSpPr>
        <p:sp>
          <p:nvSpPr>
            <p:cNvPr id="199" name="Google Shape;199;p3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 name="Google Shape;201;p38"/>
          <p:cNvGrpSpPr/>
          <p:nvPr/>
        </p:nvGrpSpPr>
        <p:grpSpPr>
          <a:xfrm>
            <a:off x="250617" y="2402301"/>
            <a:ext cx="188650" cy="2468355"/>
            <a:chOff x="250617" y="2402301"/>
            <a:chExt cx="188650" cy="2468355"/>
          </a:xfrm>
        </p:grpSpPr>
        <p:sp>
          <p:nvSpPr>
            <p:cNvPr id="202" name="Google Shape;202;p38"/>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8"/>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8"/>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8"/>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6" name="Google Shape;206;p38"/>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8"/>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8" name="Google Shape;208;p38"/>
          <p:cNvGrpSpPr/>
          <p:nvPr/>
        </p:nvGrpSpPr>
        <p:grpSpPr>
          <a:xfrm>
            <a:off x="2038689" y="173907"/>
            <a:ext cx="57599" cy="831799"/>
            <a:chOff x="2038689" y="173907"/>
            <a:chExt cx="57599" cy="831799"/>
          </a:xfrm>
        </p:grpSpPr>
        <p:sp>
          <p:nvSpPr>
            <p:cNvPr id="209" name="Google Shape;209;p38"/>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8"/>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1" name="Google Shape;211;p38"/>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2" name="Google Shape;212;p38"/>
          <p:cNvGrpSpPr/>
          <p:nvPr/>
        </p:nvGrpSpPr>
        <p:grpSpPr>
          <a:xfrm>
            <a:off x="4920170" y="-496491"/>
            <a:ext cx="188886" cy="1181532"/>
            <a:chOff x="2877432" y="975334"/>
            <a:chExt cx="188886" cy="1181532"/>
          </a:xfrm>
        </p:grpSpPr>
        <p:sp>
          <p:nvSpPr>
            <p:cNvPr id="213" name="Google Shape;213;p38"/>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38"/>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38"/>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6" name="Google Shape;216;p38"/>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7" name="Google Shape;217;p38"/>
          <p:cNvGrpSpPr/>
          <p:nvPr/>
        </p:nvGrpSpPr>
        <p:grpSpPr>
          <a:xfrm>
            <a:off x="3030471" y="-223849"/>
            <a:ext cx="121172" cy="760495"/>
            <a:chOff x="5245196" y="3136513"/>
            <a:chExt cx="121172" cy="760495"/>
          </a:xfrm>
        </p:grpSpPr>
        <p:sp>
          <p:nvSpPr>
            <p:cNvPr id="218" name="Google Shape;218;p3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 name="Google Shape;220;p38"/>
          <p:cNvGrpSpPr/>
          <p:nvPr/>
        </p:nvGrpSpPr>
        <p:grpSpPr>
          <a:xfrm>
            <a:off x="2306292" y="2569221"/>
            <a:ext cx="199237" cy="2828935"/>
            <a:chOff x="1608717" y="1280046"/>
            <a:chExt cx="199237" cy="2828935"/>
          </a:xfrm>
        </p:grpSpPr>
        <p:sp>
          <p:nvSpPr>
            <p:cNvPr id="221" name="Google Shape;221;p38"/>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8"/>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8"/>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4" name="Shape 224"/>
        <p:cNvGrpSpPr/>
        <p:nvPr/>
      </p:nvGrpSpPr>
      <p:grpSpPr>
        <a:xfrm>
          <a:off x="0" y="0"/>
          <a:ext cx="0" cy="0"/>
          <a:chOff x="0" y="0"/>
          <a:chExt cx="0" cy="0"/>
        </a:xfrm>
      </p:grpSpPr>
      <p:sp>
        <p:nvSpPr>
          <p:cNvPr id="225" name="Google Shape;225;p39"/>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8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26" name="Google Shape;226;p39"/>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grpSp>
        <p:nvGrpSpPr>
          <p:cNvPr id="227" name="Google Shape;227;p39"/>
          <p:cNvGrpSpPr/>
          <p:nvPr/>
        </p:nvGrpSpPr>
        <p:grpSpPr>
          <a:xfrm>
            <a:off x="722446" y="3412541"/>
            <a:ext cx="7699120" cy="1883463"/>
            <a:chOff x="4558950" y="838825"/>
            <a:chExt cx="2813800" cy="688350"/>
          </a:xfrm>
        </p:grpSpPr>
        <p:sp>
          <p:nvSpPr>
            <p:cNvPr id="228" name="Google Shape;228;p39"/>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39"/>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9"/>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9"/>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9"/>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9"/>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9"/>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9"/>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9"/>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9"/>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9"/>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9"/>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9"/>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9"/>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9"/>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39"/>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39"/>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9"/>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9"/>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39"/>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9"/>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39"/>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39"/>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9"/>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39"/>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39"/>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39"/>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39"/>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9"/>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39"/>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39"/>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9"/>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39"/>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39"/>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39"/>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63" name="Shape 263"/>
        <p:cNvGrpSpPr/>
        <p:nvPr/>
      </p:nvGrpSpPr>
      <p:grpSpPr>
        <a:xfrm>
          <a:off x="0" y="0"/>
          <a:ext cx="0" cy="0"/>
          <a:chOff x="0" y="0"/>
          <a:chExt cx="0" cy="0"/>
        </a:xfrm>
      </p:grpSpPr>
      <p:sp>
        <p:nvSpPr>
          <p:cNvPr id="264" name="Google Shape;264;p40"/>
          <p:cNvSpPr txBox="1"/>
          <p:nvPr>
            <p:ph idx="1" type="subTitle"/>
          </p:nvPr>
        </p:nvSpPr>
        <p:spPr>
          <a:xfrm>
            <a:off x="6429027"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65" name="Google Shape;265;p40"/>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0"/>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40"/>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40"/>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0"/>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0"/>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0"/>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0"/>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0"/>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0"/>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0"/>
          <p:cNvSpPr txBox="1"/>
          <p:nvPr>
            <p:ph type="ctrTitle"/>
          </p:nvPr>
        </p:nvSpPr>
        <p:spPr>
          <a:xfrm>
            <a:off x="970814" y="3396800"/>
            <a:ext cx="2152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6" name="Google Shape;276;p40"/>
          <p:cNvSpPr txBox="1"/>
          <p:nvPr>
            <p:ph idx="2" type="subTitle"/>
          </p:nvPr>
        </p:nvSpPr>
        <p:spPr>
          <a:xfrm>
            <a:off x="970814"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77" name="Google Shape;277;p40"/>
          <p:cNvSpPr txBox="1"/>
          <p:nvPr>
            <p:ph idx="3" type="title"/>
          </p:nvPr>
        </p:nvSpPr>
        <p:spPr>
          <a:xfrm>
            <a:off x="970814"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2"/>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78" name="Google Shape;278;p40"/>
          <p:cNvSpPr txBox="1"/>
          <p:nvPr>
            <p:ph idx="4" type="ctrTitle"/>
          </p:nvPr>
        </p:nvSpPr>
        <p:spPr>
          <a:xfrm>
            <a:off x="3690348" y="3396800"/>
            <a:ext cx="13866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9" name="Google Shape;279;p40"/>
          <p:cNvSpPr txBox="1"/>
          <p:nvPr>
            <p:ph idx="5" type="subTitle"/>
          </p:nvPr>
        </p:nvSpPr>
        <p:spPr>
          <a:xfrm>
            <a:off x="3690341"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80" name="Google Shape;280;p40"/>
          <p:cNvSpPr txBox="1"/>
          <p:nvPr>
            <p:ph idx="6" type="title"/>
          </p:nvPr>
        </p:nvSpPr>
        <p:spPr>
          <a:xfrm>
            <a:off x="3690341"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3"/>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81" name="Google Shape;281;p40"/>
          <p:cNvSpPr txBox="1"/>
          <p:nvPr>
            <p:ph idx="7" type="ctrTitle"/>
          </p:nvPr>
        </p:nvSpPr>
        <p:spPr>
          <a:xfrm>
            <a:off x="618825" y="411675"/>
            <a:ext cx="4576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282" name="Google Shape;282;p40"/>
          <p:cNvSpPr txBox="1"/>
          <p:nvPr>
            <p:ph idx="8" type="ctrTitle"/>
          </p:nvPr>
        </p:nvSpPr>
        <p:spPr>
          <a:xfrm>
            <a:off x="6428436" y="3377738"/>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83" name="Google Shape;283;p40"/>
          <p:cNvSpPr txBox="1"/>
          <p:nvPr>
            <p:ph idx="9" type="title"/>
          </p:nvPr>
        </p:nvSpPr>
        <p:spPr>
          <a:xfrm>
            <a:off x="6428436"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1"/>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84" name="Google Shape;284;p40"/>
          <p:cNvSpPr txBox="1"/>
          <p:nvPr>
            <p:ph idx="13" type="ctrTitle"/>
          </p:nvPr>
        </p:nvSpPr>
        <p:spPr>
          <a:xfrm>
            <a:off x="6429027" y="3396800"/>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285" name="Shape 285"/>
        <p:cNvGrpSpPr/>
        <p:nvPr/>
      </p:nvGrpSpPr>
      <p:grpSpPr>
        <a:xfrm>
          <a:off x="0" y="0"/>
          <a:ext cx="0" cy="0"/>
          <a:chOff x="0" y="0"/>
          <a:chExt cx="0" cy="0"/>
        </a:xfrm>
      </p:grpSpPr>
      <p:sp>
        <p:nvSpPr>
          <p:cNvPr id="286" name="Google Shape;286;p41"/>
          <p:cNvSpPr txBox="1"/>
          <p:nvPr>
            <p:ph type="ctrTitle"/>
          </p:nvPr>
        </p:nvSpPr>
        <p:spPr>
          <a:xfrm>
            <a:off x="4696481" y="1365079"/>
            <a:ext cx="26556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7" name="Google Shape;287;p41"/>
          <p:cNvSpPr txBox="1"/>
          <p:nvPr>
            <p:ph idx="1" type="subTitle"/>
          </p:nvPr>
        </p:nvSpPr>
        <p:spPr>
          <a:xfrm>
            <a:off x="4696481" y="1835141"/>
            <a:ext cx="3039300" cy="9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88" name="Google Shape;288;p41"/>
          <p:cNvSpPr txBox="1"/>
          <p:nvPr>
            <p:ph idx="2" type="ctrTitle"/>
          </p:nvPr>
        </p:nvSpPr>
        <p:spPr>
          <a:xfrm>
            <a:off x="1900150" y="3127942"/>
            <a:ext cx="24729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9" name="Google Shape;289;p41"/>
          <p:cNvSpPr txBox="1"/>
          <p:nvPr>
            <p:ph idx="3" type="subTitle"/>
          </p:nvPr>
        </p:nvSpPr>
        <p:spPr>
          <a:xfrm>
            <a:off x="1333875" y="3598390"/>
            <a:ext cx="3039300" cy="117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90" name="Google Shape;290;p41"/>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1"/>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1"/>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1"/>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4" name="Google Shape;294;p41"/>
          <p:cNvGrpSpPr/>
          <p:nvPr/>
        </p:nvGrpSpPr>
        <p:grpSpPr>
          <a:xfrm>
            <a:off x="6626134" y="-164562"/>
            <a:ext cx="121172" cy="760495"/>
            <a:chOff x="5245196" y="3136513"/>
            <a:chExt cx="121172" cy="760495"/>
          </a:xfrm>
        </p:grpSpPr>
        <p:sp>
          <p:nvSpPr>
            <p:cNvPr id="295" name="Google Shape;295;p4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7" name="Google Shape;297;p41"/>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1"/>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1"/>
          <p:cNvSpPr txBox="1"/>
          <p:nvPr>
            <p:ph idx="4"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300" name="Shape 300"/>
        <p:cNvGrpSpPr/>
        <p:nvPr/>
      </p:nvGrpSpPr>
      <p:grpSpPr>
        <a:xfrm>
          <a:off x="0" y="0"/>
          <a:ext cx="0" cy="0"/>
          <a:chOff x="0" y="0"/>
          <a:chExt cx="0" cy="0"/>
        </a:xfrm>
      </p:grpSpPr>
      <p:sp>
        <p:nvSpPr>
          <p:cNvPr id="301" name="Google Shape;301;p42"/>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2"/>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2"/>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2"/>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5" name="Google Shape;305;p42"/>
          <p:cNvGrpSpPr/>
          <p:nvPr/>
        </p:nvGrpSpPr>
        <p:grpSpPr>
          <a:xfrm>
            <a:off x="6626134" y="-164562"/>
            <a:ext cx="121172" cy="760495"/>
            <a:chOff x="5245196" y="3136513"/>
            <a:chExt cx="121172" cy="760495"/>
          </a:xfrm>
        </p:grpSpPr>
        <p:sp>
          <p:nvSpPr>
            <p:cNvPr id="306" name="Google Shape;306;p4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4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8" name="Google Shape;308;p42"/>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42"/>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2"/>
          <p:cNvSpPr txBox="1"/>
          <p:nvPr>
            <p:ph type="ctrTitle"/>
          </p:nvPr>
        </p:nvSpPr>
        <p:spPr>
          <a:xfrm>
            <a:off x="891226"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1" name="Google Shape;311;p42"/>
          <p:cNvSpPr txBox="1"/>
          <p:nvPr>
            <p:ph idx="1" type="subTitle"/>
          </p:nvPr>
        </p:nvSpPr>
        <p:spPr>
          <a:xfrm>
            <a:off x="891226"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2" name="Google Shape;312;p42"/>
          <p:cNvSpPr txBox="1"/>
          <p:nvPr>
            <p:ph idx="2" type="ctrTitle"/>
          </p:nvPr>
        </p:nvSpPr>
        <p:spPr>
          <a:xfrm>
            <a:off x="3503173"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3" name="Google Shape;313;p42"/>
          <p:cNvSpPr txBox="1"/>
          <p:nvPr>
            <p:ph idx="3" type="subTitle"/>
          </p:nvPr>
        </p:nvSpPr>
        <p:spPr>
          <a:xfrm>
            <a:off x="3503173"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4" name="Google Shape;314;p42"/>
          <p:cNvSpPr txBox="1"/>
          <p:nvPr>
            <p:ph idx="4" type="ctrTitle"/>
          </p:nvPr>
        </p:nvSpPr>
        <p:spPr>
          <a:xfrm>
            <a:off x="6124594"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5" name="Google Shape;315;p42"/>
          <p:cNvSpPr txBox="1"/>
          <p:nvPr>
            <p:ph idx="5" type="subTitle"/>
          </p:nvPr>
        </p:nvSpPr>
        <p:spPr>
          <a:xfrm>
            <a:off x="6124594"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6" name="Google Shape;316;p42"/>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317" name="Shape 317"/>
        <p:cNvGrpSpPr/>
        <p:nvPr/>
      </p:nvGrpSpPr>
      <p:grpSpPr>
        <a:xfrm>
          <a:off x="0" y="0"/>
          <a:ext cx="0" cy="0"/>
          <a:chOff x="0" y="0"/>
          <a:chExt cx="0" cy="0"/>
        </a:xfrm>
      </p:grpSpPr>
      <p:sp>
        <p:nvSpPr>
          <p:cNvPr id="318" name="Google Shape;318;p43"/>
          <p:cNvSpPr txBox="1"/>
          <p:nvPr>
            <p:ph type="ctrTitle"/>
          </p:nvPr>
        </p:nvSpPr>
        <p:spPr>
          <a:xfrm>
            <a:off x="1121525"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9" name="Google Shape;319;p43"/>
          <p:cNvSpPr txBox="1"/>
          <p:nvPr>
            <p:ph idx="1" type="subTitle"/>
          </p:nvPr>
        </p:nvSpPr>
        <p:spPr>
          <a:xfrm>
            <a:off x="961925" y="16437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0" name="Google Shape;320;p43"/>
          <p:cNvSpPr txBox="1"/>
          <p:nvPr>
            <p:ph idx="2" type="ctrTitle"/>
          </p:nvPr>
        </p:nvSpPr>
        <p:spPr>
          <a:xfrm>
            <a:off x="3628263"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1" name="Google Shape;321;p43"/>
          <p:cNvSpPr txBox="1"/>
          <p:nvPr>
            <p:ph idx="3" type="subTitle"/>
          </p:nvPr>
        </p:nvSpPr>
        <p:spPr>
          <a:xfrm>
            <a:off x="3468663" y="1643759"/>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2" name="Google Shape;322;p43"/>
          <p:cNvSpPr txBox="1"/>
          <p:nvPr>
            <p:ph idx="4" type="ctrTitle"/>
          </p:nvPr>
        </p:nvSpPr>
        <p:spPr>
          <a:xfrm>
            <a:off x="6142624"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3" name="Google Shape;323;p43"/>
          <p:cNvSpPr txBox="1"/>
          <p:nvPr>
            <p:ph idx="5" type="subTitle"/>
          </p:nvPr>
        </p:nvSpPr>
        <p:spPr>
          <a:xfrm>
            <a:off x="5947924" y="16437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4" name="Google Shape;324;p43"/>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25" name="Google Shape;325;p43"/>
          <p:cNvSpPr txBox="1"/>
          <p:nvPr>
            <p:ph idx="7" type="ctrTitle"/>
          </p:nvPr>
        </p:nvSpPr>
        <p:spPr>
          <a:xfrm>
            <a:off x="1121525"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6" name="Google Shape;326;p43"/>
          <p:cNvSpPr txBox="1"/>
          <p:nvPr>
            <p:ph idx="8" type="subTitle"/>
          </p:nvPr>
        </p:nvSpPr>
        <p:spPr>
          <a:xfrm>
            <a:off x="961925" y="34792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7" name="Google Shape;327;p43"/>
          <p:cNvSpPr txBox="1"/>
          <p:nvPr>
            <p:ph idx="9" type="ctrTitle"/>
          </p:nvPr>
        </p:nvSpPr>
        <p:spPr>
          <a:xfrm>
            <a:off x="3628263"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8" name="Google Shape;328;p43"/>
          <p:cNvSpPr txBox="1"/>
          <p:nvPr>
            <p:ph idx="13" type="subTitle"/>
          </p:nvPr>
        </p:nvSpPr>
        <p:spPr>
          <a:xfrm>
            <a:off x="3533613" y="3479251"/>
            <a:ext cx="20706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9" name="Google Shape;329;p43"/>
          <p:cNvSpPr txBox="1"/>
          <p:nvPr>
            <p:ph idx="14" type="ctrTitle"/>
          </p:nvPr>
        </p:nvSpPr>
        <p:spPr>
          <a:xfrm>
            <a:off x="6142624"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0" name="Google Shape;330;p43"/>
          <p:cNvSpPr txBox="1"/>
          <p:nvPr>
            <p:ph idx="15" type="subTitle"/>
          </p:nvPr>
        </p:nvSpPr>
        <p:spPr>
          <a:xfrm>
            <a:off x="5947924" y="34792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31" name="Google Shape;331;p43"/>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43"/>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3"/>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43"/>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43"/>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3"/>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3"/>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43"/>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3"/>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340" name="Shape 340"/>
        <p:cNvGrpSpPr/>
        <p:nvPr/>
      </p:nvGrpSpPr>
      <p:grpSpPr>
        <a:xfrm>
          <a:off x="0" y="0"/>
          <a:ext cx="0" cy="0"/>
          <a:chOff x="0" y="0"/>
          <a:chExt cx="0" cy="0"/>
        </a:xfrm>
      </p:grpSpPr>
      <p:sp>
        <p:nvSpPr>
          <p:cNvPr id="341" name="Google Shape;341;p44"/>
          <p:cNvSpPr txBox="1"/>
          <p:nvPr>
            <p:ph type="ctrTitle"/>
          </p:nvPr>
        </p:nvSpPr>
        <p:spPr>
          <a:xfrm>
            <a:off x="1218541"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2" name="Google Shape;342;p44"/>
          <p:cNvSpPr txBox="1"/>
          <p:nvPr>
            <p:ph idx="1" type="subTitle"/>
          </p:nvPr>
        </p:nvSpPr>
        <p:spPr>
          <a:xfrm>
            <a:off x="1218541"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3" name="Google Shape;343;p44"/>
          <p:cNvSpPr txBox="1"/>
          <p:nvPr>
            <p:ph idx="2" type="ctrTitle"/>
          </p:nvPr>
        </p:nvSpPr>
        <p:spPr>
          <a:xfrm>
            <a:off x="6054555"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4" name="Google Shape;344;p44"/>
          <p:cNvSpPr txBox="1"/>
          <p:nvPr>
            <p:ph idx="3" type="subTitle"/>
          </p:nvPr>
        </p:nvSpPr>
        <p:spPr>
          <a:xfrm>
            <a:off x="6054555"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5" name="Google Shape;345;p44"/>
          <p:cNvSpPr txBox="1"/>
          <p:nvPr>
            <p:ph idx="4" type="ctrTitle"/>
          </p:nvPr>
        </p:nvSpPr>
        <p:spPr>
          <a:xfrm>
            <a:off x="1218541"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6" name="Google Shape;346;p44"/>
          <p:cNvSpPr txBox="1"/>
          <p:nvPr>
            <p:ph idx="5" type="subTitle"/>
          </p:nvPr>
        </p:nvSpPr>
        <p:spPr>
          <a:xfrm>
            <a:off x="1116841" y="3271106"/>
            <a:ext cx="2084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7" name="Google Shape;347;p44"/>
          <p:cNvSpPr txBox="1"/>
          <p:nvPr>
            <p:ph idx="6" type="ctrTitle"/>
          </p:nvPr>
        </p:nvSpPr>
        <p:spPr>
          <a:xfrm>
            <a:off x="6054555"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8" name="Google Shape;348;p44"/>
          <p:cNvSpPr txBox="1"/>
          <p:nvPr>
            <p:ph idx="7" type="subTitle"/>
          </p:nvPr>
        </p:nvSpPr>
        <p:spPr>
          <a:xfrm>
            <a:off x="6054555" y="3271106"/>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9" name="Google Shape;349;p44"/>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50" name="Google Shape;350;p44"/>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44"/>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44"/>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4"/>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44"/>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44"/>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44"/>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4"/>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44"/>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44"/>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360" name="Shape 360"/>
        <p:cNvGrpSpPr/>
        <p:nvPr/>
      </p:nvGrpSpPr>
      <p:grpSpPr>
        <a:xfrm>
          <a:off x="0" y="0"/>
          <a:ext cx="0" cy="0"/>
          <a:chOff x="0" y="0"/>
          <a:chExt cx="0" cy="0"/>
        </a:xfrm>
      </p:grpSpPr>
      <p:sp>
        <p:nvSpPr>
          <p:cNvPr id="361" name="Google Shape;361;p45"/>
          <p:cNvSpPr txBox="1"/>
          <p:nvPr>
            <p:ph type="ctrTitle"/>
          </p:nvPr>
        </p:nvSpPr>
        <p:spPr>
          <a:xfrm>
            <a:off x="915161" y="2299544"/>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2" name="Google Shape;362;p45"/>
          <p:cNvSpPr txBox="1"/>
          <p:nvPr>
            <p:ph idx="1" type="subTitle"/>
          </p:nvPr>
        </p:nvSpPr>
        <p:spPr>
          <a:xfrm>
            <a:off x="879139" y="1777397"/>
            <a:ext cx="1917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3" name="Google Shape;363;p45"/>
          <p:cNvSpPr txBox="1"/>
          <p:nvPr>
            <p:ph idx="2" type="ctrTitle"/>
          </p:nvPr>
        </p:nvSpPr>
        <p:spPr>
          <a:xfrm>
            <a:off x="6345518" y="2299544"/>
            <a:ext cx="18813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4" name="Google Shape;364;p45"/>
          <p:cNvSpPr txBox="1"/>
          <p:nvPr>
            <p:ph idx="3" type="subTitle"/>
          </p:nvPr>
        </p:nvSpPr>
        <p:spPr>
          <a:xfrm>
            <a:off x="6345518" y="1777397"/>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5" name="Google Shape;365;p45"/>
          <p:cNvSpPr txBox="1"/>
          <p:nvPr>
            <p:ph idx="4" type="ctrTitle"/>
          </p:nvPr>
        </p:nvSpPr>
        <p:spPr>
          <a:xfrm>
            <a:off x="915161" y="2861525"/>
            <a:ext cx="1881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6" name="Google Shape;366;p45"/>
          <p:cNvSpPr txBox="1"/>
          <p:nvPr>
            <p:ph idx="5" type="subTitle"/>
          </p:nvPr>
        </p:nvSpPr>
        <p:spPr>
          <a:xfrm>
            <a:off x="915161" y="3353275"/>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7" name="Google Shape;367;p45"/>
          <p:cNvSpPr txBox="1"/>
          <p:nvPr>
            <p:ph idx="6" type="ctrTitle"/>
          </p:nvPr>
        </p:nvSpPr>
        <p:spPr>
          <a:xfrm>
            <a:off x="6345518" y="2861525"/>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8" name="Google Shape;368;p45"/>
          <p:cNvSpPr txBox="1"/>
          <p:nvPr>
            <p:ph idx="7" type="subTitle"/>
          </p:nvPr>
        </p:nvSpPr>
        <p:spPr>
          <a:xfrm>
            <a:off x="6345518" y="3353275"/>
            <a:ext cx="16566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9" name="Google Shape;369;p45"/>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70" name="Google Shape;370;p45"/>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4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4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45"/>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4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4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45"/>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80" name="Shape 380"/>
        <p:cNvGrpSpPr/>
        <p:nvPr/>
      </p:nvGrpSpPr>
      <p:grpSpPr>
        <a:xfrm>
          <a:off x="0" y="0"/>
          <a:ext cx="0" cy="0"/>
          <a:chOff x="0" y="0"/>
          <a:chExt cx="0" cy="0"/>
        </a:xfrm>
      </p:grpSpPr>
      <p:sp>
        <p:nvSpPr>
          <p:cNvPr id="381" name="Google Shape;381;p46"/>
          <p:cNvSpPr txBox="1"/>
          <p:nvPr>
            <p:ph type="title"/>
          </p:nvPr>
        </p:nvSpPr>
        <p:spPr>
          <a:xfrm>
            <a:off x="2471150" y="1830075"/>
            <a:ext cx="3823200" cy="112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72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2" name="Google Shape;382;p46"/>
          <p:cNvSpPr txBox="1"/>
          <p:nvPr>
            <p:ph idx="1" type="subTitle"/>
          </p:nvPr>
        </p:nvSpPr>
        <p:spPr>
          <a:xfrm>
            <a:off x="2902550" y="540000"/>
            <a:ext cx="2960400" cy="135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3" name="Google Shape;383;p46"/>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000"/>
              <a:buFont typeface="Arial"/>
              <a:buNone/>
            </a:pPr>
            <a:r>
              <a:rPr b="0" i="0" lang="en" sz="1000" u="none" cap="none" strike="noStrike">
                <a:solidFill>
                  <a:schemeClr val="lt1"/>
                </a:solidFill>
                <a:latin typeface="Maven Pro"/>
                <a:ea typeface="Maven Pro"/>
                <a:cs typeface="Maven Pro"/>
                <a:sym typeface="Maven Pro"/>
              </a:rPr>
              <a:t>CREDITS: This presentation template was created by </a:t>
            </a:r>
            <a:r>
              <a:rPr b="0" i="0" lang="en" sz="1000" u="none" cap="none" strike="noStrike">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b="0" i="0" lang="en" sz="1000" u="none" cap="none" strike="noStrike">
                <a:solidFill>
                  <a:schemeClr val="lt1"/>
                </a:solidFill>
                <a:latin typeface="Maven Pro"/>
                <a:ea typeface="Maven Pro"/>
                <a:cs typeface="Maven Pro"/>
                <a:sym typeface="Maven Pro"/>
              </a:rPr>
              <a:t>, including icons by </a:t>
            </a:r>
            <a:r>
              <a:rPr b="0" i="0" lang="en" sz="1000" u="none" cap="none" strike="noStrike">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b="0" i="0" lang="en" sz="1000" u="none" cap="none" strike="noStrike">
                <a:solidFill>
                  <a:schemeClr val="lt1"/>
                </a:solidFill>
                <a:latin typeface="Maven Pro"/>
                <a:ea typeface="Maven Pro"/>
                <a:cs typeface="Maven Pro"/>
                <a:sym typeface="Maven Pro"/>
              </a:rPr>
              <a:t>, and infographics &amp; images by </a:t>
            </a:r>
            <a:r>
              <a:rPr b="0" i="0" lang="en" sz="1000" u="none" cap="none" strike="noStrike">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b="0" i="0" sz="1000" u="none" cap="none" strike="noStrike">
              <a:solidFill>
                <a:schemeClr val="accent3"/>
              </a:solidFill>
              <a:latin typeface="Maven Pro"/>
              <a:ea typeface="Maven Pro"/>
              <a:cs typeface="Maven Pro"/>
              <a:sym typeface="Maven Pro"/>
            </a:endParaRPr>
          </a:p>
        </p:txBody>
      </p:sp>
      <p:sp>
        <p:nvSpPr>
          <p:cNvPr id="384" name="Google Shape;384;p46"/>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6"/>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6"/>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6"/>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6"/>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6"/>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46"/>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46"/>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2" name="Google Shape;392;p46"/>
          <p:cNvGrpSpPr/>
          <p:nvPr/>
        </p:nvGrpSpPr>
        <p:grpSpPr>
          <a:xfrm>
            <a:off x="6669747" y="-389684"/>
            <a:ext cx="143766" cy="2106420"/>
            <a:chOff x="6780548" y="337714"/>
            <a:chExt cx="133252" cy="1952377"/>
          </a:xfrm>
        </p:grpSpPr>
        <p:sp>
          <p:nvSpPr>
            <p:cNvPr id="393" name="Google Shape;393;p46"/>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46"/>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5" name="Google Shape;395;p46"/>
          <p:cNvGrpSpPr/>
          <p:nvPr/>
        </p:nvGrpSpPr>
        <p:grpSpPr>
          <a:xfrm>
            <a:off x="1510029" y="507749"/>
            <a:ext cx="203534" cy="2663108"/>
            <a:chOff x="250617" y="2402301"/>
            <a:chExt cx="188650" cy="2468355"/>
          </a:xfrm>
        </p:grpSpPr>
        <p:sp>
          <p:nvSpPr>
            <p:cNvPr id="396" name="Google Shape;396;p46"/>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6"/>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6"/>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6"/>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0" name="Google Shape;400;p46"/>
          <p:cNvGrpSpPr/>
          <p:nvPr/>
        </p:nvGrpSpPr>
        <p:grpSpPr>
          <a:xfrm>
            <a:off x="385355" y="1380671"/>
            <a:ext cx="199237" cy="2828935"/>
            <a:chOff x="1608717" y="1280046"/>
            <a:chExt cx="199237" cy="2828935"/>
          </a:xfrm>
        </p:grpSpPr>
        <p:sp>
          <p:nvSpPr>
            <p:cNvPr id="401" name="Google Shape;401;p46"/>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6"/>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6"/>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4" name="Google Shape;404;p46"/>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6"/>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6" name="Google Shape;406;p46"/>
          <p:cNvGrpSpPr/>
          <p:nvPr/>
        </p:nvGrpSpPr>
        <p:grpSpPr>
          <a:xfrm>
            <a:off x="989005" y="-389666"/>
            <a:ext cx="62143" cy="897428"/>
            <a:chOff x="2038689" y="173907"/>
            <a:chExt cx="57599" cy="831799"/>
          </a:xfrm>
        </p:grpSpPr>
        <p:sp>
          <p:nvSpPr>
            <p:cNvPr id="407" name="Google Shape;407;p46"/>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6"/>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9" name="Google Shape;409;p46"/>
          <p:cNvGrpSpPr/>
          <p:nvPr/>
        </p:nvGrpSpPr>
        <p:grpSpPr>
          <a:xfrm>
            <a:off x="8568723" y="2184809"/>
            <a:ext cx="214702" cy="2308598"/>
            <a:chOff x="8008096" y="2108910"/>
            <a:chExt cx="199001" cy="2139770"/>
          </a:xfrm>
        </p:grpSpPr>
        <p:sp>
          <p:nvSpPr>
            <p:cNvPr id="410" name="Google Shape;410;p46"/>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6"/>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2" name="Google Shape;412;p46"/>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3" name="Google Shape;413;p46"/>
          <p:cNvGrpSpPr/>
          <p:nvPr/>
        </p:nvGrpSpPr>
        <p:grpSpPr>
          <a:xfrm>
            <a:off x="8221223" y="9"/>
            <a:ext cx="214702" cy="2308598"/>
            <a:chOff x="8008096" y="2108910"/>
            <a:chExt cx="199001" cy="2139770"/>
          </a:xfrm>
        </p:grpSpPr>
        <p:sp>
          <p:nvSpPr>
            <p:cNvPr id="414" name="Google Shape;414;p46"/>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6"/>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416" name="Shape 416"/>
        <p:cNvGrpSpPr/>
        <p:nvPr/>
      </p:nvGrpSpPr>
      <p:grpSpPr>
        <a:xfrm>
          <a:off x="0" y="0"/>
          <a:ext cx="0" cy="0"/>
          <a:chOff x="0" y="0"/>
          <a:chExt cx="0" cy="0"/>
        </a:xfrm>
      </p:grpSpPr>
      <p:sp>
        <p:nvSpPr>
          <p:cNvPr id="417" name="Google Shape;417;p47"/>
          <p:cNvSpPr txBox="1"/>
          <p:nvPr>
            <p:ph idx="1" type="body"/>
          </p:nvPr>
        </p:nvSpPr>
        <p:spPr>
          <a:xfrm>
            <a:off x="59737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SzPts val="1000"/>
              <a:buFont typeface="Livvic Light"/>
              <a:buChar char="●"/>
              <a:defRPr sz="1200"/>
            </a:lvl1pPr>
            <a:lvl2pPr indent="-292100" lvl="1" marL="914400" algn="l">
              <a:lnSpc>
                <a:spcPct val="115000"/>
              </a:lnSpc>
              <a:spcBef>
                <a:spcPts val="1600"/>
              </a:spcBef>
              <a:spcAft>
                <a:spcPts val="0"/>
              </a:spcAft>
              <a:buSzPts val="1000"/>
              <a:buFont typeface="Nunito Light"/>
              <a:buChar char="○"/>
              <a:defRPr/>
            </a:lvl2pPr>
            <a:lvl3pPr indent="-292100" lvl="2" marL="1371600" algn="l">
              <a:lnSpc>
                <a:spcPct val="115000"/>
              </a:lnSpc>
              <a:spcBef>
                <a:spcPts val="1600"/>
              </a:spcBef>
              <a:spcAft>
                <a:spcPts val="0"/>
              </a:spcAft>
              <a:buSzPts val="1000"/>
              <a:buFont typeface="Nunito Light"/>
              <a:buChar char="■"/>
              <a:defRPr/>
            </a:lvl3pPr>
            <a:lvl4pPr indent="-292100" lvl="3" marL="1828800" algn="l">
              <a:lnSpc>
                <a:spcPct val="115000"/>
              </a:lnSpc>
              <a:spcBef>
                <a:spcPts val="1600"/>
              </a:spcBef>
              <a:spcAft>
                <a:spcPts val="0"/>
              </a:spcAft>
              <a:buSzPts val="1000"/>
              <a:buFont typeface="Nunito Light"/>
              <a:buChar char="●"/>
              <a:defRPr/>
            </a:lvl4pPr>
            <a:lvl5pPr indent="-292100" lvl="4" marL="2286000" algn="l">
              <a:lnSpc>
                <a:spcPct val="115000"/>
              </a:lnSpc>
              <a:spcBef>
                <a:spcPts val="1600"/>
              </a:spcBef>
              <a:spcAft>
                <a:spcPts val="0"/>
              </a:spcAft>
              <a:buSzPts val="1000"/>
              <a:buFont typeface="Nunito Light"/>
              <a:buChar char="○"/>
              <a:defRPr/>
            </a:lvl5pPr>
            <a:lvl6pPr indent="-292100" lvl="5" marL="2743200" algn="l">
              <a:lnSpc>
                <a:spcPct val="115000"/>
              </a:lnSpc>
              <a:spcBef>
                <a:spcPts val="1600"/>
              </a:spcBef>
              <a:spcAft>
                <a:spcPts val="0"/>
              </a:spcAft>
              <a:buSzPts val="1000"/>
              <a:buFont typeface="Nunito Light"/>
              <a:buChar char="■"/>
              <a:defRPr/>
            </a:lvl6pPr>
            <a:lvl7pPr indent="-292100" lvl="6" marL="3200400" algn="l">
              <a:lnSpc>
                <a:spcPct val="115000"/>
              </a:lnSpc>
              <a:spcBef>
                <a:spcPts val="1600"/>
              </a:spcBef>
              <a:spcAft>
                <a:spcPts val="0"/>
              </a:spcAft>
              <a:buSzPts val="1000"/>
              <a:buFont typeface="Nunito Light"/>
              <a:buChar char="●"/>
              <a:defRPr/>
            </a:lvl7pPr>
            <a:lvl8pPr indent="-292100" lvl="7" marL="3657600" algn="l">
              <a:lnSpc>
                <a:spcPct val="115000"/>
              </a:lnSpc>
              <a:spcBef>
                <a:spcPts val="1600"/>
              </a:spcBef>
              <a:spcAft>
                <a:spcPts val="0"/>
              </a:spcAft>
              <a:buSzPts val="1000"/>
              <a:buFont typeface="Nunito Light"/>
              <a:buChar char="○"/>
              <a:defRPr/>
            </a:lvl8pPr>
            <a:lvl9pPr indent="-292100" lvl="8" marL="4114800" algn="l">
              <a:lnSpc>
                <a:spcPct val="115000"/>
              </a:lnSpc>
              <a:spcBef>
                <a:spcPts val="1600"/>
              </a:spcBef>
              <a:spcAft>
                <a:spcPts val="1600"/>
              </a:spcAft>
              <a:buSzPts val="1000"/>
              <a:buFont typeface="Nunito Light"/>
              <a:buChar char="■"/>
              <a:defRPr/>
            </a:lvl9pPr>
          </a:lstStyle>
          <a:p/>
        </p:txBody>
      </p:sp>
      <p:sp>
        <p:nvSpPr>
          <p:cNvPr id="418" name="Google Shape;418;p47"/>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419" name="Google Shape;419;p47"/>
          <p:cNvSpPr txBox="1"/>
          <p:nvPr>
            <p:ph idx="2" type="body"/>
          </p:nvPr>
        </p:nvSpPr>
        <p:spPr>
          <a:xfrm>
            <a:off x="469012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rgbClr val="EC5D37"/>
              </a:buClr>
              <a:buSzPts val="1000"/>
              <a:buFont typeface="Livvic Light"/>
              <a:buChar char="●"/>
              <a:defRPr sz="1200"/>
            </a:lvl1pPr>
            <a:lvl2pPr indent="-292100" lvl="1" marL="914400" algn="l">
              <a:lnSpc>
                <a:spcPct val="115000"/>
              </a:lnSpc>
              <a:spcBef>
                <a:spcPts val="1600"/>
              </a:spcBef>
              <a:spcAft>
                <a:spcPts val="0"/>
              </a:spcAft>
              <a:buClr>
                <a:srgbClr val="FFC800"/>
              </a:buClr>
              <a:buSzPts val="1000"/>
              <a:buFont typeface="Nunito Light"/>
              <a:buChar char="○"/>
              <a:defRPr/>
            </a:lvl2pPr>
            <a:lvl3pPr indent="-292100" lvl="2" marL="1371600" algn="l">
              <a:lnSpc>
                <a:spcPct val="115000"/>
              </a:lnSpc>
              <a:spcBef>
                <a:spcPts val="1600"/>
              </a:spcBef>
              <a:spcAft>
                <a:spcPts val="0"/>
              </a:spcAft>
              <a:buClr>
                <a:srgbClr val="FFC800"/>
              </a:buClr>
              <a:buSzPts val="1000"/>
              <a:buFont typeface="Nunito Light"/>
              <a:buChar char="■"/>
              <a:defRPr/>
            </a:lvl3pPr>
            <a:lvl4pPr indent="-292100" lvl="3" marL="1828800" algn="l">
              <a:lnSpc>
                <a:spcPct val="115000"/>
              </a:lnSpc>
              <a:spcBef>
                <a:spcPts val="1600"/>
              </a:spcBef>
              <a:spcAft>
                <a:spcPts val="0"/>
              </a:spcAft>
              <a:buClr>
                <a:srgbClr val="FFC800"/>
              </a:buClr>
              <a:buSzPts val="1000"/>
              <a:buFont typeface="Nunito Light"/>
              <a:buChar char="●"/>
              <a:defRPr/>
            </a:lvl4pPr>
            <a:lvl5pPr indent="-292100" lvl="4" marL="2286000" algn="l">
              <a:lnSpc>
                <a:spcPct val="115000"/>
              </a:lnSpc>
              <a:spcBef>
                <a:spcPts val="1600"/>
              </a:spcBef>
              <a:spcAft>
                <a:spcPts val="0"/>
              </a:spcAft>
              <a:buClr>
                <a:srgbClr val="434343"/>
              </a:buClr>
              <a:buSzPts val="1000"/>
              <a:buFont typeface="Nunito Light"/>
              <a:buChar char="○"/>
              <a:defRPr/>
            </a:lvl5pPr>
            <a:lvl6pPr indent="-292100" lvl="5" marL="2743200" algn="l">
              <a:lnSpc>
                <a:spcPct val="115000"/>
              </a:lnSpc>
              <a:spcBef>
                <a:spcPts val="1600"/>
              </a:spcBef>
              <a:spcAft>
                <a:spcPts val="0"/>
              </a:spcAft>
              <a:buClr>
                <a:srgbClr val="434343"/>
              </a:buClr>
              <a:buSzPts val="1000"/>
              <a:buFont typeface="Nunito Light"/>
              <a:buChar char="■"/>
              <a:defRPr/>
            </a:lvl6pPr>
            <a:lvl7pPr indent="-292100" lvl="6" marL="3200400" algn="l">
              <a:lnSpc>
                <a:spcPct val="115000"/>
              </a:lnSpc>
              <a:spcBef>
                <a:spcPts val="1600"/>
              </a:spcBef>
              <a:spcAft>
                <a:spcPts val="0"/>
              </a:spcAft>
              <a:buClr>
                <a:srgbClr val="434343"/>
              </a:buClr>
              <a:buSzPts val="1000"/>
              <a:buFont typeface="Nunito Light"/>
              <a:buChar char="●"/>
              <a:defRPr/>
            </a:lvl7pPr>
            <a:lvl8pPr indent="-292100" lvl="7" marL="3657600" algn="l">
              <a:lnSpc>
                <a:spcPct val="115000"/>
              </a:lnSpc>
              <a:spcBef>
                <a:spcPts val="1600"/>
              </a:spcBef>
              <a:spcAft>
                <a:spcPts val="0"/>
              </a:spcAft>
              <a:buClr>
                <a:srgbClr val="434343"/>
              </a:buClr>
              <a:buSzPts val="1000"/>
              <a:buFont typeface="Nunito Light"/>
              <a:buChar char="○"/>
              <a:defRPr/>
            </a:lvl8pPr>
            <a:lvl9pPr indent="-292100" lvl="8" marL="4114800" algn="l">
              <a:lnSpc>
                <a:spcPct val="115000"/>
              </a:lnSpc>
              <a:spcBef>
                <a:spcPts val="1600"/>
              </a:spcBef>
              <a:spcAft>
                <a:spcPts val="1600"/>
              </a:spcAft>
              <a:buClr>
                <a:srgbClr val="434343"/>
              </a:buClr>
              <a:buSzPts val="1000"/>
              <a:buFont typeface="Nunito Light"/>
              <a:buChar char="■"/>
              <a:defRPr/>
            </a:lvl9pPr>
          </a:lstStyle>
          <a:p/>
        </p:txBody>
      </p:sp>
      <p:sp>
        <p:nvSpPr>
          <p:cNvPr id="420" name="Google Shape;420;p47"/>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7"/>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7"/>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7"/>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7"/>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7"/>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7"/>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7"/>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7"/>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7"/>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7"/>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431" name="Shape 431"/>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32" name="Shape 4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7" name="Google Shape;7;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drive.google.com/file/d/1yLzrBhoKaaIzhcPVBHszXiq9eAGCnwVX/view?usp=share_link" TargetMode="External"/><Relationship Id="rId4" Type="http://schemas.openxmlformats.org/officeDocument/2006/relationships/hyperlink" Target="https://drive.google.com/file/d/1jNFefxvej6p-3fQuIjIi8HysnaSOdxv1/view?usp=share_link" TargetMode="External"/><Relationship Id="rId5" Type="http://schemas.openxmlformats.org/officeDocument/2006/relationships/hyperlink" Target="https://drive.google.com/file/d/1txj8313IyBO2r1TDu3TfSu29awzus6c-/view?usp=share_link" TargetMode="External"/><Relationship Id="rId6" Type="http://schemas.openxmlformats.org/officeDocument/2006/relationships/hyperlink" Target="https://drive.google.com/file/d/1S69PZJTkDa55_RTtiHLnyNZUqrINK13I/view?usp=share_link" TargetMode="External"/><Relationship Id="rId7" Type="http://schemas.openxmlformats.org/officeDocument/2006/relationships/hyperlink" Target="https://drive.google.com/file/d/1wW_QHAkQhLW-4uwVvS0iTguX49dwJkOi/view?usp=share_link" TargetMode="External"/><Relationship Id="rId8" Type="http://schemas.openxmlformats.org/officeDocument/2006/relationships/hyperlink" Target="https://drive.google.com/file/d/1S69PZJTkDa55_RTtiHLnyNZUqrINK13I/view?usp=share_link"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indiabix.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geeksforgeeks.org/find-second-largest-element-arra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kaggle.com/datasets/jessemostipak/hotel-booking-deman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mailto:2019pranav.chaturvedi@ves.ac.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p1"/>
          <p:cNvPicPr preferRelativeResize="0"/>
          <p:nvPr/>
        </p:nvPicPr>
        <p:blipFill rotWithShape="1">
          <a:blip r:embed="rId3">
            <a:alphaModFix/>
          </a:blip>
          <a:srcRect b="0" l="0" r="0" t="0"/>
          <a:stretch/>
        </p:blipFill>
        <p:spPr>
          <a:xfrm>
            <a:off x="3183600" y="1171675"/>
            <a:ext cx="2776788" cy="1400075"/>
          </a:xfrm>
          <a:prstGeom prst="rect">
            <a:avLst/>
          </a:prstGeom>
          <a:noFill/>
          <a:ln>
            <a:noFill/>
          </a:ln>
        </p:spPr>
      </p:pic>
      <p:sp>
        <p:nvSpPr>
          <p:cNvPr id="438" name="Google Shape;438;p1"/>
          <p:cNvSpPr txBox="1"/>
          <p:nvPr/>
        </p:nvSpPr>
        <p:spPr>
          <a:xfrm>
            <a:off x="2088900" y="2718300"/>
            <a:ext cx="49662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chemeClr val="lt1"/>
                </a:solidFill>
                <a:latin typeface="Times New Roman"/>
                <a:ea typeface="Times New Roman"/>
                <a:cs typeface="Times New Roman"/>
                <a:sym typeface="Times New Roman"/>
              </a:rPr>
              <a:t>Institutional Shareholder Services</a:t>
            </a:r>
            <a:endParaRPr b="0" i="0" sz="2400" u="none" cap="none" strike="noStrike">
              <a:solidFill>
                <a:schemeClr val="lt1"/>
              </a:solidFill>
              <a:latin typeface="Times New Roman"/>
              <a:ea typeface="Times New Roman"/>
              <a:cs typeface="Times New Roman"/>
              <a:sym typeface="Times New Roman"/>
            </a:endParaRPr>
          </a:p>
        </p:txBody>
      </p:sp>
      <p:sp>
        <p:nvSpPr>
          <p:cNvPr id="439" name="Google Shape;439;p1"/>
          <p:cNvSpPr txBox="1"/>
          <p:nvPr/>
        </p:nvSpPr>
        <p:spPr>
          <a:xfrm>
            <a:off x="4773425" y="3418950"/>
            <a:ext cx="3710100" cy="1046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Lato"/>
                <a:ea typeface="Lato"/>
                <a:cs typeface="Lato"/>
                <a:sym typeface="Lato"/>
              </a:rPr>
              <a:t>Pranav Chaturvedi(D17C)</a:t>
            </a:r>
            <a:endParaRPr b="0" i="0" sz="1400" u="none" cap="none" strike="noStrike">
              <a:solidFill>
                <a:schemeClr val="lt1"/>
              </a:solidFill>
              <a:latin typeface="Lato"/>
              <a:ea typeface="Lato"/>
              <a:cs typeface="Lato"/>
              <a:sym typeface="Lato"/>
            </a:endParaRPr>
          </a:p>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Lato"/>
                <a:ea typeface="Lato"/>
                <a:cs typeface="Lato"/>
                <a:sym typeface="Lato"/>
              </a:rPr>
              <a:t>Tejas Gala(D17C)</a:t>
            </a:r>
            <a:endParaRPr b="0" i="0" sz="1400" u="none" cap="none" strike="noStrike">
              <a:solidFill>
                <a:schemeClr val="lt1"/>
              </a:solidFill>
              <a:latin typeface="Lato"/>
              <a:ea typeface="Lato"/>
              <a:cs typeface="Lato"/>
              <a:sym typeface="Lato"/>
            </a:endParaRPr>
          </a:p>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Lato"/>
                <a:ea typeface="Lato"/>
                <a:cs typeface="Lato"/>
                <a:sym typeface="Lato"/>
              </a:rPr>
              <a:t>Ajay Nair(D17A)</a:t>
            </a:r>
            <a:endParaRPr b="0" i="0" sz="1400" u="none" cap="none" strike="noStrike">
              <a:solidFill>
                <a:schemeClr val="lt1"/>
              </a:solidFill>
              <a:latin typeface="Lato"/>
              <a:ea typeface="Lato"/>
              <a:cs typeface="Lato"/>
              <a:sym typeface="Lato"/>
            </a:endParaRPr>
          </a:p>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Lato"/>
                <a:ea typeface="Lato"/>
                <a:cs typeface="Lato"/>
                <a:sym typeface="Lato"/>
              </a:rPr>
              <a:t>Roshni Jha(D17C)</a:t>
            </a:r>
            <a:endParaRPr b="0" i="0" sz="1400" u="none" cap="none" strike="noStrike">
              <a:solidFill>
                <a:schemeClr val="lt1"/>
              </a:solidFill>
              <a:latin typeface="Lato"/>
              <a:ea typeface="Lato"/>
              <a:cs typeface="Lato"/>
              <a:sym typeface="Lato"/>
            </a:endParaRPr>
          </a:p>
        </p:txBody>
      </p:sp>
      <p:pic>
        <p:nvPicPr>
          <p:cNvPr id="440" name="Google Shape;440;p1"/>
          <p:cNvPicPr preferRelativeResize="0"/>
          <p:nvPr/>
        </p:nvPicPr>
        <p:blipFill rotWithShape="1">
          <a:blip r:embed="rId4">
            <a:alphaModFix/>
          </a:blip>
          <a:srcRect b="0" l="0" r="0" t="0"/>
          <a:stretch/>
        </p:blipFill>
        <p:spPr>
          <a:xfrm>
            <a:off x="152400" y="152400"/>
            <a:ext cx="1877149" cy="18771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About ISS:</a:t>
            </a:r>
            <a:endParaRPr>
              <a:latin typeface="Times New Roman"/>
              <a:ea typeface="Times New Roman"/>
              <a:cs typeface="Times New Roman"/>
              <a:sym typeface="Times New Roman"/>
            </a:endParaRPr>
          </a:p>
        </p:txBody>
      </p:sp>
      <p:sp>
        <p:nvSpPr>
          <p:cNvPr id="446" name="Google Shape;446;p2"/>
          <p:cNvSpPr txBox="1"/>
          <p:nvPr>
            <p:ph idx="1" type="body"/>
          </p:nvPr>
        </p:nvSpPr>
        <p:spPr>
          <a:xfrm>
            <a:off x="1211775" y="1385375"/>
            <a:ext cx="7038900" cy="32010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Font typeface="Times New Roman"/>
              <a:buChar char="●"/>
            </a:pPr>
            <a:r>
              <a:rPr lang="en" sz="1900">
                <a:latin typeface="Times New Roman"/>
                <a:ea typeface="Times New Roman"/>
                <a:cs typeface="Times New Roman"/>
                <a:sym typeface="Times New Roman"/>
              </a:rPr>
              <a:t>Institutional Shareholder Services is a product based multinational company.</a:t>
            </a:r>
            <a:endParaRPr sz="19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Font typeface="Times New Roman"/>
              <a:buChar char="●"/>
            </a:pPr>
            <a:r>
              <a:rPr lang="en" sz="1900">
                <a:latin typeface="Times New Roman"/>
                <a:ea typeface="Times New Roman"/>
                <a:cs typeface="Times New Roman"/>
                <a:sym typeface="Times New Roman"/>
              </a:rPr>
              <a:t>Institutional Shareholder Services is the world's leading provider of corporate governance and responsible investment solutions.</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ISS’ solutions include objective governance research and recommendations; RI data, analytics, and research; end-to-end proxy voting and distribution solutions; turnkey securities class-action claims management; and reliable global governance data and modeling tools.</a:t>
            </a:r>
            <a:endParaRPr sz="19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Company Details</a:t>
            </a:r>
            <a:endParaRPr>
              <a:latin typeface="Times New Roman"/>
              <a:ea typeface="Times New Roman"/>
              <a:cs typeface="Times New Roman"/>
              <a:sym typeface="Times New Roman"/>
            </a:endParaRPr>
          </a:p>
        </p:txBody>
      </p:sp>
      <p:sp>
        <p:nvSpPr>
          <p:cNvPr id="452" name="Google Shape;452;p3"/>
          <p:cNvSpPr txBox="1"/>
          <p:nvPr>
            <p:ph idx="1" type="body"/>
          </p:nvPr>
        </p:nvSpPr>
        <p:spPr>
          <a:xfrm>
            <a:off x="1297500" y="1109674"/>
            <a:ext cx="7038900" cy="3767125"/>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500">
                <a:latin typeface="Times New Roman"/>
                <a:ea typeface="Times New Roman"/>
                <a:cs typeface="Times New Roman"/>
                <a:sym typeface="Times New Roman"/>
              </a:rPr>
              <a:t>Name of the Company:  ISS (Institutional Shareholder Services)</a:t>
            </a:r>
            <a:endParaRPr sz="1500">
              <a:latin typeface="Times New Roman"/>
              <a:ea typeface="Times New Roman"/>
              <a:cs typeface="Times New Roman"/>
              <a:sym typeface="Times New Roman"/>
            </a:endParaRPr>
          </a:p>
          <a:p>
            <a:pPr indent="0" lvl="0" marL="0" rtl="0" algn="l">
              <a:lnSpc>
                <a:spcPct val="115000"/>
              </a:lnSpc>
              <a:spcBef>
                <a:spcPts val="1600"/>
              </a:spcBef>
              <a:spcAft>
                <a:spcPts val="0"/>
              </a:spcAft>
              <a:buSzPts val="1300"/>
              <a:buNone/>
            </a:pPr>
            <a:r>
              <a:rPr lang="en" sz="1500">
                <a:latin typeface="Times New Roman"/>
                <a:ea typeface="Times New Roman"/>
                <a:cs typeface="Times New Roman"/>
                <a:sym typeface="Times New Roman"/>
              </a:rPr>
              <a:t>Company status : Dream</a:t>
            </a:r>
            <a:endParaRPr sz="1500">
              <a:latin typeface="Times New Roman"/>
              <a:ea typeface="Times New Roman"/>
              <a:cs typeface="Times New Roman"/>
              <a:sym typeface="Times New Roman"/>
            </a:endParaRPr>
          </a:p>
          <a:p>
            <a:pPr indent="0" lvl="0" marL="0" rtl="0" algn="l">
              <a:lnSpc>
                <a:spcPct val="115000"/>
              </a:lnSpc>
              <a:spcBef>
                <a:spcPts val="1600"/>
              </a:spcBef>
              <a:spcAft>
                <a:spcPts val="0"/>
              </a:spcAft>
              <a:buSzPts val="1300"/>
              <a:buNone/>
            </a:pPr>
            <a:r>
              <a:rPr lang="en" sz="1500">
                <a:latin typeface="Times New Roman"/>
                <a:ea typeface="Times New Roman"/>
                <a:cs typeface="Times New Roman"/>
                <a:sym typeface="Times New Roman"/>
              </a:rPr>
              <a:t>Branches Eligible: BE ( CS, IT, EXTC, ETRX ) and MCA</a:t>
            </a:r>
            <a:endParaRPr sz="1500">
              <a:latin typeface="Times New Roman"/>
              <a:ea typeface="Times New Roman"/>
              <a:cs typeface="Times New Roman"/>
              <a:sym typeface="Times New Roman"/>
            </a:endParaRPr>
          </a:p>
          <a:p>
            <a:pPr indent="0" lvl="0" marL="0" rtl="0" algn="l">
              <a:lnSpc>
                <a:spcPct val="115000"/>
              </a:lnSpc>
              <a:spcBef>
                <a:spcPts val="1600"/>
              </a:spcBef>
              <a:spcAft>
                <a:spcPts val="0"/>
              </a:spcAft>
              <a:buSzPts val="1300"/>
              <a:buNone/>
            </a:pPr>
            <a:r>
              <a:rPr lang="en" sz="1500">
                <a:latin typeface="Times New Roman"/>
                <a:ea typeface="Times New Roman"/>
                <a:cs typeface="Times New Roman"/>
                <a:sym typeface="Times New Roman"/>
              </a:rPr>
              <a:t>Eligibility Criteria: no live ATKT, no gaps during engineering</a:t>
            </a:r>
            <a:endParaRPr sz="1500">
              <a:latin typeface="Times New Roman"/>
              <a:ea typeface="Times New Roman"/>
              <a:cs typeface="Times New Roman"/>
              <a:sym typeface="Times New Roman"/>
            </a:endParaRPr>
          </a:p>
          <a:p>
            <a:pPr indent="0" lvl="0" marL="0" rtl="0" algn="l">
              <a:lnSpc>
                <a:spcPct val="115000"/>
              </a:lnSpc>
              <a:spcBef>
                <a:spcPts val="1600"/>
              </a:spcBef>
              <a:spcAft>
                <a:spcPts val="0"/>
              </a:spcAft>
              <a:buSzPts val="1300"/>
              <a:buNone/>
            </a:pPr>
            <a:r>
              <a:rPr lang="en" sz="1500">
                <a:latin typeface="Times New Roman"/>
                <a:ea typeface="Times New Roman"/>
                <a:cs typeface="Times New Roman"/>
                <a:sym typeface="Times New Roman"/>
              </a:rPr>
              <a:t>CGPA &gt;= 9</a:t>
            </a:r>
            <a:endParaRPr/>
          </a:p>
          <a:p>
            <a:pPr indent="0" lvl="0" marL="0" rtl="0" algn="l">
              <a:lnSpc>
                <a:spcPct val="115000"/>
              </a:lnSpc>
              <a:spcBef>
                <a:spcPts val="1600"/>
              </a:spcBef>
              <a:spcAft>
                <a:spcPts val="0"/>
              </a:spcAft>
              <a:buSzPts val="1300"/>
              <a:buNone/>
            </a:pPr>
            <a:r>
              <a:rPr lang="en" sz="1500">
                <a:latin typeface="Times New Roman"/>
                <a:ea typeface="Times New Roman"/>
                <a:cs typeface="Times New Roman"/>
                <a:sym typeface="Times New Roman"/>
              </a:rPr>
              <a:t>Salary: Fixed CTC: 13 LPA </a:t>
            </a:r>
            <a:endParaRPr sz="1500">
              <a:latin typeface="Times New Roman"/>
              <a:ea typeface="Times New Roman"/>
              <a:cs typeface="Times New Roman"/>
              <a:sym typeface="Times New Roman"/>
            </a:endParaRPr>
          </a:p>
          <a:p>
            <a:pPr indent="0" lvl="0" marL="0" rtl="0" algn="l">
              <a:lnSpc>
                <a:spcPct val="115000"/>
              </a:lnSpc>
              <a:spcBef>
                <a:spcPts val="1600"/>
              </a:spcBef>
              <a:spcAft>
                <a:spcPts val="0"/>
              </a:spcAft>
              <a:buSzPts val="1300"/>
              <a:buNone/>
            </a:pPr>
            <a:r>
              <a:rPr lang="en" sz="1500">
                <a:latin typeface="Times New Roman"/>
                <a:ea typeface="Times New Roman"/>
                <a:cs typeface="Times New Roman"/>
                <a:sym typeface="Times New Roman"/>
              </a:rPr>
              <a:t>Position : Software Engineer in Analytical / Application / Frontend/ SQL / Testing</a:t>
            </a:r>
            <a:endParaRPr sz="1500">
              <a:latin typeface="Times New Roman"/>
              <a:ea typeface="Times New Roman"/>
              <a:cs typeface="Times New Roman"/>
              <a:sym typeface="Times New Roman"/>
            </a:endParaRPr>
          </a:p>
          <a:p>
            <a:pPr indent="0" lvl="0" marL="0" rtl="0" algn="l">
              <a:lnSpc>
                <a:spcPct val="115000"/>
              </a:lnSpc>
              <a:spcBef>
                <a:spcPts val="1600"/>
              </a:spcBef>
              <a:spcAft>
                <a:spcPts val="0"/>
              </a:spcAft>
              <a:buSzPts val="1300"/>
              <a:buNone/>
            </a:pPr>
            <a:r>
              <a:rPr lang="en" sz="1500">
                <a:latin typeface="Times New Roman"/>
                <a:ea typeface="Times New Roman"/>
                <a:cs typeface="Times New Roman"/>
                <a:sym typeface="Times New Roman"/>
              </a:rPr>
              <a:t>Date of Drive: 22nd July(PPT), 25th July 2022(Drive)</a:t>
            </a:r>
            <a:endParaRPr sz="1700">
              <a:latin typeface="Times New Roman"/>
              <a:ea typeface="Times New Roman"/>
              <a:cs typeface="Times New Roman"/>
              <a:sym typeface="Times New Roman"/>
            </a:endParaRPr>
          </a:p>
          <a:p>
            <a:pPr indent="0" lvl="0" marL="0" rtl="0" algn="l">
              <a:lnSpc>
                <a:spcPct val="115000"/>
              </a:lnSpc>
              <a:spcBef>
                <a:spcPts val="1600"/>
              </a:spcBef>
              <a:spcAft>
                <a:spcPts val="1600"/>
              </a:spcAft>
              <a:buSzPts val="1300"/>
              <a:buNone/>
            </a:pPr>
            <a:r>
              <a:t/>
            </a:r>
            <a:endParaRPr>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JD of different profiles</a:t>
            </a:r>
            <a:endParaRPr>
              <a:latin typeface="Times New Roman"/>
              <a:ea typeface="Times New Roman"/>
              <a:cs typeface="Times New Roman"/>
              <a:sym typeface="Times New Roman"/>
            </a:endParaRPr>
          </a:p>
        </p:txBody>
      </p:sp>
      <p:sp>
        <p:nvSpPr>
          <p:cNvPr id="458" name="Google Shape;458;p4"/>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Times New Roman"/>
              <a:buChar char="●"/>
            </a:pPr>
            <a:r>
              <a:rPr lang="en" sz="1600" u="sng">
                <a:solidFill>
                  <a:schemeClr val="hlink"/>
                </a:solidFill>
                <a:latin typeface="Times New Roman"/>
                <a:ea typeface="Times New Roman"/>
                <a:cs typeface="Times New Roman"/>
                <a:sym typeface="Times New Roman"/>
                <a:hlinkClick r:id="rId3"/>
              </a:rPr>
              <a:t>Application Development(General role) </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u="sng">
                <a:solidFill>
                  <a:schemeClr val="hlink"/>
                </a:solidFill>
                <a:latin typeface="Times New Roman"/>
                <a:ea typeface="Times New Roman"/>
                <a:cs typeface="Times New Roman"/>
                <a:sym typeface="Times New Roman"/>
                <a:hlinkClick r:id="rId4"/>
              </a:rPr>
              <a:t>Frontend Developer</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u="sng">
                <a:solidFill>
                  <a:schemeClr val="hlink"/>
                </a:solidFill>
                <a:latin typeface="Times New Roman"/>
                <a:ea typeface="Times New Roman"/>
                <a:cs typeface="Times New Roman"/>
                <a:sym typeface="Times New Roman"/>
                <a:hlinkClick r:id="rId5"/>
              </a:rPr>
              <a:t>Test Automation</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u="sng">
                <a:solidFill>
                  <a:schemeClr val="hlink"/>
                </a:solidFill>
                <a:latin typeface="Times New Roman"/>
                <a:ea typeface="Times New Roman"/>
                <a:cs typeface="Times New Roman"/>
                <a:sym typeface="Times New Roman"/>
                <a:hlinkClick r:id="rId6"/>
              </a:rPr>
              <a:t>SQL developer</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u="sng">
                <a:solidFill>
                  <a:schemeClr val="hlink"/>
                </a:solidFill>
                <a:latin typeface="Times New Roman"/>
                <a:ea typeface="Times New Roman"/>
                <a:cs typeface="Times New Roman"/>
                <a:sym typeface="Times New Roman"/>
                <a:hlinkClick r:id="rId7"/>
              </a:rPr>
              <a:t>Analytical Verification</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u="sng">
                <a:solidFill>
                  <a:schemeClr val="hlink"/>
                </a:solidFill>
                <a:latin typeface="Times New Roman"/>
                <a:ea typeface="Times New Roman"/>
                <a:cs typeface="Times New Roman"/>
                <a:sym typeface="Times New Roman"/>
                <a:hlinkClick r:id="rId8"/>
              </a:rPr>
              <a:t>SQL Database Testing</a:t>
            </a:r>
            <a:endParaRPr sz="16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Placement Process</a:t>
            </a:r>
            <a:endParaRPr>
              <a:latin typeface="Times New Roman"/>
              <a:ea typeface="Times New Roman"/>
              <a:cs typeface="Times New Roman"/>
              <a:sym typeface="Times New Roman"/>
            </a:endParaRPr>
          </a:p>
        </p:txBody>
      </p:sp>
      <p:sp>
        <p:nvSpPr>
          <p:cNvPr id="464" name="Google Shape;464;p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800">
                <a:solidFill>
                  <a:srgbClr val="FFFFFF"/>
                </a:solidFill>
                <a:latin typeface="Times New Roman"/>
                <a:ea typeface="Times New Roman"/>
                <a:cs typeface="Times New Roman"/>
                <a:sym typeface="Times New Roman"/>
              </a:rPr>
              <a:t>Process includes 3 Rounds which were:</a:t>
            </a:r>
            <a:endParaRPr sz="1800">
              <a:solidFill>
                <a:srgbClr val="FFFFFF"/>
              </a:solidFill>
              <a:latin typeface="Times New Roman"/>
              <a:ea typeface="Times New Roman"/>
              <a:cs typeface="Times New Roman"/>
              <a:sym typeface="Times New Roman"/>
            </a:endParaRPr>
          </a:p>
          <a:p>
            <a:pPr indent="0" lvl="0" marL="0" rtl="0" algn="l">
              <a:lnSpc>
                <a:spcPct val="115000"/>
              </a:lnSpc>
              <a:spcBef>
                <a:spcPts val="1600"/>
              </a:spcBef>
              <a:spcAft>
                <a:spcPts val="0"/>
              </a:spcAft>
              <a:buSzPts val="1300"/>
              <a:buNone/>
            </a:pPr>
            <a:r>
              <a:rPr lang="en" sz="1600">
                <a:solidFill>
                  <a:srgbClr val="FFFFFF"/>
                </a:solidFill>
                <a:latin typeface="Times New Roman"/>
                <a:ea typeface="Times New Roman"/>
                <a:cs typeface="Times New Roman"/>
                <a:sym typeface="Times New Roman"/>
              </a:rPr>
              <a:t>Round 1: Aptitude, </a:t>
            </a:r>
            <a:r>
              <a:rPr lang="en" sz="1700">
                <a:latin typeface="Times New Roman"/>
                <a:ea typeface="Times New Roman"/>
                <a:cs typeface="Times New Roman"/>
                <a:sym typeface="Times New Roman"/>
              </a:rPr>
              <a:t>JAVA,Python , MCQ(mcqs)</a:t>
            </a:r>
            <a:endParaRPr sz="1600">
              <a:solidFill>
                <a:srgbClr val="FFFFFF"/>
              </a:solidFill>
              <a:latin typeface="Times New Roman"/>
              <a:ea typeface="Times New Roman"/>
              <a:cs typeface="Times New Roman"/>
              <a:sym typeface="Times New Roman"/>
            </a:endParaRPr>
          </a:p>
          <a:p>
            <a:pPr indent="0" lvl="0" marL="0" rtl="0" algn="l">
              <a:lnSpc>
                <a:spcPct val="115000"/>
              </a:lnSpc>
              <a:spcBef>
                <a:spcPts val="1600"/>
              </a:spcBef>
              <a:spcAft>
                <a:spcPts val="0"/>
              </a:spcAft>
              <a:buSzPts val="1300"/>
              <a:buNone/>
            </a:pPr>
            <a:r>
              <a:rPr lang="en" sz="1600">
                <a:solidFill>
                  <a:srgbClr val="FFFFFF"/>
                </a:solidFill>
                <a:latin typeface="Times New Roman"/>
                <a:ea typeface="Times New Roman"/>
                <a:cs typeface="Times New Roman"/>
                <a:sym typeface="Times New Roman"/>
              </a:rPr>
              <a:t>Round 2: Technical Interview</a:t>
            </a:r>
            <a:endParaRPr sz="1600">
              <a:solidFill>
                <a:srgbClr val="FFFFFF"/>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SzPts val="1300"/>
              <a:buNone/>
            </a:pPr>
            <a:r>
              <a:rPr lang="en" sz="1600">
                <a:solidFill>
                  <a:srgbClr val="FFFFFF"/>
                </a:solidFill>
                <a:latin typeface="Times New Roman"/>
                <a:ea typeface="Times New Roman"/>
                <a:cs typeface="Times New Roman"/>
                <a:sym typeface="Times New Roman"/>
              </a:rPr>
              <a:t>Round 3: HR Interview</a:t>
            </a:r>
            <a:endParaRPr sz="1600">
              <a:solidFill>
                <a:srgbClr val="FFFFFF"/>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latin typeface="Times New Roman"/>
                <a:ea typeface="Times New Roman"/>
                <a:cs typeface="Times New Roman"/>
                <a:sym typeface="Times New Roman"/>
              </a:rPr>
              <a:t>Aptitude Round</a:t>
            </a:r>
            <a:endParaRPr>
              <a:latin typeface="Times New Roman"/>
              <a:ea typeface="Times New Roman"/>
              <a:cs typeface="Times New Roman"/>
              <a:sym typeface="Times New Roman"/>
            </a:endParaRPr>
          </a:p>
        </p:txBody>
      </p:sp>
      <p:sp>
        <p:nvSpPr>
          <p:cNvPr id="470" name="Google Shape;470;p6"/>
          <p:cNvSpPr txBox="1"/>
          <p:nvPr>
            <p:ph idx="1" type="body"/>
          </p:nvPr>
        </p:nvSpPr>
        <p:spPr>
          <a:xfrm>
            <a:off x="1054825" y="1084950"/>
            <a:ext cx="7281600" cy="392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2000">
                <a:latin typeface="Times New Roman"/>
                <a:ea typeface="Times New Roman"/>
                <a:cs typeface="Times New Roman"/>
                <a:sym typeface="Times New Roman"/>
              </a:rPr>
              <a:t>Round 1:</a:t>
            </a:r>
            <a:endParaRPr/>
          </a:p>
          <a:p>
            <a:pPr indent="-285750" lvl="0" marL="400050" rtl="0" algn="l">
              <a:lnSpc>
                <a:spcPct val="115000"/>
              </a:lnSpc>
              <a:spcBef>
                <a:spcPts val="0"/>
              </a:spcBef>
              <a:spcAft>
                <a:spcPts val="0"/>
              </a:spcAft>
              <a:buClr>
                <a:schemeClr val="lt1"/>
              </a:buClr>
              <a:buSzPts val="1800"/>
              <a:buFont typeface="Arial"/>
              <a:buChar char="•"/>
            </a:pPr>
            <a:r>
              <a:rPr lang="en" sz="1800">
                <a:latin typeface="Times New Roman"/>
                <a:ea typeface="Times New Roman"/>
                <a:cs typeface="Times New Roman"/>
                <a:sym typeface="Times New Roman"/>
              </a:rPr>
              <a:t>Four </a:t>
            </a:r>
            <a:r>
              <a:rPr lang="en" sz="1800">
                <a:solidFill>
                  <a:schemeClr val="lt1"/>
                </a:solidFill>
                <a:latin typeface="Times New Roman"/>
                <a:ea typeface="Times New Roman"/>
                <a:cs typeface="Times New Roman"/>
                <a:sym typeface="Times New Roman"/>
              </a:rPr>
              <a:t>sections - Java,Python, SQL &amp; Quantitative aptitude</a:t>
            </a:r>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Total 70 questions ( </a:t>
            </a:r>
            <a:r>
              <a:rPr lang="en" sz="1800">
                <a:latin typeface="Times New Roman"/>
                <a:ea typeface="Times New Roman"/>
                <a:cs typeface="Times New Roman"/>
                <a:sym typeface="Times New Roman"/>
              </a:rPr>
              <a:t>Java-20, Python - 20, SQL - 5, Aptitude - 25</a:t>
            </a:r>
            <a:r>
              <a:rPr lang="en" sz="1800">
                <a:solidFill>
                  <a:schemeClr val="lt1"/>
                </a:solidFill>
                <a:latin typeface="Times New Roman"/>
                <a:ea typeface="Times New Roman"/>
                <a:cs typeface="Times New Roman"/>
                <a:sym typeface="Times New Roman"/>
              </a:rPr>
              <a:t>), Time limit: 90 mins</a:t>
            </a:r>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Difficulty: Moderate to Tough</a:t>
            </a:r>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Test was held on Google Forms</a:t>
            </a:r>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It was a lengthy test </a:t>
            </a:r>
            <a:r>
              <a:rPr lang="en" sz="1800">
                <a:latin typeface="Times New Roman"/>
                <a:ea typeface="Times New Roman"/>
                <a:cs typeface="Times New Roman"/>
                <a:sym typeface="Times New Roman"/>
              </a:rPr>
              <a:t>with invigilators from the company</a:t>
            </a:r>
            <a:endParaRPr/>
          </a:p>
          <a:p>
            <a:pPr indent="-285750" lvl="0" marL="400050" rtl="0" algn="l">
              <a:lnSpc>
                <a:spcPct val="115000"/>
              </a:lnSpc>
              <a:spcBef>
                <a:spcPts val="0"/>
              </a:spcBef>
              <a:spcAft>
                <a:spcPts val="0"/>
              </a:spcAft>
              <a:buClr>
                <a:schemeClr val="lt1"/>
              </a:buClr>
              <a:buSzPts val="1800"/>
              <a:buFont typeface="Arial"/>
              <a:buChar char="•"/>
            </a:pPr>
            <a:r>
              <a:rPr b="1" lang="en" sz="1800">
                <a:solidFill>
                  <a:schemeClr val="lt1"/>
                </a:solidFill>
                <a:latin typeface="Times New Roman"/>
                <a:ea typeface="Times New Roman"/>
                <a:cs typeface="Times New Roman"/>
                <a:sym typeface="Times New Roman"/>
              </a:rPr>
              <a:t>Negative Marking (1 mark if correct, -0.25 if wrong)</a:t>
            </a:r>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Sources of Preparation: GeeksForGeeks, </a:t>
            </a:r>
            <a:r>
              <a:rPr lang="en" sz="1800" u="sng">
                <a:solidFill>
                  <a:schemeClr val="hlink"/>
                </a:solidFill>
                <a:latin typeface="Times New Roman"/>
                <a:ea typeface="Times New Roman"/>
                <a:cs typeface="Times New Roman"/>
                <a:sym typeface="Times New Roman"/>
                <a:hlinkClick r:id="rId3"/>
              </a:rPr>
              <a:t>Indiabix.com</a:t>
            </a:r>
            <a:r>
              <a:rPr lang="en" sz="1800">
                <a:solidFill>
                  <a:schemeClr val="lt1"/>
                </a:solidFill>
                <a:latin typeface="Times New Roman"/>
                <a:ea typeface="Times New Roman"/>
                <a:cs typeface="Times New Roman"/>
                <a:sym typeface="Times New Roman"/>
              </a:rPr>
              <a:t>, RS Aggarwal book, Java</a:t>
            </a:r>
            <a:r>
              <a:rPr lang="en" sz="1800">
                <a:latin typeface="Times New Roman"/>
                <a:ea typeface="Times New Roman"/>
                <a:cs typeface="Times New Roman"/>
                <a:sym typeface="Times New Roman"/>
              </a:rPr>
              <a:t>Point</a:t>
            </a:r>
            <a:endParaRPr/>
          </a:p>
          <a:p>
            <a:pPr indent="-285750" lvl="0" marL="400050" rtl="0" algn="l">
              <a:lnSpc>
                <a:spcPct val="115000"/>
              </a:lnSpc>
              <a:spcBef>
                <a:spcPts val="0"/>
              </a:spcBef>
              <a:spcAft>
                <a:spcPts val="0"/>
              </a:spcAft>
              <a:buClr>
                <a:schemeClr val="lt1"/>
              </a:buClr>
              <a:buSzPts val="1800"/>
              <a:buFont typeface="Arial"/>
              <a:buChar char="•"/>
            </a:pPr>
            <a:r>
              <a:rPr b="1" lang="en" sz="1800">
                <a:solidFill>
                  <a:schemeClr val="lt1"/>
                </a:solidFill>
                <a:latin typeface="Times New Roman"/>
                <a:ea typeface="Times New Roman"/>
                <a:cs typeface="Times New Roman"/>
                <a:sym typeface="Times New Roman"/>
              </a:rPr>
              <a:t>Total shortlisted students: </a:t>
            </a:r>
            <a:r>
              <a:rPr b="1" lang="en" sz="1800">
                <a:latin typeface="Times New Roman"/>
                <a:ea typeface="Times New Roman"/>
                <a:cs typeface="Times New Roman"/>
                <a:sym typeface="Times New Roman"/>
              </a:rPr>
              <a:t>30</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
          <p:cNvSpPr txBox="1"/>
          <p:nvPr>
            <p:ph type="title"/>
          </p:nvPr>
        </p:nvSpPr>
        <p:spPr>
          <a:xfrm>
            <a:off x="1136775" y="70300"/>
            <a:ext cx="7038900" cy="88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latin typeface="Times New Roman"/>
                <a:ea typeface="Times New Roman"/>
                <a:cs typeface="Times New Roman"/>
                <a:sym typeface="Times New Roman"/>
              </a:rPr>
              <a:t>Experience of Pranav Chaturvedi(App Dev Role)</a:t>
            </a:r>
            <a:endParaRPr/>
          </a:p>
        </p:txBody>
      </p:sp>
      <p:sp>
        <p:nvSpPr>
          <p:cNvPr id="476" name="Google Shape;476;p7"/>
          <p:cNvSpPr txBox="1"/>
          <p:nvPr>
            <p:ph idx="1" type="body"/>
          </p:nvPr>
        </p:nvSpPr>
        <p:spPr>
          <a:xfrm>
            <a:off x="1267375" y="582675"/>
            <a:ext cx="7038900" cy="45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Round 2 (Technical Round):</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First the interviewer went over my resume first and asked some questions on resume about my internships and projects.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Preferred language(I said C++). Reasons?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Following questions were asked -</a:t>
            </a:r>
            <a:endParaRPr sz="1600">
              <a:latin typeface="Times New Roman"/>
              <a:ea typeface="Times New Roman"/>
              <a:cs typeface="Times New Roman"/>
              <a:sym typeface="Times New Roman"/>
            </a:endParaRPr>
          </a:p>
          <a:p>
            <a:pPr indent="45720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Given an array find out the </a:t>
            </a:r>
            <a:r>
              <a:rPr b="1" lang="en" sz="1600" u="sng">
                <a:latin typeface="Times New Roman"/>
                <a:ea typeface="Times New Roman"/>
                <a:cs typeface="Times New Roman"/>
                <a:sym typeface="Times New Roman"/>
              </a:rPr>
              <a:t>second maximum element of the array</a:t>
            </a:r>
            <a:r>
              <a:rPr lang="en" sz="1600">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45720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Please start with the least efficient solution and start optimizing it.</a:t>
            </a:r>
            <a:endParaRPr sz="1600">
              <a:latin typeface="Times New Roman"/>
              <a:ea typeface="Times New Roman"/>
              <a:cs typeface="Times New Roman"/>
              <a:sym typeface="Times New Roman"/>
            </a:endParaRPr>
          </a:p>
          <a:p>
            <a:pPr indent="-330200" lvl="0" marL="914400" rtl="0" algn="l">
              <a:lnSpc>
                <a:spcPct val="115000"/>
              </a:lnSpc>
              <a:spcBef>
                <a:spcPts val="0"/>
              </a:spcBef>
              <a:spcAft>
                <a:spcPts val="0"/>
              </a:spcAft>
              <a:buSzPts val="1600"/>
              <a:buFont typeface="Times New Roman"/>
              <a:buAutoNum type="arabicParenR"/>
            </a:pPr>
            <a:r>
              <a:rPr lang="en" sz="1600">
                <a:latin typeface="Times New Roman"/>
                <a:ea typeface="Times New Roman"/>
                <a:cs typeface="Times New Roman"/>
                <a:sym typeface="Times New Roman"/>
              </a:rPr>
              <a:t>Sorting solution</a:t>
            </a:r>
            <a:endParaRPr sz="1600">
              <a:latin typeface="Times New Roman"/>
              <a:ea typeface="Times New Roman"/>
              <a:cs typeface="Times New Roman"/>
              <a:sym typeface="Times New Roman"/>
            </a:endParaRPr>
          </a:p>
          <a:p>
            <a:pPr indent="-330200" lvl="0" marL="914400" rtl="0" algn="l">
              <a:lnSpc>
                <a:spcPct val="115000"/>
              </a:lnSpc>
              <a:spcBef>
                <a:spcPts val="0"/>
              </a:spcBef>
              <a:spcAft>
                <a:spcPts val="0"/>
              </a:spcAft>
              <a:buSzPts val="1600"/>
              <a:buFont typeface="Times New Roman"/>
              <a:buAutoNum type="arabicParenR"/>
            </a:pPr>
            <a:r>
              <a:rPr lang="en" sz="1600">
                <a:latin typeface="Times New Roman"/>
                <a:ea typeface="Times New Roman"/>
                <a:cs typeface="Times New Roman"/>
                <a:sym typeface="Times New Roman"/>
              </a:rPr>
              <a:t>Find largest first</a:t>
            </a:r>
            <a:endParaRPr sz="1600">
              <a:latin typeface="Times New Roman"/>
              <a:ea typeface="Times New Roman"/>
              <a:cs typeface="Times New Roman"/>
              <a:sym typeface="Times New Roman"/>
            </a:endParaRPr>
          </a:p>
          <a:p>
            <a:pPr indent="-330200" lvl="0" marL="914400" rtl="0" algn="l">
              <a:lnSpc>
                <a:spcPct val="115000"/>
              </a:lnSpc>
              <a:spcBef>
                <a:spcPts val="0"/>
              </a:spcBef>
              <a:spcAft>
                <a:spcPts val="0"/>
              </a:spcAft>
              <a:buSzPts val="1600"/>
              <a:buFont typeface="Times New Roman"/>
              <a:buAutoNum type="arabicParenR"/>
            </a:pPr>
            <a:r>
              <a:rPr lang="en" sz="1600">
                <a:latin typeface="Times New Roman"/>
                <a:ea typeface="Times New Roman"/>
                <a:cs typeface="Times New Roman"/>
                <a:sym typeface="Times New Roman"/>
              </a:rPr>
              <a:t>Single loop solution</a:t>
            </a:r>
            <a:endParaRPr sz="16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600" u="sng">
                <a:solidFill>
                  <a:schemeClr val="hlink"/>
                </a:solidFill>
                <a:latin typeface="Times New Roman"/>
                <a:ea typeface="Times New Roman"/>
                <a:cs typeface="Times New Roman"/>
                <a:sym typeface="Times New Roman"/>
                <a:hlinkClick r:id="rId3"/>
              </a:rPr>
              <a:t>https://www.geeksforgeeks.org/find-second-largest-element-array/</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He then asked me a question on merge sort and quick sort. What are the differences b/n the two, which one is better and why(cases). He also asked me to explain why the best time complexity of merge sort is O(nlogn).</a:t>
            </a:r>
            <a:endParaRPr sz="16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t/>
            </a:r>
            <a:endParaRPr sz="16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8"/>
          <p:cNvSpPr txBox="1"/>
          <p:nvPr>
            <p:ph type="title"/>
          </p:nvPr>
        </p:nvSpPr>
        <p:spPr>
          <a:xfrm>
            <a:off x="1297500" y="15222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2400"/>
              <a:buFont typeface="Arial"/>
              <a:buNone/>
            </a:pPr>
            <a:r>
              <a:rPr lang="en">
                <a:latin typeface="Times New Roman"/>
                <a:ea typeface="Times New Roman"/>
                <a:cs typeface="Times New Roman"/>
                <a:sym typeface="Times New Roman"/>
              </a:rPr>
              <a:t>Experience of Pranav Chaturvedi(App Dev Role)</a:t>
            </a:r>
            <a:endParaRPr>
              <a:latin typeface="Times New Roman"/>
              <a:ea typeface="Times New Roman"/>
              <a:cs typeface="Times New Roman"/>
              <a:sym typeface="Times New Roman"/>
            </a:endParaRPr>
          </a:p>
          <a:p>
            <a:pPr indent="0" lvl="0" marL="0" rtl="0" algn="l">
              <a:lnSpc>
                <a:spcPct val="100000"/>
              </a:lnSpc>
              <a:spcBef>
                <a:spcPts val="1600"/>
              </a:spcBef>
              <a:spcAft>
                <a:spcPts val="0"/>
              </a:spcAft>
              <a:buSzPts val="2400"/>
              <a:buNone/>
            </a:pPr>
            <a:r>
              <a:t/>
            </a:r>
            <a:endParaRPr/>
          </a:p>
        </p:txBody>
      </p:sp>
      <p:sp>
        <p:nvSpPr>
          <p:cNvPr id="482" name="Google Shape;482;p8"/>
          <p:cNvSpPr txBox="1"/>
          <p:nvPr>
            <p:ph idx="1" type="body"/>
          </p:nvPr>
        </p:nvSpPr>
        <p:spPr>
          <a:xfrm>
            <a:off x="1236825" y="719250"/>
            <a:ext cx="7038900" cy="3705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He then asked me another DSA question, where i had to check if 2 arrays are equal(elements are same , but the order may be different). </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One puzzle was asked - </a:t>
            </a:r>
            <a:endParaRPr sz="1600">
              <a:latin typeface="Times New Roman"/>
              <a:ea typeface="Times New Roman"/>
              <a:cs typeface="Times New Roman"/>
              <a:sym typeface="Times New Roman"/>
            </a:endParaRPr>
          </a:p>
          <a:p>
            <a:pPr indent="-330200" lvl="1" marL="9144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If you are on Island you have 5ltr jar and 3 ltr jar, you don't have any measurement How we will measure 4 litre water without any measurement. (I was asked all solutions in detail).</a:t>
            </a:r>
            <a:endParaRPr sz="1600">
              <a:latin typeface="Times New Roman"/>
              <a:ea typeface="Times New Roman"/>
              <a:cs typeface="Times New Roman"/>
              <a:sym typeface="Times New Roman"/>
            </a:endParaRPr>
          </a:p>
          <a:p>
            <a:pPr indent="-330200" lvl="1" marL="9144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(Practise on GFG for puzzles)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He then asked me if i will be able to cope up with multiple technologies.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Lastly, he asked me if I had any questions for him. Make sure you don’t leave the interview without asking any questions.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The interview lasted for 40 minutes.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sz="1600">
                <a:latin typeface="Times New Roman"/>
                <a:ea typeface="Times New Roman"/>
                <a:cs typeface="Times New Roman"/>
                <a:sym typeface="Times New Roman"/>
              </a:rPr>
              <a:t>12 students were able to clear this round.</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9"/>
          <p:cNvSpPr txBox="1"/>
          <p:nvPr>
            <p:ph type="title"/>
          </p:nvPr>
        </p:nvSpPr>
        <p:spPr>
          <a:xfrm>
            <a:off x="1297500" y="16082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lang="en">
                <a:latin typeface="Times New Roman"/>
                <a:ea typeface="Times New Roman"/>
                <a:cs typeface="Times New Roman"/>
                <a:sym typeface="Times New Roman"/>
              </a:rPr>
              <a:t>Experience of Pranav Chaturvedi(App Dev Role)</a:t>
            </a:r>
            <a:endParaRPr/>
          </a:p>
          <a:p>
            <a:pPr indent="0" lvl="0" marL="0" rtl="0" algn="l">
              <a:lnSpc>
                <a:spcPct val="100000"/>
              </a:lnSpc>
              <a:spcBef>
                <a:spcPts val="1600"/>
              </a:spcBef>
              <a:spcAft>
                <a:spcPts val="0"/>
              </a:spcAft>
              <a:buSzPts val="2400"/>
              <a:buNone/>
            </a:pPr>
            <a:r>
              <a:t/>
            </a:r>
            <a:endParaRPr/>
          </a:p>
        </p:txBody>
      </p:sp>
      <p:sp>
        <p:nvSpPr>
          <p:cNvPr id="488" name="Google Shape;488;p9"/>
          <p:cNvSpPr txBox="1"/>
          <p:nvPr>
            <p:ph idx="1" type="body"/>
          </p:nvPr>
        </p:nvSpPr>
        <p:spPr>
          <a:xfrm>
            <a:off x="1297500" y="984600"/>
            <a:ext cx="7038900" cy="41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800">
                <a:latin typeface="Times New Roman"/>
                <a:ea typeface="Times New Roman"/>
                <a:cs typeface="Times New Roman"/>
                <a:sym typeface="Times New Roman"/>
              </a:rPr>
              <a:t>Round 3: ( HR Interview)</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Following questions were asked -</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1.	tell me about yourself</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2.	short term long term goals </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3.	strength weakness</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4.	Situation based question</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5.	Which tech stack will you be most interested in</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6.     My hobbies.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Don’t forget to ask questions.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HR interview lasted for 30 mins.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12 people were selected after this round.</a:t>
            </a:r>
            <a:endParaRPr sz="1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0"/>
          <p:cNvSpPr txBox="1"/>
          <p:nvPr>
            <p:ph type="title"/>
          </p:nvPr>
        </p:nvSpPr>
        <p:spPr>
          <a:xfrm>
            <a:off x="1297500" y="16082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lang="en">
                <a:latin typeface="Times New Roman"/>
                <a:ea typeface="Times New Roman"/>
                <a:cs typeface="Times New Roman"/>
                <a:sym typeface="Times New Roman"/>
              </a:rPr>
              <a:t>Experience of Pranav Chaturvedi(App Dev Role)</a:t>
            </a:r>
            <a:endParaRPr/>
          </a:p>
          <a:p>
            <a:pPr indent="0" lvl="0" marL="0" rtl="0" algn="l">
              <a:lnSpc>
                <a:spcPct val="100000"/>
              </a:lnSpc>
              <a:spcBef>
                <a:spcPts val="1600"/>
              </a:spcBef>
              <a:spcAft>
                <a:spcPts val="0"/>
              </a:spcAft>
              <a:buSzPts val="2400"/>
              <a:buNone/>
            </a:pPr>
            <a:r>
              <a:t/>
            </a:r>
            <a:endParaRPr/>
          </a:p>
        </p:txBody>
      </p:sp>
      <p:sp>
        <p:nvSpPr>
          <p:cNvPr id="494" name="Google Shape;494;p10"/>
          <p:cNvSpPr txBox="1"/>
          <p:nvPr>
            <p:ph idx="1" type="body"/>
          </p:nvPr>
        </p:nvSpPr>
        <p:spPr>
          <a:xfrm>
            <a:off x="1297500" y="984600"/>
            <a:ext cx="7038900" cy="4158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Some additional tips: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 GFG course on DSA is more than enough for the interviews.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Practice at least 2 questions a day on leetcode regularly(Easy/Medium)</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If you have less time then leave out difficult topics like Graphs/DP.</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Java based projects are extremely helpful. </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Focus on the aptitude test because that’s where 90% of people are eliminated.</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Important topics for Aptitude test : Collection Framework, Threading, SQL queries, OOP.</a:t>
            </a:r>
            <a:endParaRPr sz="18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1"/>
          <p:cNvSpPr txBox="1"/>
          <p:nvPr>
            <p:ph type="title"/>
          </p:nvPr>
        </p:nvSpPr>
        <p:spPr>
          <a:xfrm>
            <a:off x="1297500" y="16082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lang="en">
                <a:latin typeface="Times New Roman"/>
                <a:ea typeface="Times New Roman"/>
                <a:cs typeface="Times New Roman"/>
                <a:sym typeface="Times New Roman"/>
              </a:rPr>
              <a:t>Experience of Tejas Gala (Analytical Verification Role)</a:t>
            </a:r>
            <a:endParaRPr/>
          </a:p>
          <a:p>
            <a:pPr indent="0" lvl="0" marL="0" rtl="0" algn="l">
              <a:lnSpc>
                <a:spcPct val="100000"/>
              </a:lnSpc>
              <a:spcBef>
                <a:spcPts val="1600"/>
              </a:spcBef>
              <a:spcAft>
                <a:spcPts val="0"/>
              </a:spcAft>
              <a:buSzPts val="2400"/>
              <a:buNone/>
            </a:pPr>
            <a:r>
              <a:t/>
            </a:r>
            <a:endParaRPr/>
          </a:p>
        </p:txBody>
      </p:sp>
      <p:sp>
        <p:nvSpPr>
          <p:cNvPr id="500" name="Google Shape;500;p11"/>
          <p:cNvSpPr txBox="1"/>
          <p:nvPr>
            <p:ph idx="1" type="body"/>
          </p:nvPr>
        </p:nvSpPr>
        <p:spPr>
          <a:xfrm>
            <a:off x="1297500" y="810075"/>
            <a:ext cx="7038900" cy="41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800">
                <a:latin typeface="Times New Roman"/>
                <a:ea typeface="Times New Roman"/>
                <a:cs typeface="Times New Roman"/>
                <a:sym typeface="Times New Roman"/>
              </a:rPr>
              <a:t>Round 2: ( Technical Interview)</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It started with a small introduction of myself after which the interviewer asked me about my hobbies and interest.</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Then he asked why this role and why not development? Why data science? Have you participated in any related hackathons?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We spent next 10 minutes talking about my projects, internships (virtual ones, i have no real internship experience) and extracurriculars.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b="1" lang="en" sz="1800">
                <a:latin typeface="Times New Roman"/>
                <a:ea typeface="Times New Roman"/>
                <a:cs typeface="Times New Roman"/>
                <a:sym typeface="Times New Roman"/>
              </a:rPr>
              <a:t>PYTHON</a:t>
            </a:r>
            <a:r>
              <a:rPr lang="en" sz="1800">
                <a:latin typeface="Times New Roman"/>
                <a:ea typeface="Times New Roman"/>
                <a:cs typeface="Times New Roman"/>
                <a:sym typeface="Times New Roman"/>
              </a:rPr>
              <a:t> (Library: Pandas, Platform: Jupyter Notebook)</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Now he shared a hotel booking dataset and started the data analysis interview with a series of questions.</a:t>
            </a:r>
            <a:endParaRPr sz="1800">
              <a:latin typeface="Times New Roman"/>
              <a:ea typeface="Times New Roman"/>
              <a:cs typeface="Times New Roman"/>
              <a:sym typeface="Times New Roman"/>
            </a:endParaRPr>
          </a:p>
        </p:txBody>
      </p:sp>
      <p:sp>
        <p:nvSpPr>
          <p:cNvPr id="501" name="Google Shape;501;p11"/>
          <p:cNvSpPr txBox="1"/>
          <p:nvPr/>
        </p:nvSpPr>
        <p:spPr>
          <a:xfrm>
            <a:off x="1133150" y="4613850"/>
            <a:ext cx="7099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Times New Roman"/>
                <a:ea typeface="Times New Roman"/>
                <a:cs typeface="Times New Roman"/>
                <a:sym typeface="Times New Roman"/>
              </a:rPr>
              <a:t>Link to the dataset: </a:t>
            </a:r>
            <a:r>
              <a:rPr b="0" i="0" lang="en" sz="1400" u="sng" cap="none" strike="noStrike">
                <a:solidFill>
                  <a:schemeClr val="lt1"/>
                </a:solidFill>
                <a:latin typeface="Times New Roman"/>
                <a:ea typeface="Times New Roman"/>
                <a:cs typeface="Times New Roman"/>
                <a:sym typeface="Times New Roman"/>
                <a:hlinkClick r:id="rId3">
                  <a:extLst>
                    <a:ext uri="{A12FA001-AC4F-418D-AE19-62706E023703}">
                      <ahyp:hlinkClr val="tx"/>
                    </a:ext>
                  </a:extLst>
                </a:hlinkClick>
              </a:rPr>
              <a:t>https://www.kaggle.com/datasets/jessemostipak/hotel-booking-demand</a:t>
            </a:r>
            <a:endParaRPr b="0" i="0" sz="1400" u="sng"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12"/>
          <p:cNvSpPr txBox="1"/>
          <p:nvPr>
            <p:ph idx="1" type="body"/>
          </p:nvPr>
        </p:nvSpPr>
        <p:spPr>
          <a:xfrm>
            <a:off x="579675" y="765400"/>
            <a:ext cx="8073600" cy="4326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Just look at this dataset and tell me what is it about? What various fields do you see and explain those.</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Find out null entries, explain and share ways to remove those null values. Now code and implement them.</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Show which countries have the highest hotel bookings in decreasing order?</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Which hotels are most famous in the country with most bookings?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How long do people stay at hotels and how much do they pay? (I started to fumble here so he allowed me to google the solutions for further questions. I wasn’t allowed to search the question directly but various functions and their implementation.)</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Which country has the most number of cancellations?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Which month sees the highest number of bookings and which month sees highest cancellations?</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400">
                <a:latin typeface="Times New Roman"/>
                <a:ea typeface="Times New Roman"/>
                <a:cs typeface="Times New Roman"/>
                <a:sym typeface="Times New Roman"/>
              </a:rPr>
              <a:t>We kept on communicating throughout these questions about what is my thought process to solve these, why this function, why not the other way, try the other way.</a:t>
            </a:r>
            <a:endParaRPr sz="14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p:txBody>
      </p:sp>
      <p:sp>
        <p:nvSpPr>
          <p:cNvPr id="507" name="Google Shape;507;p12"/>
          <p:cNvSpPr txBox="1"/>
          <p:nvPr>
            <p:ph type="title"/>
          </p:nvPr>
        </p:nvSpPr>
        <p:spPr>
          <a:xfrm>
            <a:off x="1297500" y="160825"/>
            <a:ext cx="7038900" cy="46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lang="en">
                <a:latin typeface="Times New Roman"/>
                <a:ea typeface="Times New Roman"/>
                <a:cs typeface="Times New Roman"/>
                <a:sym typeface="Times New Roman"/>
              </a:rPr>
              <a:t>Experience of Tejas Gala (Analytical Verification Role)</a:t>
            </a:r>
            <a:endParaRPr/>
          </a:p>
          <a:p>
            <a:pPr indent="0" lvl="0" marL="0" rtl="0" algn="l">
              <a:lnSpc>
                <a:spcPct val="100000"/>
              </a:lnSpc>
              <a:spcBef>
                <a:spcPts val="1600"/>
              </a:spcBef>
              <a:spcAft>
                <a:spcPts val="0"/>
              </a:spcAft>
              <a:buSzPts val="24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13"/>
          <p:cNvSpPr txBox="1"/>
          <p:nvPr>
            <p:ph idx="1" type="body"/>
          </p:nvPr>
        </p:nvSpPr>
        <p:spPr>
          <a:xfrm>
            <a:off x="1020525" y="765400"/>
            <a:ext cx="7632900" cy="432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        </a:t>
            </a:r>
            <a:r>
              <a:rPr b="1" lang="en" sz="1800">
                <a:latin typeface="Times New Roman"/>
                <a:ea typeface="Times New Roman"/>
                <a:cs typeface="Times New Roman"/>
                <a:sym typeface="Times New Roman"/>
              </a:rPr>
              <a:t>SQL </a:t>
            </a:r>
            <a:r>
              <a:rPr lang="en" sz="1800">
                <a:latin typeface="Times New Roman"/>
                <a:ea typeface="Times New Roman"/>
                <a:cs typeface="Times New Roman"/>
                <a:sym typeface="Times New Roman"/>
              </a:rPr>
              <a:t>(Write query on notepad)</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He gave me a problem which has 2 tables connected by primary-foreign keys. </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It was an intermediate </a:t>
            </a:r>
            <a:r>
              <a:rPr lang="en">
                <a:latin typeface="Times New Roman"/>
                <a:ea typeface="Times New Roman"/>
                <a:cs typeface="Times New Roman"/>
                <a:sym typeface="Times New Roman"/>
              </a:rPr>
              <a:t>level </a:t>
            </a:r>
            <a:r>
              <a:rPr lang="en" sz="1800">
                <a:latin typeface="Times New Roman"/>
                <a:ea typeface="Times New Roman"/>
                <a:cs typeface="Times New Roman"/>
                <a:sym typeface="Times New Roman"/>
              </a:rPr>
              <a:t>query involving join, groupby and where clause.</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Then he asked if I had any questions, make sure to ask some it shows that you’re interested.</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This round lasted for around 45 minutes.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12 people were selected after the technical round. </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p:txBody>
      </p:sp>
      <p:sp>
        <p:nvSpPr>
          <p:cNvPr id="513" name="Google Shape;513;p13"/>
          <p:cNvSpPr txBox="1"/>
          <p:nvPr>
            <p:ph type="title"/>
          </p:nvPr>
        </p:nvSpPr>
        <p:spPr>
          <a:xfrm>
            <a:off x="1297500" y="160825"/>
            <a:ext cx="7038900" cy="46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lang="en">
                <a:latin typeface="Times New Roman"/>
                <a:ea typeface="Times New Roman"/>
                <a:cs typeface="Times New Roman"/>
                <a:sym typeface="Times New Roman"/>
              </a:rPr>
              <a:t>Experience of Tejas Gala (Analytical Verification Role)</a:t>
            </a:r>
            <a:endParaRPr/>
          </a:p>
          <a:p>
            <a:pPr indent="0" lvl="0" marL="0" rtl="0" algn="l">
              <a:lnSpc>
                <a:spcPct val="100000"/>
              </a:lnSpc>
              <a:spcBef>
                <a:spcPts val="1600"/>
              </a:spcBef>
              <a:spcAft>
                <a:spcPts val="0"/>
              </a:spcAft>
              <a:buSzPts val="24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14"/>
          <p:cNvSpPr txBox="1"/>
          <p:nvPr>
            <p:ph type="title"/>
          </p:nvPr>
        </p:nvSpPr>
        <p:spPr>
          <a:xfrm>
            <a:off x="1297500" y="16082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lang="en">
                <a:latin typeface="Times New Roman"/>
                <a:ea typeface="Times New Roman"/>
                <a:cs typeface="Times New Roman"/>
                <a:sym typeface="Times New Roman"/>
              </a:rPr>
              <a:t>Experience of Tejas Gala (Analytical Verification Role)</a:t>
            </a:r>
            <a:endParaRPr/>
          </a:p>
          <a:p>
            <a:pPr indent="0" lvl="0" marL="0" rtl="0" algn="l">
              <a:lnSpc>
                <a:spcPct val="100000"/>
              </a:lnSpc>
              <a:spcBef>
                <a:spcPts val="1600"/>
              </a:spcBef>
              <a:spcAft>
                <a:spcPts val="0"/>
              </a:spcAft>
              <a:buSzPts val="2400"/>
              <a:buNone/>
            </a:pPr>
            <a:r>
              <a:t/>
            </a:r>
            <a:endParaRPr/>
          </a:p>
        </p:txBody>
      </p:sp>
      <p:sp>
        <p:nvSpPr>
          <p:cNvPr id="519" name="Google Shape;519;p14"/>
          <p:cNvSpPr txBox="1"/>
          <p:nvPr>
            <p:ph idx="1" type="body"/>
          </p:nvPr>
        </p:nvSpPr>
        <p:spPr>
          <a:xfrm>
            <a:off x="1297500" y="984600"/>
            <a:ext cx="7038900" cy="41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800">
                <a:latin typeface="Times New Roman"/>
                <a:ea typeface="Times New Roman"/>
                <a:cs typeface="Times New Roman"/>
                <a:sym typeface="Times New Roman"/>
              </a:rPr>
              <a:t>Round 3: ( HR Interview)</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Following questions were asked -</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1.	Tell me about yourself</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2.	Short term long term goals </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3.	Strength Weakness</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4.	Situation based question</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5.	Why ISS?</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SzPts val="1300"/>
              <a:buNone/>
            </a:pPr>
            <a:r>
              <a:rPr lang="en" sz="1800">
                <a:latin typeface="Times New Roman"/>
                <a:ea typeface="Times New Roman"/>
                <a:cs typeface="Times New Roman"/>
                <a:sym typeface="Times New Roman"/>
              </a:rPr>
              <a:t>6.     My hobbies.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Don’t forget to ask questions.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HR interview lasted for 10 mins.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12 people were selected after this round.</a:t>
            </a:r>
            <a:endParaRPr sz="18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15"/>
          <p:cNvSpPr txBox="1"/>
          <p:nvPr>
            <p:ph type="title"/>
          </p:nvPr>
        </p:nvSpPr>
        <p:spPr>
          <a:xfrm>
            <a:off x="1297500" y="16082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lang="en">
                <a:latin typeface="Times New Roman"/>
                <a:ea typeface="Times New Roman"/>
                <a:cs typeface="Times New Roman"/>
                <a:sym typeface="Times New Roman"/>
              </a:rPr>
              <a:t>Experience of Tejas Gala (Analytical Verification Role)</a:t>
            </a:r>
            <a:endParaRPr/>
          </a:p>
          <a:p>
            <a:pPr indent="0" lvl="0" marL="0" rtl="0" algn="l">
              <a:lnSpc>
                <a:spcPct val="100000"/>
              </a:lnSpc>
              <a:spcBef>
                <a:spcPts val="1600"/>
              </a:spcBef>
              <a:spcAft>
                <a:spcPts val="0"/>
              </a:spcAft>
              <a:buSzPts val="2400"/>
              <a:buNone/>
            </a:pPr>
            <a:r>
              <a:t/>
            </a:r>
            <a:endParaRPr/>
          </a:p>
        </p:txBody>
      </p:sp>
      <p:sp>
        <p:nvSpPr>
          <p:cNvPr id="525" name="Google Shape;525;p15"/>
          <p:cNvSpPr txBox="1"/>
          <p:nvPr>
            <p:ph idx="1" type="body"/>
          </p:nvPr>
        </p:nvSpPr>
        <p:spPr>
          <a:xfrm>
            <a:off x="1297500" y="832200"/>
            <a:ext cx="7038900" cy="41589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1300"/>
              <a:buNone/>
            </a:pPr>
            <a:r>
              <a:rPr b="1" lang="en" sz="2000">
                <a:latin typeface="Times New Roman"/>
                <a:ea typeface="Times New Roman"/>
                <a:cs typeface="Times New Roman"/>
                <a:sym typeface="Times New Roman"/>
              </a:rPr>
              <a:t>Few Additional Tips</a:t>
            </a:r>
            <a:endParaRPr b="1" sz="20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ISS Aptitude round is very lengthy so make sure to attempt easy questions first.</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DO NOT MESS UP YOUR INTRODUCTION.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Practice speaking in English.</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You can </a:t>
            </a:r>
            <a:r>
              <a:rPr lang="en">
                <a:latin typeface="Times New Roman"/>
                <a:ea typeface="Times New Roman"/>
                <a:cs typeface="Times New Roman"/>
                <a:sym typeface="Times New Roman"/>
              </a:rPr>
              <a:t>bluff in an interview. Just know WHEN YOU CAN AND CANNOT.</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Practice DSA/Solve aptitude questions everyday. (I used to practice for 30 mins at max)</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Be CLEAR with your answers.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Interviewers are very chill so don’t be afraid, they are the ones who want to recruit you afterall. </a:t>
            </a:r>
            <a:endParaRPr sz="1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16"/>
          <p:cNvSpPr txBox="1"/>
          <p:nvPr>
            <p:ph type="title"/>
          </p:nvPr>
        </p:nvSpPr>
        <p:spPr>
          <a:xfrm>
            <a:off x="1297500" y="17887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Experience of Roshni Jha(Test Automation Role)</a:t>
            </a:r>
            <a:endParaRPr/>
          </a:p>
        </p:txBody>
      </p:sp>
      <p:sp>
        <p:nvSpPr>
          <p:cNvPr id="531" name="Google Shape;531;p16"/>
          <p:cNvSpPr txBox="1"/>
          <p:nvPr>
            <p:ph idx="1" type="body"/>
          </p:nvPr>
        </p:nvSpPr>
        <p:spPr>
          <a:xfrm>
            <a:off x="1297500" y="949775"/>
            <a:ext cx="7038900" cy="291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800">
                <a:latin typeface="Times New Roman"/>
                <a:ea typeface="Times New Roman"/>
                <a:cs typeface="Times New Roman"/>
                <a:sym typeface="Times New Roman"/>
              </a:rPr>
              <a:t>Round 2 (Technical Interview):</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 2 interviewers were taking my interview ,they first asked me to introduce myself.</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Then they asked me my preferred language, I told Java. Then they asked me the reason.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They asked me the difference between Python and Java . </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They told me to write and explain bubble sort program with an example. Then they asked it’s time complexity and to explain how did i get it.</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Then the interviewers asked me one real life example and one technology in which linked list is used.</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Then they  picked one project from my resume and then asked me to explain it properly and then asked questions on it.</a:t>
            </a:r>
            <a:endParaRPr sz="18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17"/>
          <p:cNvSpPr txBox="1"/>
          <p:nvPr>
            <p:ph type="title"/>
          </p:nvPr>
        </p:nvSpPr>
        <p:spPr>
          <a:xfrm>
            <a:off x="1297500" y="-7632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Experience of Roshni Jha(Test Automation Role)</a:t>
            </a:r>
            <a:endParaRPr/>
          </a:p>
        </p:txBody>
      </p:sp>
      <p:sp>
        <p:nvSpPr>
          <p:cNvPr id="537" name="Google Shape;537;p17"/>
          <p:cNvSpPr txBox="1"/>
          <p:nvPr>
            <p:ph idx="1" type="body"/>
          </p:nvPr>
        </p:nvSpPr>
        <p:spPr>
          <a:xfrm>
            <a:off x="1297500" y="376000"/>
            <a:ext cx="7038900" cy="310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Next they asked me about my internships. </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They told me to explain what i understood by the JD of Test Automation.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Then they asked me some questions on Software testing some were:</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          1. What is SDLC (Software Development Life Cycle)?</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          2. What is meant by Software testing?</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          3. What is Black box testing and White box testing?</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Then one of the interviewer gave me a plastic bottle with water in it and told me to identify some defects in it.    </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Some scenario based questions were asked on testing</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Then they asked if I had any questions, make sure to ask a question (Don’t ask too many questions otherwise the interviewer will get irritated)</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 interview lasted for approx. 40 mins.</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8"/>
          <p:cNvSpPr txBox="1"/>
          <p:nvPr>
            <p:ph type="title"/>
          </p:nvPr>
        </p:nvSpPr>
        <p:spPr>
          <a:xfrm>
            <a:off x="1297500" y="17887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Experience of Roshni Jha(Test Automation Role)</a:t>
            </a:r>
            <a:endParaRPr/>
          </a:p>
        </p:txBody>
      </p:sp>
      <p:sp>
        <p:nvSpPr>
          <p:cNvPr id="543" name="Google Shape;543;p18"/>
          <p:cNvSpPr txBox="1"/>
          <p:nvPr>
            <p:ph idx="1" type="body"/>
          </p:nvPr>
        </p:nvSpPr>
        <p:spPr>
          <a:xfrm>
            <a:off x="1297500" y="953500"/>
            <a:ext cx="7038900" cy="307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800">
                <a:latin typeface="Times New Roman"/>
                <a:ea typeface="Times New Roman"/>
                <a:cs typeface="Times New Roman"/>
                <a:sym typeface="Times New Roman"/>
              </a:rPr>
              <a:t>Round 3(HR round):</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Following questions were asked:</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1. Tell me about yourself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2. My hobbies</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3. Weakness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4. Planning for further studies ? (Always tell no with a reason)</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5. Short term and long term goals</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6. My experience in first and second round?</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7. Situation based questions</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300"/>
              <a:buNone/>
            </a:pPr>
            <a:r>
              <a:rPr lang="en" sz="1800">
                <a:latin typeface="Times New Roman"/>
                <a:ea typeface="Times New Roman"/>
                <a:cs typeface="Times New Roman"/>
                <a:sym typeface="Times New Roman"/>
              </a:rPr>
              <a:t>8. My favourite subject in engineering and why?</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Lastly they asked me whether i had any questions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This round lasted for approx. 25 mins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12 people were selected after this round.</a:t>
            </a:r>
            <a:endParaRPr sz="18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19"/>
          <p:cNvSpPr txBox="1"/>
          <p:nvPr>
            <p:ph type="title"/>
          </p:nvPr>
        </p:nvSpPr>
        <p:spPr>
          <a:xfrm>
            <a:off x="1297500" y="17887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Experience of Roshni Jha(Test Automation Role)</a:t>
            </a:r>
            <a:endParaRPr/>
          </a:p>
        </p:txBody>
      </p:sp>
      <p:sp>
        <p:nvSpPr>
          <p:cNvPr id="549" name="Google Shape;549;p19"/>
          <p:cNvSpPr txBox="1"/>
          <p:nvPr>
            <p:ph idx="1" type="body"/>
          </p:nvPr>
        </p:nvSpPr>
        <p:spPr>
          <a:xfrm>
            <a:off x="1297500" y="1154925"/>
            <a:ext cx="7038900" cy="287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800">
                <a:latin typeface="Times New Roman"/>
                <a:ea typeface="Times New Roman"/>
                <a:cs typeface="Times New Roman"/>
                <a:sym typeface="Times New Roman"/>
              </a:rPr>
              <a:t>Additional tips: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Be absolutely thorough with your resumé and only write what you feel most confident about.</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Carefully listen to pre-placement talk and go through the JD that you have applied for especially your top 2 JDs.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If you don’t know the answer just say it don’t bluff.</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Focus on one programming language.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Read as many interview experiences as you can as they are extremely beneficial.</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Practice  Aptitude questions,Java and Python Mcqs from indiabix.com. First round is the most important part of the process.</a:t>
            </a:r>
            <a:endParaRPr sz="18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2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2400"/>
              <a:buFont typeface="Arial"/>
              <a:buNone/>
            </a:pPr>
            <a:r>
              <a:rPr lang="en">
                <a:latin typeface="Times New Roman"/>
                <a:ea typeface="Times New Roman"/>
                <a:cs typeface="Times New Roman"/>
                <a:sym typeface="Times New Roman"/>
              </a:rPr>
              <a:t>Experience of Ajay Nair (Gen App Dev Role)</a:t>
            </a:r>
            <a:endParaRPr/>
          </a:p>
          <a:p>
            <a:pPr indent="0" lvl="0" marL="0" rtl="0" algn="l">
              <a:lnSpc>
                <a:spcPct val="100000"/>
              </a:lnSpc>
              <a:spcBef>
                <a:spcPts val="1600"/>
              </a:spcBef>
              <a:spcAft>
                <a:spcPts val="0"/>
              </a:spcAft>
              <a:buSzPts val="2400"/>
              <a:buNone/>
            </a:pPr>
            <a:r>
              <a:t/>
            </a:r>
            <a:endParaRPr/>
          </a:p>
        </p:txBody>
      </p:sp>
      <p:sp>
        <p:nvSpPr>
          <p:cNvPr id="555" name="Google Shape;555;p20"/>
          <p:cNvSpPr txBox="1"/>
          <p:nvPr>
            <p:ph idx="1" type="body"/>
          </p:nvPr>
        </p:nvSpPr>
        <p:spPr>
          <a:xfrm>
            <a:off x="1137203" y="1088519"/>
            <a:ext cx="7038900" cy="348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en" sz="1100"/>
              <a:t>Round 2 (Technical Round):</a:t>
            </a:r>
            <a:endParaRPr b="1" sz="1100"/>
          </a:p>
          <a:p>
            <a:pPr indent="-279400" lvl="0" marL="457200" rtl="0" algn="l">
              <a:lnSpc>
                <a:spcPct val="115000"/>
              </a:lnSpc>
              <a:spcBef>
                <a:spcPts val="0"/>
              </a:spcBef>
              <a:spcAft>
                <a:spcPts val="0"/>
              </a:spcAft>
              <a:buSzPts val="800"/>
              <a:buChar char="●"/>
            </a:pPr>
            <a:r>
              <a:rPr lang="en" sz="1300"/>
              <a:t>2 interviewers were taking my interview, they went through my resume and asked which language I was more comfortable with. As I replied Java as my stronghold, they proceeded with asking me questions on it.</a:t>
            </a:r>
            <a:endParaRPr sz="1300"/>
          </a:p>
          <a:p>
            <a:pPr indent="-279400" lvl="0" marL="457200" rtl="0" algn="l">
              <a:lnSpc>
                <a:spcPct val="115000"/>
              </a:lnSpc>
              <a:spcBef>
                <a:spcPts val="0"/>
              </a:spcBef>
              <a:spcAft>
                <a:spcPts val="0"/>
              </a:spcAft>
              <a:buSzPts val="800"/>
              <a:buChar char="●"/>
            </a:pPr>
            <a:r>
              <a:rPr lang="en" sz="1300"/>
              <a:t>First they asked me to sort an array and implement any sorting algorithm from scratch along with questions on it’s time and space complexity and better algorithms than the one I mentioned. They asked me to code this part in IntelliJ IDEA.</a:t>
            </a:r>
            <a:endParaRPr sz="1300"/>
          </a:p>
          <a:p>
            <a:pPr indent="-279400" lvl="0" marL="457200" rtl="0" algn="l">
              <a:lnSpc>
                <a:spcPct val="115000"/>
              </a:lnSpc>
              <a:spcBef>
                <a:spcPts val="0"/>
              </a:spcBef>
              <a:spcAft>
                <a:spcPts val="0"/>
              </a:spcAft>
              <a:buSzPts val="800"/>
              <a:buChar char="●"/>
            </a:pPr>
            <a:r>
              <a:rPr lang="en" sz="1300"/>
              <a:t>Then they asked me to code next question  on paper. They asked me to make a list of employees with name, employee number, salary etc. Then they asked me to sort the list. I implemented the compareTo function for sorting.</a:t>
            </a:r>
            <a:endParaRPr sz="1300"/>
          </a:p>
          <a:p>
            <a:pPr indent="-279400" lvl="0" marL="457200" rtl="0" algn="l">
              <a:lnSpc>
                <a:spcPct val="115000"/>
              </a:lnSpc>
              <a:spcBef>
                <a:spcPts val="0"/>
              </a:spcBef>
              <a:spcAft>
                <a:spcPts val="0"/>
              </a:spcAft>
              <a:buSzPts val="800"/>
              <a:buChar char="●"/>
            </a:pPr>
            <a:r>
              <a:rPr lang="en" sz="1300"/>
              <a:t>They asked me to write answers to 2 SQL queries on paper which were easy to moderate level.</a:t>
            </a:r>
            <a:endParaRPr sz="1300"/>
          </a:p>
          <a:p>
            <a:pPr indent="-279400" lvl="0" marL="457200" rtl="0" algn="l">
              <a:lnSpc>
                <a:spcPct val="115000"/>
              </a:lnSpc>
              <a:spcBef>
                <a:spcPts val="0"/>
              </a:spcBef>
              <a:spcAft>
                <a:spcPts val="0"/>
              </a:spcAft>
              <a:buSzPts val="800"/>
              <a:buChar char="●"/>
            </a:pPr>
            <a:r>
              <a:rPr lang="en" sz="1300"/>
              <a:t>Next they asked me to explain hashmaps and it’s internal working in a detailed manner.</a:t>
            </a:r>
            <a:endParaRPr sz="1300"/>
          </a:p>
          <a:p>
            <a:pPr indent="-279400" lvl="0" marL="457200" rtl="0" algn="l">
              <a:lnSpc>
                <a:spcPct val="115000"/>
              </a:lnSpc>
              <a:spcBef>
                <a:spcPts val="0"/>
              </a:spcBef>
              <a:spcAft>
                <a:spcPts val="0"/>
              </a:spcAft>
              <a:buSzPts val="800"/>
              <a:buChar char="●"/>
            </a:pPr>
            <a:r>
              <a:rPr lang="en" sz="1300"/>
              <a:t>They also asked me about aggregation, composition and singleton design pattern in Java.</a:t>
            </a:r>
            <a:endParaRPr sz="13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2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lang="en">
                <a:latin typeface="Times New Roman"/>
                <a:ea typeface="Times New Roman"/>
                <a:cs typeface="Times New Roman"/>
                <a:sym typeface="Times New Roman"/>
              </a:rPr>
              <a:t>Experience of Ajay Nair (Gen App Dev Role)</a:t>
            </a:r>
            <a:endParaRPr/>
          </a:p>
          <a:p>
            <a:pPr indent="0" lvl="0" marL="0" rtl="0" algn="l">
              <a:lnSpc>
                <a:spcPct val="100000"/>
              </a:lnSpc>
              <a:spcBef>
                <a:spcPts val="1600"/>
              </a:spcBef>
              <a:spcAft>
                <a:spcPts val="0"/>
              </a:spcAft>
              <a:buSzPts val="2400"/>
              <a:buNone/>
            </a:pPr>
            <a:r>
              <a:t/>
            </a:r>
            <a:endParaRPr/>
          </a:p>
          <a:p>
            <a:pPr indent="0" lvl="0" marL="0" rtl="0" algn="l">
              <a:lnSpc>
                <a:spcPct val="100000"/>
              </a:lnSpc>
              <a:spcBef>
                <a:spcPts val="0"/>
              </a:spcBef>
              <a:spcAft>
                <a:spcPts val="0"/>
              </a:spcAft>
              <a:buSzPts val="2400"/>
              <a:buNone/>
            </a:pPr>
            <a:r>
              <a:t/>
            </a:r>
            <a:endParaRPr/>
          </a:p>
        </p:txBody>
      </p:sp>
      <p:sp>
        <p:nvSpPr>
          <p:cNvPr id="561" name="Google Shape;561;p21"/>
          <p:cNvSpPr txBox="1"/>
          <p:nvPr>
            <p:ph idx="1" type="body"/>
          </p:nvPr>
        </p:nvSpPr>
        <p:spPr>
          <a:xfrm>
            <a:off x="1232100" y="1002725"/>
            <a:ext cx="7038900" cy="3233700"/>
          </a:xfrm>
          <a:prstGeom prst="rect">
            <a:avLst/>
          </a:prstGeom>
          <a:noFill/>
          <a:ln>
            <a:noFill/>
          </a:ln>
        </p:spPr>
        <p:txBody>
          <a:bodyPr anchorCtr="0" anchor="t" bIns="91425" lIns="91425" spcFirstLastPara="1" rIns="91425" wrap="square" tIns="91425">
            <a:noAutofit/>
          </a:bodyPr>
          <a:lstStyle/>
          <a:p>
            <a:pPr indent="-279400" lvl="0" marL="457200" rtl="0" algn="l">
              <a:lnSpc>
                <a:spcPct val="115000"/>
              </a:lnSpc>
              <a:spcBef>
                <a:spcPts val="0"/>
              </a:spcBef>
              <a:spcAft>
                <a:spcPts val="0"/>
              </a:spcAft>
              <a:buSzPts val="800"/>
              <a:buChar char="●"/>
            </a:pPr>
            <a:r>
              <a:rPr lang="en" sz="1300"/>
              <a:t>They asked me a lot of tricky questions on core Java concepts.Some of them are  as follows:</a:t>
            </a:r>
            <a:endParaRPr sz="1300"/>
          </a:p>
          <a:p>
            <a:pPr indent="-279400" lvl="1" marL="914400" rtl="0" algn="l">
              <a:lnSpc>
                <a:spcPct val="115000"/>
              </a:lnSpc>
              <a:spcBef>
                <a:spcPts val="0"/>
              </a:spcBef>
              <a:spcAft>
                <a:spcPts val="0"/>
              </a:spcAft>
              <a:buSzPts val="800"/>
              <a:buChar char="○"/>
            </a:pPr>
            <a:r>
              <a:rPr lang="en" sz="1100"/>
              <a:t>Difference between abstract class and interface with respect to their methods.</a:t>
            </a:r>
            <a:endParaRPr sz="1100"/>
          </a:p>
          <a:p>
            <a:pPr indent="-279400" lvl="1" marL="914400" rtl="0" algn="l">
              <a:lnSpc>
                <a:spcPct val="115000"/>
              </a:lnSpc>
              <a:spcBef>
                <a:spcPts val="0"/>
              </a:spcBef>
              <a:spcAft>
                <a:spcPts val="0"/>
              </a:spcAft>
              <a:buSzPts val="800"/>
              <a:buChar char="○"/>
            </a:pPr>
            <a:r>
              <a:rPr lang="en" sz="1100"/>
              <a:t>Strings and how they utilise the memory with respect to different methods and operations on them.</a:t>
            </a:r>
            <a:endParaRPr sz="1100"/>
          </a:p>
          <a:p>
            <a:pPr indent="-279400" lvl="0" marL="457200" rtl="0" algn="l">
              <a:lnSpc>
                <a:spcPct val="115000"/>
              </a:lnSpc>
              <a:spcBef>
                <a:spcPts val="0"/>
              </a:spcBef>
              <a:spcAft>
                <a:spcPts val="0"/>
              </a:spcAft>
              <a:buSzPts val="800"/>
              <a:buChar char="●"/>
            </a:pPr>
            <a:r>
              <a:rPr lang="en" sz="1300"/>
              <a:t>Then they proceeded with questions on Python regarding lists, tuples and their methods.</a:t>
            </a:r>
            <a:endParaRPr sz="1300"/>
          </a:p>
          <a:p>
            <a:pPr indent="-279400" lvl="0" marL="457200" rtl="0" algn="l">
              <a:lnSpc>
                <a:spcPct val="115000"/>
              </a:lnSpc>
              <a:spcBef>
                <a:spcPts val="0"/>
              </a:spcBef>
              <a:spcAft>
                <a:spcPts val="0"/>
              </a:spcAft>
              <a:buSzPts val="800"/>
              <a:buChar char="●"/>
            </a:pPr>
            <a:r>
              <a:rPr lang="en" sz="1300"/>
              <a:t>Now they modified some GFG puzzles and asked me 2 questions from them which I was able to answer as I understood their tricks while reading them.</a:t>
            </a:r>
            <a:endParaRPr sz="1300"/>
          </a:p>
          <a:p>
            <a:pPr indent="-279400" lvl="0" marL="457200" rtl="0" algn="l">
              <a:lnSpc>
                <a:spcPct val="115000"/>
              </a:lnSpc>
              <a:spcBef>
                <a:spcPts val="0"/>
              </a:spcBef>
              <a:spcAft>
                <a:spcPts val="0"/>
              </a:spcAft>
              <a:buSzPts val="800"/>
              <a:buChar char="●"/>
            </a:pPr>
            <a:r>
              <a:rPr lang="en" sz="1300"/>
              <a:t>They asked me to explain my projects in detail and asked me why I chose those tech stacks on which I built them and how I implemented a certain feature in them.</a:t>
            </a:r>
            <a:endParaRPr sz="1300"/>
          </a:p>
          <a:p>
            <a:pPr indent="-279400" lvl="0" marL="457200" rtl="0" algn="l">
              <a:lnSpc>
                <a:spcPct val="115000"/>
              </a:lnSpc>
              <a:spcBef>
                <a:spcPts val="0"/>
              </a:spcBef>
              <a:spcAft>
                <a:spcPts val="0"/>
              </a:spcAft>
              <a:buSzPts val="800"/>
              <a:buChar char="●"/>
            </a:pPr>
            <a:r>
              <a:rPr lang="en" sz="1300"/>
              <a:t>They also asked some situational questions like how will I manage if I have some issues with my manager. They asked me if I am ready to work on other tech stacks which I’m not familiar with and how will I approach this.</a:t>
            </a:r>
            <a:endParaRPr sz="1300"/>
          </a:p>
          <a:p>
            <a:pPr indent="-279400" lvl="0" marL="457200" rtl="0" algn="l">
              <a:lnSpc>
                <a:spcPct val="115000"/>
              </a:lnSpc>
              <a:spcBef>
                <a:spcPts val="0"/>
              </a:spcBef>
              <a:spcAft>
                <a:spcPts val="0"/>
              </a:spcAft>
              <a:buSzPts val="800"/>
              <a:buChar char="●"/>
            </a:pPr>
            <a:r>
              <a:rPr lang="en" sz="1300"/>
              <a:t>Lastly, they asked me if I had any questions for them. Make sure you ask them some decent questions.</a:t>
            </a:r>
            <a:endParaRPr sz="1300"/>
          </a:p>
          <a:p>
            <a:pPr indent="-279400" lvl="0" marL="457200" rtl="0" algn="l">
              <a:lnSpc>
                <a:spcPct val="115000"/>
              </a:lnSpc>
              <a:spcBef>
                <a:spcPts val="0"/>
              </a:spcBef>
              <a:spcAft>
                <a:spcPts val="0"/>
              </a:spcAft>
              <a:buSzPts val="800"/>
              <a:buChar char="●"/>
            </a:pPr>
            <a:r>
              <a:rPr lang="en" sz="1300"/>
              <a:t>My interview lasted more than an hour. </a:t>
            </a:r>
            <a:endParaRPr sz="13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2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38000"/>
              </a:lnSpc>
              <a:spcBef>
                <a:spcPts val="0"/>
              </a:spcBef>
              <a:spcAft>
                <a:spcPts val="0"/>
              </a:spcAft>
              <a:buSzPts val="2400"/>
              <a:buNone/>
            </a:pPr>
            <a:r>
              <a:rPr lang="en">
                <a:solidFill>
                  <a:srgbClr val="FFFFFF"/>
                </a:solidFill>
                <a:latin typeface="Arial"/>
                <a:ea typeface="Arial"/>
                <a:cs typeface="Arial"/>
                <a:sym typeface="Arial"/>
              </a:rPr>
              <a:t>Experience of Ajay Nair (Gen App Dev Role)</a:t>
            </a:r>
            <a:endParaRPr>
              <a:solidFill>
                <a:srgbClr val="FFFFFF"/>
              </a:solidFill>
              <a:latin typeface="Arial"/>
              <a:ea typeface="Arial"/>
              <a:cs typeface="Arial"/>
              <a:sym typeface="Arial"/>
            </a:endParaRPr>
          </a:p>
          <a:p>
            <a:pPr indent="0" lvl="0" marL="0" rtl="0" algn="l">
              <a:lnSpc>
                <a:spcPct val="115000"/>
              </a:lnSpc>
              <a:spcBef>
                <a:spcPts val="1600"/>
              </a:spcBef>
              <a:spcAft>
                <a:spcPts val="0"/>
              </a:spcAft>
              <a:buSzPts val="2400"/>
              <a:buNone/>
            </a:pPr>
            <a:r>
              <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2400"/>
              <a:buNone/>
            </a:pPr>
            <a:r>
              <a:t/>
            </a:r>
            <a:endParaRPr/>
          </a:p>
        </p:txBody>
      </p:sp>
      <p:sp>
        <p:nvSpPr>
          <p:cNvPr id="567" name="Google Shape;567;p22"/>
          <p:cNvSpPr txBox="1"/>
          <p:nvPr>
            <p:ph idx="1" type="body"/>
          </p:nvPr>
        </p:nvSpPr>
        <p:spPr>
          <a:xfrm>
            <a:off x="1210350" y="1003950"/>
            <a:ext cx="7038900" cy="313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en" sz="1200"/>
              <a:t>Round 3 (HR interview): </a:t>
            </a:r>
            <a:endParaRPr b="1" sz="1200"/>
          </a:p>
          <a:p>
            <a:pPr indent="-273050" lvl="0" marL="457200" rtl="0" algn="l">
              <a:lnSpc>
                <a:spcPct val="115000"/>
              </a:lnSpc>
              <a:spcBef>
                <a:spcPts val="0"/>
              </a:spcBef>
              <a:spcAft>
                <a:spcPts val="0"/>
              </a:spcAft>
              <a:buSzPts val="700"/>
              <a:buChar char="●"/>
            </a:pPr>
            <a:r>
              <a:rPr lang="en" sz="1200"/>
              <a:t>3 interviewers were there in the panel this time.</a:t>
            </a:r>
            <a:endParaRPr sz="1200"/>
          </a:p>
          <a:p>
            <a:pPr indent="-273050" lvl="0" marL="457200" rtl="0" algn="l">
              <a:lnSpc>
                <a:spcPct val="115000"/>
              </a:lnSpc>
              <a:spcBef>
                <a:spcPts val="0"/>
              </a:spcBef>
              <a:spcAft>
                <a:spcPts val="0"/>
              </a:spcAft>
              <a:buSzPts val="700"/>
              <a:buChar char="●"/>
            </a:pPr>
            <a:r>
              <a:rPr lang="en" sz="1200"/>
              <a:t>This round lasted around 20-30 minutes.</a:t>
            </a:r>
            <a:endParaRPr sz="1200"/>
          </a:p>
          <a:p>
            <a:pPr indent="-273050" lvl="0" marL="457200" rtl="0" algn="l">
              <a:lnSpc>
                <a:spcPct val="115000"/>
              </a:lnSpc>
              <a:spcBef>
                <a:spcPts val="0"/>
              </a:spcBef>
              <a:spcAft>
                <a:spcPts val="0"/>
              </a:spcAft>
              <a:buSzPts val="700"/>
              <a:buChar char="●"/>
            </a:pPr>
            <a:r>
              <a:rPr lang="en" sz="1200"/>
              <a:t>Many situational and behavioural questions were asked. Some of them are as follows:</a:t>
            </a:r>
            <a:endParaRPr sz="1200"/>
          </a:p>
          <a:p>
            <a:pPr indent="-279400" lvl="1" marL="914400" rtl="0" algn="l">
              <a:lnSpc>
                <a:spcPct val="115000"/>
              </a:lnSpc>
              <a:spcBef>
                <a:spcPts val="0"/>
              </a:spcBef>
              <a:spcAft>
                <a:spcPts val="0"/>
              </a:spcAft>
              <a:buSzPts val="800"/>
              <a:buChar char="○"/>
            </a:pPr>
            <a:r>
              <a:rPr lang="en" sz="1100"/>
              <a:t>How will you resolve a disagreement with your fellow employee?</a:t>
            </a:r>
            <a:endParaRPr sz="1100"/>
          </a:p>
          <a:p>
            <a:pPr indent="-279400" lvl="1" marL="914400" rtl="0" algn="l">
              <a:lnSpc>
                <a:spcPct val="115000"/>
              </a:lnSpc>
              <a:spcBef>
                <a:spcPts val="0"/>
              </a:spcBef>
              <a:spcAft>
                <a:spcPts val="0"/>
              </a:spcAft>
              <a:buSzPts val="800"/>
              <a:buChar char="○"/>
            </a:pPr>
            <a:r>
              <a:rPr lang="en" sz="1100"/>
              <a:t>As you have been a project leader, if you have to complete your partner’s work but won’t get any credit for your work. How will you react?</a:t>
            </a:r>
            <a:endParaRPr sz="1100"/>
          </a:p>
          <a:p>
            <a:pPr indent="-279400" lvl="1" marL="914400" rtl="0" algn="l">
              <a:lnSpc>
                <a:spcPct val="115000"/>
              </a:lnSpc>
              <a:spcBef>
                <a:spcPts val="0"/>
              </a:spcBef>
              <a:spcAft>
                <a:spcPts val="0"/>
              </a:spcAft>
              <a:buSzPts val="800"/>
              <a:buChar char="○"/>
            </a:pPr>
            <a:r>
              <a:rPr lang="en" sz="1100"/>
              <a:t>How do you manage to keep the consistency in your work?</a:t>
            </a:r>
            <a:endParaRPr sz="1100"/>
          </a:p>
          <a:p>
            <a:pPr indent="-279400" lvl="1" marL="914400" rtl="0" algn="l">
              <a:lnSpc>
                <a:spcPct val="115000"/>
              </a:lnSpc>
              <a:spcBef>
                <a:spcPts val="0"/>
              </a:spcBef>
              <a:spcAft>
                <a:spcPts val="0"/>
              </a:spcAft>
              <a:buSzPts val="800"/>
              <a:buChar char="○"/>
            </a:pPr>
            <a:r>
              <a:rPr lang="en" sz="1100"/>
              <a:t>What is your approach in learning new technologies?</a:t>
            </a:r>
            <a:endParaRPr sz="1100"/>
          </a:p>
          <a:p>
            <a:pPr indent="-279400" lvl="1" marL="914400" rtl="0" algn="l">
              <a:lnSpc>
                <a:spcPct val="115000"/>
              </a:lnSpc>
              <a:spcBef>
                <a:spcPts val="0"/>
              </a:spcBef>
              <a:spcAft>
                <a:spcPts val="0"/>
              </a:spcAft>
              <a:buSzPts val="800"/>
              <a:buChar char="○"/>
            </a:pPr>
            <a:r>
              <a:rPr lang="en" sz="1100"/>
              <a:t>Why do you want to work with ISS?</a:t>
            </a:r>
            <a:endParaRPr sz="1100"/>
          </a:p>
          <a:p>
            <a:pPr indent="-279400" lvl="1" marL="914400" rtl="0" algn="l">
              <a:lnSpc>
                <a:spcPct val="115000"/>
              </a:lnSpc>
              <a:spcBef>
                <a:spcPts val="0"/>
              </a:spcBef>
              <a:spcAft>
                <a:spcPts val="0"/>
              </a:spcAft>
              <a:buSzPts val="800"/>
              <a:buChar char="○"/>
            </a:pPr>
            <a:r>
              <a:rPr lang="en" sz="1100"/>
              <a:t>Why don’t you try for further studies considering your academic records and are you planning to go for it in future?</a:t>
            </a:r>
            <a:endParaRPr sz="1100"/>
          </a:p>
          <a:p>
            <a:pPr indent="-279400" lvl="1" marL="914400" rtl="0" algn="l">
              <a:lnSpc>
                <a:spcPct val="115000"/>
              </a:lnSpc>
              <a:spcBef>
                <a:spcPts val="0"/>
              </a:spcBef>
              <a:spcAft>
                <a:spcPts val="0"/>
              </a:spcAft>
              <a:buSzPts val="800"/>
              <a:buChar char="○"/>
            </a:pPr>
            <a:r>
              <a:rPr lang="en" sz="1100"/>
              <a:t>As you have worked on some particular tech stacks in your projects, will you have any problem with working on other similar stacks?</a:t>
            </a:r>
            <a:endParaRPr sz="1100"/>
          </a:p>
          <a:p>
            <a:pPr indent="-279400" lvl="1" marL="914400" rtl="0" algn="l">
              <a:lnSpc>
                <a:spcPct val="115000"/>
              </a:lnSpc>
              <a:spcBef>
                <a:spcPts val="0"/>
              </a:spcBef>
              <a:spcAft>
                <a:spcPts val="0"/>
              </a:spcAft>
              <a:buSzPts val="800"/>
              <a:buChar char="○"/>
            </a:pPr>
            <a:r>
              <a:rPr lang="en" sz="1100"/>
              <a:t>As you have mentioned reading as one of your hobbies in your resume, which is your all time favourite book and why is that so?</a:t>
            </a:r>
            <a:endParaRPr sz="1100"/>
          </a:p>
          <a:p>
            <a:pPr indent="-279400" lvl="1" marL="914400" rtl="0" algn="l">
              <a:lnSpc>
                <a:spcPct val="115000"/>
              </a:lnSpc>
              <a:spcBef>
                <a:spcPts val="0"/>
              </a:spcBef>
              <a:spcAft>
                <a:spcPts val="0"/>
              </a:spcAft>
              <a:buSzPts val="800"/>
              <a:buChar char="○"/>
            </a:pPr>
            <a:r>
              <a:rPr lang="en" sz="1100"/>
              <a:t>Why have you not tried for industrial internships? </a:t>
            </a:r>
            <a:endParaRPr sz="1100"/>
          </a:p>
          <a:p>
            <a:pPr indent="-279400" lvl="1" marL="914400" rtl="0" algn="l">
              <a:lnSpc>
                <a:spcPct val="115000"/>
              </a:lnSpc>
              <a:spcBef>
                <a:spcPts val="0"/>
              </a:spcBef>
              <a:spcAft>
                <a:spcPts val="0"/>
              </a:spcAft>
              <a:buSzPts val="800"/>
              <a:buChar char="○"/>
            </a:pPr>
            <a:r>
              <a:rPr lang="en" sz="1100"/>
              <a:t>How was the aptitude test? Would you have solved more questions given extra time?</a:t>
            </a:r>
            <a:endParaRPr sz="1100"/>
          </a:p>
          <a:p>
            <a:pPr indent="-279400" lvl="1" marL="914400" rtl="0" algn="l">
              <a:lnSpc>
                <a:spcPct val="115000"/>
              </a:lnSpc>
              <a:spcBef>
                <a:spcPts val="0"/>
              </a:spcBef>
              <a:spcAft>
                <a:spcPts val="0"/>
              </a:spcAft>
              <a:buSzPts val="800"/>
              <a:buChar char="○"/>
            </a:pPr>
            <a:r>
              <a:rPr lang="en" sz="1100"/>
              <a:t>What are your strengths and weaknesses?</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2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38000"/>
              </a:lnSpc>
              <a:spcBef>
                <a:spcPts val="0"/>
              </a:spcBef>
              <a:spcAft>
                <a:spcPts val="0"/>
              </a:spcAft>
              <a:buSzPts val="2400"/>
              <a:buNone/>
            </a:pPr>
            <a:r>
              <a:rPr lang="en">
                <a:solidFill>
                  <a:srgbClr val="FFFFFF"/>
                </a:solidFill>
                <a:latin typeface="Arial"/>
                <a:ea typeface="Arial"/>
                <a:cs typeface="Arial"/>
                <a:sym typeface="Arial"/>
              </a:rPr>
              <a:t>Experience of Ajay Nair (Gen App Dev Role)</a:t>
            </a:r>
            <a:endParaRPr>
              <a:solidFill>
                <a:srgbClr val="FFFFFF"/>
              </a:solidFill>
              <a:latin typeface="Arial"/>
              <a:ea typeface="Arial"/>
              <a:cs typeface="Arial"/>
              <a:sym typeface="Arial"/>
            </a:endParaRPr>
          </a:p>
          <a:p>
            <a:pPr indent="0" lvl="0" marL="0" rtl="0" algn="l">
              <a:lnSpc>
                <a:spcPct val="115000"/>
              </a:lnSpc>
              <a:spcBef>
                <a:spcPts val="1600"/>
              </a:spcBef>
              <a:spcAft>
                <a:spcPts val="0"/>
              </a:spcAft>
              <a:buSzPts val="2400"/>
              <a:buNone/>
            </a:pPr>
            <a:r>
              <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2400"/>
              <a:buNone/>
            </a:pPr>
            <a:r>
              <a:t/>
            </a:r>
            <a:endParaRPr/>
          </a:p>
        </p:txBody>
      </p:sp>
      <p:sp>
        <p:nvSpPr>
          <p:cNvPr id="573" name="Google Shape;573;p23"/>
          <p:cNvSpPr txBox="1"/>
          <p:nvPr>
            <p:ph idx="1" type="body"/>
          </p:nvPr>
        </p:nvSpPr>
        <p:spPr>
          <a:xfrm>
            <a:off x="1199425" y="1009075"/>
            <a:ext cx="7038900" cy="345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t/>
            </a:r>
            <a:endParaRPr sz="1300"/>
          </a:p>
          <a:p>
            <a:pPr indent="-279400" lvl="0" marL="457200" rtl="0" algn="l">
              <a:lnSpc>
                <a:spcPct val="115000"/>
              </a:lnSpc>
              <a:spcBef>
                <a:spcPts val="0"/>
              </a:spcBef>
              <a:spcAft>
                <a:spcPts val="0"/>
              </a:spcAft>
              <a:buSzPts val="800"/>
              <a:buChar char="●"/>
            </a:pPr>
            <a:r>
              <a:rPr lang="en" sz="1300"/>
              <a:t>Lastly, ask some questions to them while leaving. Please don’t ask anything that has already been mentioned in the pre-placement talk. One of the questions I asked was: How’s your typical day in ISS?</a:t>
            </a:r>
            <a:endParaRPr sz="1300"/>
          </a:p>
          <a:p>
            <a:pPr indent="-279400" lvl="0" marL="457200" rtl="0" algn="l">
              <a:lnSpc>
                <a:spcPct val="115000"/>
              </a:lnSpc>
              <a:spcBef>
                <a:spcPts val="0"/>
              </a:spcBef>
              <a:spcAft>
                <a:spcPts val="0"/>
              </a:spcAft>
              <a:buSzPts val="800"/>
              <a:buChar char="●"/>
            </a:pPr>
            <a:r>
              <a:rPr lang="en" sz="1300"/>
              <a:t>Just be yourself and keep calm while answering all their questions.</a:t>
            </a:r>
            <a:endParaRPr sz="1300"/>
          </a:p>
          <a:p>
            <a:pPr indent="-279400" lvl="0" marL="457200" rtl="0" algn="l">
              <a:lnSpc>
                <a:spcPct val="115000"/>
              </a:lnSpc>
              <a:spcBef>
                <a:spcPts val="0"/>
              </a:spcBef>
              <a:spcAft>
                <a:spcPts val="0"/>
              </a:spcAft>
              <a:buSzPts val="800"/>
              <a:buChar char="●"/>
            </a:pPr>
            <a:r>
              <a:rPr lang="en" sz="1300"/>
              <a:t>Mention only those things in resume which you know and can answer truthfully.</a:t>
            </a:r>
            <a:endParaRPr sz="1300"/>
          </a:p>
          <a:p>
            <a:pPr indent="-279400" lvl="0" marL="457200" rtl="0" algn="l">
              <a:lnSpc>
                <a:spcPct val="115000"/>
              </a:lnSpc>
              <a:spcBef>
                <a:spcPts val="0"/>
              </a:spcBef>
              <a:spcAft>
                <a:spcPts val="0"/>
              </a:spcAft>
              <a:buSzPts val="800"/>
              <a:buChar char="●"/>
            </a:pPr>
            <a:r>
              <a:rPr lang="en" sz="1300"/>
              <a:t>Perform 2-3 decent projects so that you can mention it in your resume and can answer any questions asked on them.</a:t>
            </a:r>
            <a:endParaRPr sz="1300"/>
          </a:p>
          <a:p>
            <a:pPr indent="-279400" lvl="0" marL="457200" rtl="0" algn="l">
              <a:lnSpc>
                <a:spcPct val="115000"/>
              </a:lnSpc>
              <a:spcBef>
                <a:spcPts val="0"/>
              </a:spcBef>
              <a:spcAft>
                <a:spcPts val="0"/>
              </a:spcAft>
              <a:buSzPts val="800"/>
              <a:buChar char="●"/>
            </a:pPr>
            <a:r>
              <a:rPr lang="en" sz="1300"/>
              <a:t>Practice DSA and CP questions from GFG Practice, Leetcode, Codechef  and other websites of easy to moderate level.</a:t>
            </a:r>
            <a:endParaRPr sz="1300"/>
          </a:p>
          <a:p>
            <a:pPr indent="-279400" lvl="0" marL="457200" rtl="0" algn="l">
              <a:lnSpc>
                <a:spcPct val="115000"/>
              </a:lnSpc>
              <a:spcBef>
                <a:spcPts val="0"/>
              </a:spcBef>
              <a:spcAft>
                <a:spcPts val="0"/>
              </a:spcAft>
              <a:buSzPts val="800"/>
              <a:buChar char="●"/>
            </a:pPr>
            <a:r>
              <a:rPr lang="en" sz="1300"/>
              <a:t>Practice aptitude questions from IndiaBix. Focus on Java collections and data structures. Also prepare for technical questions on Python and SQL.</a:t>
            </a:r>
            <a:endParaRPr sz="1300"/>
          </a:p>
          <a:p>
            <a:pPr indent="-279400" lvl="0" marL="457200" rtl="0" algn="l">
              <a:lnSpc>
                <a:spcPct val="115000"/>
              </a:lnSpc>
              <a:spcBef>
                <a:spcPts val="0"/>
              </a:spcBef>
              <a:spcAft>
                <a:spcPts val="0"/>
              </a:spcAft>
              <a:buSzPts val="800"/>
              <a:buChar char="●"/>
            </a:pPr>
            <a:r>
              <a:rPr lang="en" sz="1300"/>
              <a:t>If you are working on a solution, keep talking to the interviewers about your thought process. You can also draw or write your logic on a paper while explaining.</a:t>
            </a:r>
            <a:endParaRPr sz="1300"/>
          </a:p>
          <a:p>
            <a:pPr indent="-279400" lvl="0" marL="457200" rtl="0" algn="l">
              <a:lnSpc>
                <a:spcPct val="115000"/>
              </a:lnSpc>
              <a:spcBef>
                <a:spcPts val="0"/>
              </a:spcBef>
              <a:spcAft>
                <a:spcPts val="0"/>
              </a:spcAft>
              <a:buSzPts val="800"/>
              <a:buChar char="●"/>
            </a:pPr>
            <a:r>
              <a:rPr lang="en" sz="1300"/>
              <a:t>Remember that interview is not a viva exam in which you need to know answers to everything. You can politely tell them if you don’t have an answer and also mention your willingness to learn about it.</a:t>
            </a:r>
            <a:endParaRPr sz="13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2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Some additional points</a:t>
            </a:r>
            <a:endParaRPr/>
          </a:p>
        </p:txBody>
      </p:sp>
      <p:sp>
        <p:nvSpPr>
          <p:cNvPr id="579" name="Google Shape;579;p24"/>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Importance of JAVA</a:t>
            </a:r>
            <a:endParaRPr/>
          </a:p>
          <a:p>
            <a:pPr indent="-311150" lvl="0" marL="457200" rtl="0" algn="l">
              <a:lnSpc>
                <a:spcPct val="115000"/>
              </a:lnSpc>
              <a:spcBef>
                <a:spcPts val="0"/>
              </a:spcBef>
              <a:spcAft>
                <a:spcPts val="0"/>
              </a:spcAft>
              <a:buSzPts val="1300"/>
              <a:buChar char="●"/>
            </a:pPr>
            <a:r>
              <a:rPr lang="en"/>
              <a:t>Know yourself</a:t>
            </a:r>
            <a:endParaRPr/>
          </a:p>
          <a:p>
            <a:pPr indent="-311150" lvl="0" marL="457200" rtl="0" algn="l">
              <a:lnSpc>
                <a:spcPct val="115000"/>
              </a:lnSpc>
              <a:spcBef>
                <a:spcPts val="0"/>
              </a:spcBef>
              <a:spcAft>
                <a:spcPts val="0"/>
              </a:spcAft>
              <a:buSzPts val="1300"/>
              <a:buChar char="●"/>
            </a:pPr>
            <a:r>
              <a:rPr lang="en"/>
              <a:t>Read the job description properly</a:t>
            </a:r>
            <a:endParaRPr/>
          </a:p>
          <a:p>
            <a:pPr indent="-311150" lvl="0" marL="457200" rtl="0" algn="l">
              <a:lnSpc>
                <a:spcPct val="115000"/>
              </a:lnSpc>
              <a:spcBef>
                <a:spcPts val="0"/>
              </a:spcBef>
              <a:spcAft>
                <a:spcPts val="0"/>
              </a:spcAft>
              <a:buSzPts val="1300"/>
              <a:buChar char="●"/>
            </a:pPr>
            <a:r>
              <a:rPr lang="en"/>
              <a:t>PPT (Pre Placement Talk)  is the most important part of the process</a:t>
            </a:r>
            <a:endParaRPr/>
          </a:p>
          <a:p>
            <a:pPr indent="-311150" lvl="0" marL="457200" rtl="0" algn="l">
              <a:lnSpc>
                <a:spcPct val="115000"/>
              </a:lnSpc>
              <a:spcBef>
                <a:spcPts val="0"/>
              </a:spcBef>
              <a:spcAft>
                <a:spcPts val="0"/>
              </a:spcAft>
              <a:buSzPts val="1300"/>
              <a:buChar char="●"/>
            </a:pPr>
            <a:r>
              <a:rPr lang="en"/>
              <a:t>First round is the most important part of the process.</a:t>
            </a:r>
            <a:endParaRPr/>
          </a:p>
          <a:p>
            <a:pPr indent="-311150" lvl="0" marL="457200" rtl="0" algn="l">
              <a:lnSpc>
                <a:spcPct val="115000"/>
              </a:lnSpc>
              <a:spcBef>
                <a:spcPts val="0"/>
              </a:spcBef>
              <a:spcAft>
                <a:spcPts val="0"/>
              </a:spcAft>
              <a:buSzPts val="1300"/>
              <a:buChar char="●"/>
            </a:pPr>
            <a:r>
              <a:rPr lang="en"/>
              <a:t>Fill the registration form in the given deadline</a:t>
            </a:r>
            <a:endParaRPr/>
          </a:p>
          <a:p>
            <a:pPr indent="-311150" lvl="0" marL="457200" rtl="0" algn="l">
              <a:lnSpc>
                <a:spcPct val="115000"/>
              </a:lnSpc>
              <a:spcBef>
                <a:spcPts val="0"/>
              </a:spcBef>
              <a:spcAft>
                <a:spcPts val="0"/>
              </a:spcAft>
              <a:buSzPts val="1300"/>
              <a:buChar char="●"/>
            </a:pPr>
            <a:r>
              <a:rPr lang="en"/>
              <a:t>Do not lie.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2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Contact</a:t>
            </a:r>
            <a:endParaRPr/>
          </a:p>
        </p:txBody>
      </p:sp>
      <p:sp>
        <p:nvSpPr>
          <p:cNvPr id="585" name="Google Shape;585;p2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latin typeface="Calibri"/>
                <a:ea typeface="Calibri"/>
                <a:cs typeface="Calibri"/>
                <a:sym typeface="Calibri"/>
              </a:rPr>
              <a:t>You can contact us for any queries or doubts.</a:t>
            </a:r>
            <a:endParaRPr sz="2000">
              <a:latin typeface="Calibri"/>
              <a:ea typeface="Calibri"/>
              <a:cs typeface="Calibri"/>
              <a:sym typeface="Calibri"/>
            </a:endParaRPr>
          </a:p>
          <a:p>
            <a:pPr indent="-355600" lvl="0" marL="457200" rtl="0" algn="l">
              <a:lnSpc>
                <a:spcPct val="100000"/>
              </a:lnSpc>
              <a:spcBef>
                <a:spcPts val="0"/>
              </a:spcBef>
              <a:spcAft>
                <a:spcPts val="0"/>
              </a:spcAft>
              <a:buSzPts val="2000"/>
              <a:buFont typeface="Calibri"/>
              <a:buChar char="●"/>
            </a:pPr>
            <a:r>
              <a:rPr lang="en" sz="2000">
                <a:latin typeface="Calibri"/>
                <a:ea typeface="Calibri"/>
                <a:cs typeface="Calibri"/>
                <a:sym typeface="Calibri"/>
              </a:rPr>
              <a:t>Tejas Gala: 9892609892</a:t>
            </a:r>
            <a:r>
              <a:rPr lang="en" sz="2000">
                <a:latin typeface="Calibri"/>
                <a:ea typeface="Calibri"/>
                <a:cs typeface="Calibri"/>
                <a:sym typeface="Calibri"/>
              </a:rPr>
              <a:t> </a:t>
            </a:r>
            <a:endParaRPr sz="2000">
              <a:latin typeface="Calibri"/>
              <a:ea typeface="Calibri"/>
              <a:cs typeface="Calibri"/>
              <a:sym typeface="Calibri"/>
            </a:endParaRPr>
          </a:p>
          <a:p>
            <a:pPr indent="-355600" lvl="0" marL="457200" rtl="0" algn="l">
              <a:lnSpc>
                <a:spcPct val="100000"/>
              </a:lnSpc>
              <a:spcBef>
                <a:spcPts val="0"/>
              </a:spcBef>
              <a:spcAft>
                <a:spcPts val="0"/>
              </a:spcAft>
              <a:buSzPts val="2000"/>
              <a:buFont typeface="Calibri"/>
              <a:buChar char="●"/>
            </a:pPr>
            <a:r>
              <a:rPr lang="en" sz="2000">
                <a:latin typeface="Calibri"/>
                <a:ea typeface="Calibri"/>
                <a:cs typeface="Calibri"/>
                <a:sym typeface="Calibri"/>
              </a:rPr>
              <a:t>Pranav Chaturvedi : </a:t>
            </a:r>
            <a:r>
              <a:rPr lang="en" sz="2000" u="sng">
                <a:solidFill>
                  <a:schemeClr val="hlink"/>
                </a:solidFill>
                <a:latin typeface="Calibri"/>
                <a:ea typeface="Calibri"/>
                <a:cs typeface="Calibri"/>
                <a:sym typeface="Calibri"/>
                <a:hlinkClick r:id="rId3"/>
              </a:rPr>
              <a:t>2019pranav.chaturvedi@ves.ac.in</a:t>
            </a:r>
            <a:endParaRPr sz="2000">
              <a:latin typeface="Calibri"/>
              <a:ea typeface="Calibri"/>
              <a:cs typeface="Calibri"/>
              <a:sym typeface="Calibri"/>
            </a:endParaRPr>
          </a:p>
          <a:p>
            <a:pPr indent="-355600" lvl="0" marL="457200" rtl="0" algn="l">
              <a:lnSpc>
                <a:spcPct val="100000"/>
              </a:lnSpc>
              <a:spcBef>
                <a:spcPts val="0"/>
              </a:spcBef>
              <a:spcAft>
                <a:spcPts val="0"/>
              </a:spcAft>
              <a:buSzPts val="2000"/>
              <a:buFont typeface="Calibri"/>
              <a:buChar char="●"/>
            </a:pPr>
            <a:r>
              <a:rPr lang="en" sz="2000">
                <a:latin typeface="Calibri"/>
                <a:ea typeface="Calibri"/>
                <a:cs typeface="Calibri"/>
                <a:sym typeface="Calibri"/>
              </a:rPr>
              <a:t>Ajay Nair: </a:t>
            </a:r>
            <a:r>
              <a:rPr lang="en" sz="2000" u="sng">
                <a:latin typeface="Calibri"/>
                <a:ea typeface="Calibri"/>
                <a:cs typeface="Calibri"/>
                <a:sym typeface="Calibri"/>
              </a:rPr>
              <a:t>2019ajay.nair@ves.ac.in</a:t>
            </a:r>
            <a:endParaRPr sz="2000" u="sng">
              <a:latin typeface="Calibri"/>
              <a:ea typeface="Calibri"/>
              <a:cs typeface="Calibri"/>
              <a:sym typeface="Calibri"/>
            </a:endParaRPr>
          </a:p>
          <a:p>
            <a:pPr indent="457200" lvl="0" marL="0" rtl="0" algn="l">
              <a:lnSpc>
                <a:spcPct val="100000"/>
              </a:lnSpc>
              <a:spcBef>
                <a:spcPts val="0"/>
              </a:spcBef>
              <a:spcAft>
                <a:spcPts val="0"/>
              </a:spcAft>
              <a:buSzPts val="1300"/>
              <a:buNone/>
            </a:pPr>
            <a:r>
              <a:t/>
            </a:r>
            <a:endParaRPr sz="2000">
              <a:latin typeface="Calibri"/>
              <a:ea typeface="Calibri"/>
              <a:cs typeface="Calibri"/>
              <a:sym typeface="Calibri"/>
            </a:endParaRPr>
          </a:p>
          <a:p>
            <a:pPr indent="0" lvl="0" marL="0" rtl="0" algn="l">
              <a:lnSpc>
                <a:spcPct val="100000"/>
              </a:lnSpc>
              <a:spcBef>
                <a:spcPts val="0"/>
              </a:spcBef>
              <a:spcAft>
                <a:spcPts val="0"/>
              </a:spcAft>
              <a:buClr>
                <a:srgbClr val="000000"/>
              </a:buClr>
              <a:buSzPts val="1300"/>
              <a:buFont typeface="Arial"/>
              <a:buNone/>
            </a:pPr>
            <a:r>
              <a:rPr lang="en" sz="2000">
                <a:latin typeface="Calibri"/>
                <a:ea typeface="Calibri"/>
                <a:cs typeface="Calibri"/>
                <a:sym typeface="Calibri"/>
              </a:rPr>
              <a:t>	</a:t>
            </a:r>
            <a:endParaRPr sz="2000">
              <a:latin typeface="Calibri"/>
              <a:ea typeface="Calibri"/>
              <a:cs typeface="Calibri"/>
              <a:sym typeface="Calibri"/>
            </a:endParaRPr>
          </a:p>
          <a:p>
            <a:pPr indent="0" lvl="0" marL="0" rtl="0" algn="l">
              <a:lnSpc>
                <a:spcPct val="100000"/>
              </a:lnSpc>
              <a:spcBef>
                <a:spcPts val="0"/>
              </a:spcBef>
              <a:spcAft>
                <a:spcPts val="0"/>
              </a:spcAft>
              <a:buClr>
                <a:srgbClr val="000000"/>
              </a:buClr>
              <a:buSzPts val="1300"/>
              <a:buFont typeface="Arial"/>
              <a:buNone/>
            </a:pPr>
            <a:r>
              <a:t/>
            </a:r>
            <a:endParaRPr sz="20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