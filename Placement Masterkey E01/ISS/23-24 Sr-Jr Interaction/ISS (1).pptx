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1" r:id="rId5"/>
    <p:sldMasterId id="2147483694" r:id="rId6"/>
    <p:sldMasterId id="214748371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y="5143500" cx="9144000"/>
  <p:notesSz cx="6858000" cy="9144000"/>
  <p:embeddedFontLst>
    <p:embeddedFont>
      <p:font typeface="Advent Pro SemiBold"/>
      <p:regular r:id="rId33"/>
      <p:bold r:id="rId34"/>
      <p:italic r:id="rId35"/>
      <p:boldItalic r:id="rId36"/>
    </p:embeddedFont>
    <p:embeddedFont>
      <p:font typeface="Lato"/>
      <p:regular r:id="rId37"/>
      <p:bold r:id="rId38"/>
      <p:italic r:id="rId39"/>
      <p:boldItalic r:id="rId40"/>
    </p:embeddedFont>
    <p:embeddedFont>
      <p:font typeface="Montserrat"/>
      <p:regular r:id="rId41"/>
      <p:bold r:id="rId42"/>
      <p:italic r:id="rId43"/>
      <p:boldItalic r:id="rId44"/>
    </p:embeddedFont>
    <p:embeddedFont>
      <p:font typeface="Fira Sans Extra Condensed Medium"/>
      <p:regular r:id="rId45"/>
      <p:bold r:id="rId46"/>
      <p:italic r:id="rId47"/>
      <p:boldItalic r:id="rId48"/>
    </p:embeddedFont>
    <p:embeddedFont>
      <p:font typeface="Fira Sans Condensed Medium"/>
      <p:regular r:id="rId49"/>
      <p:bold r:id="rId50"/>
      <p:italic r:id="rId51"/>
      <p:boldItalic r:id="rId52"/>
    </p:embeddedFont>
    <p:embeddedFont>
      <p:font typeface="Maven Pro"/>
      <p:regular r:id="rId53"/>
      <p:bold r:id="rId54"/>
    </p:embeddedFont>
    <p:embeddedFont>
      <p:font typeface="Share Tech"/>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6" roundtripDataSignature="AMtx7mjWd2RwY0Ji2F+jSs+kk2BiiUJ/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42" Type="http://schemas.openxmlformats.org/officeDocument/2006/relationships/font" Target="fonts/Montserrat-bold.fntdata"/><Relationship Id="rId41" Type="http://schemas.openxmlformats.org/officeDocument/2006/relationships/font" Target="fonts/Montserrat-regular.fntdata"/><Relationship Id="rId44" Type="http://schemas.openxmlformats.org/officeDocument/2006/relationships/font" Target="fonts/Montserrat-boldItalic.fntdata"/><Relationship Id="rId43" Type="http://schemas.openxmlformats.org/officeDocument/2006/relationships/font" Target="fonts/Montserrat-italic.fntdata"/><Relationship Id="rId46" Type="http://schemas.openxmlformats.org/officeDocument/2006/relationships/font" Target="fonts/FiraSansExtraCondensedMedium-bold.fntdata"/><Relationship Id="rId45" Type="http://schemas.openxmlformats.org/officeDocument/2006/relationships/font" Target="fonts/FiraSansExtraCondensed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FiraSansExtraCondensedMedium-boldItalic.fntdata"/><Relationship Id="rId47" Type="http://schemas.openxmlformats.org/officeDocument/2006/relationships/font" Target="fonts/FiraSansExtraCondensedMedium-italic.fntdata"/><Relationship Id="rId49" Type="http://schemas.openxmlformats.org/officeDocument/2006/relationships/font" Target="fonts/FiraSansCondensedMedium-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font" Target="fonts/AdventProSemiBold-regular.fntdata"/><Relationship Id="rId32" Type="http://schemas.openxmlformats.org/officeDocument/2006/relationships/slide" Target="slides/slide24.xml"/><Relationship Id="rId35" Type="http://schemas.openxmlformats.org/officeDocument/2006/relationships/font" Target="fonts/AdventProSemiBold-italic.fntdata"/><Relationship Id="rId34" Type="http://schemas.openxmlformats.org/officeDocument/2006/relationships/font" Target="fonts/AdventProSemiBold-bold.fntdata"/><Relationship Id="rId37" Type="http://schemas.openxmlformats.org/officeDocument/2006/relationships/font" Target="fonts/Lato-regular.fntdata"/><Relationship Id="rId36" Type="http://schemas.openxmlformats.org/officeDocument/2006/relationships/font" Target="fonts/AdventProSemiBold-boldItalic.fntdata"/><Relationship Id="rId39" Type="http://schemas.openxmlformats.org/officeDocument/2006/relationships/font" Target="fonts/Lato-italic.fntdata"/><Relationship Id="rId38" Type="http://schemas.openxmlformats.org/officeDocument/2006/relationships/font" Target="fonts/Lato-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FiraSansCondensedMedium-italic.fntdata"/><Relationship Id="rId50" Type="http://schemas.openxmlformats.org/officeDocument/2006/relationships/font" Target="fonts/FiraSansCondensedMedium-bold.fntdata"/><Relationship Id="rId53" Type="http://schemas.openxmlformats.org/officeDocument/2006/relationships/font" Target="fonts/MavenPro-regular.fntdata"/><Relationship Id="rId52" Type="http://schemas.openxmlformats.org/officeDocument/2006/relationships/font" Target="fonts/FiraSansCondensedMedium-boldItalic.fntdata"/><Relationship Id="rId11" Type="http://schemas.openxmlformats.org/officeDocument/2006/relationships/slide" Target="slides/slide3.xml"/><Relationship Id="rId55" Type="http://schemas.openxmlformats.org/officeDocument/2006/relationships/font" Target="fonts/ShareTech-regular.fntdata"/><Relationship Id="rId10" Type="http://schemas.openxmlformats.org/officeDocument/2006/relationships/slide" Target="slides/slide2.xml"/><Relationship Id="rId54" Type="http://schemas.openxmlformats.org/officeDocument/2006/relationships/font" Target="fonts/MavenPro-bold.fntdata"/><Relationship Id="rId13" Type="http://schemas.openxmlformats.org/officeDocument/2006/relationships/slide" Target="slides/slide5.xml"/><Relationship Id="rId12" Type="http://schemas.openxmlformats.org/officeDocument/2006/relationships/slide" Target="slides/slide4.xml"/><Relationship Id="rId56" Type="http://customschemas.google.com/relationships/presentationmetadata" Target="meta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9" name="Google Shape;171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2669109b303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8" name="Google Shape;1728;g2669109b303_0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669109b303_0_1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4" name="Google Shape;1734;g2669109b303_0_1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g2669109b303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0" name="Google Shape;1740;g2669109b303_0_1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2669109b303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6" name="Google Shape;1746;g2669109b303_0_1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2669109b303_0_2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2669109b303_0_2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2669109b303_0_2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7" name="Google Shape;1757;g2669109b303_0_2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2669109b303_0_2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2669109b303_0_2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g2669109b303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8" name="Google Shape;1768;g2669109b303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g2669109b303_0_2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4" name="Google Shape;1774;g2669109b303_0_2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2b39ddb75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2b39ddb75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g2b39ddb754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6" name="Google Shape;1786;g2b39ddb754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g2669109b303_0_2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3" name="Google Shape;1793;g2669109b303_0_2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2669109b303_0_2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9" name="Google Shape;1799;g2669109b303_0_2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2669109b303_0_2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2669109b303_0_2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2669109b303_0_2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2669109b303_0_2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g2669109b303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7" name="Google Shape;1817;g2669109b303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2669109b303_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2669109b303_6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g2669109b303_0_2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9" name="Google Shape;1829;g2669109b303_0_2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2669109b303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2669109b303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2669109b303_0_2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0" name="Google Shape;1840;g2669109b303_0_2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g2669109b303_0_2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6" name="Google Shape;1846;g2669109b303_0_2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g2669109b303_0_2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2" name="Google Shape;1852;g2669109b303_0_2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2b3d6362d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g2b3d6362d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0"/>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30"/>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30"/>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0"/>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0"/>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30"/>
          <p:cNvGrpSpPr/>
          <p:nvPr/>
        </p:nvGrpSpPr>
        <p:grpSpPr>
          <a:xfrm>
            <a:off x="8263682" y="-434366"/>
            <a:ext cx="188886" cy="1181532"/>
            <a:chOff x="2877432" y="975334"/>
            <a:chExt cx="188886" cy="1181532"/>
          </a:xfrm>
        </p:grpSpPr>
        <p:sp>
          <p:nvSpPr>
            <p:cNvPr id="18" name="Google Shape;18;p3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3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30"/>
          <p:cNvGrpSpPr/>
          <p:nvPr/>
        </p:nvGrpSpPr>
        <p:grpSpPr>
          <a:xfrm>
            <a:off x="3090746" y="-533657"/>
            <a:ext cx="98059" cy="1147595"/>
            <a:chOff x="3347921" y="16006"/>
            <a:chExt cx="98059" cy="1147595"/>
          </a:xfrm>
        </p:grpSpPr>
        <p:sp>
          <p:nvSpPr>
            <p:cNvPr id="23" name="Google Shape;23;p3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30"/>
          <p:cNvGrpSpPr/>
          <p:nvPr/>
        </p:nvGrpSpPr>
        <p:grpSpPr>
          <a:xfrm>
            <a:off x="4892771" y="-340112"/>
            <a:ext cx="121172" cy="760495"/>
            <a:chOff x="5245196" y="3136513"/>
            <a:chExt cx="121172" cy="760495"/>
          </a:xfrm>
        </p:grpSpPr>
        <p:sp>
          <p:nvSpPr>
            <p:cNvPr id="26" name="Google Shape;26;p3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30"/>
          <p:cNvGrpSpPr/>
          <p:nvPr/>
        </p:nvGrpSpPr>
        <p:grpSpPr>
          <a:xfrm>
            <a:off x="250617" y="2402301"/>
            <a:ext cx="188650" cy="2468355"/>
            <a:chOff x="250617" y="2402301"/>
            <a:chExt cx="188650" cy="2468355"/>
          </a:xfrm>
        </p:grpSpPr>
        <p:sp>
          <p:nvSpPr>
            <p:cNvPr id="29" name="Google Shape;29;p3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30"/>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30"/>
          <p:cNvGrpSpPr/>
          <p:nvPr/>
        </p:nvGrpSpPr>
        <p:grpSpPr>
          <a:xfrm>
            <a:off x="2038689" y="173907"/>
            <a:ext cx="57599" cy="831799"/>
            <a:chOff x="2038689" y="173907"/>
            <a:chExt cx="57599" cy="831799"/>
          </a:xfrm>
        </p:grpSpPr>
        <p:sp>
          <p:nvSpPr>
            <p:cNvPr id="36" name="Google Shape;36;p3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8" name="Shape 38"/>
        <p:cNvGrpSpPr/>
        <p:nvPr/>
      </p:nvGrpSpPr>
      <p:grpSpPr>
        <a:xfrm>
          <a:off x="0" y="0"/>
          <a:ext cx="0" cy="0"/>
          <a:chOff x="0" y="0"/>
          <a:chExt cx="0" cy="0"/>
        </a:xfrm>
      </p:grpSpPr>
      <p:grpSp>
        <p:nvGrpSpPr>
          <p:cNvPr id="39" name="Google Shape;39;p31"/>
          <p:cNvGrpSpPr/>
          <p:nvPr/>
        </p:nvGrpSpPr>
        <p:grpSpPr>
          <a:xfrm>
            <a:off x="0" y="381001"/>
            <a:ext cx="1037850" cy="1016288"/>
            <a:chOff x="0" y="381001"/>
            <a:chExt cx="1037850" cy="1016288"/>
          </a:xfrm>
        </p:grpSpPr>
        <p:sp>
          <p:nvSpPr>
            <p:cNvPr id="40" name="Google Shape;40;p3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p3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p3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32"/>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32"/>
          <p:cNvGrpSpPr/>
          <p:nvPr/>
        </p:nvGrpSpPr>
        <p:grpSpPr>
          <a:xfrm>
            <a:off x="8263682" y="-434366"/>
            <a:ext cx="188886" cy="1181532"/>
            <a:chOff x="2877432" y="975334"/>
            <a:chExt cx="188886" cy="1181532"/>
          </a:xfrm>
        </p:grpSpPr>
        <p:sp>
          <p:nvSpPr>
            <p:cNvPr id="49" name="Google Shape;49;p3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3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3" name="Google Shape;53;p32"/>
          <p:cNvGrpSpPr/>
          <p:nvPr/>
        </p:nvGrpSpPr>
        <p:grpSpPr>
          <a:xfrm>
            <a:off x="3643898" y="-436198"/>
            <a:ext cx="133252" cy="1952377"/>
            <a:chOff x="6780548" y="337714"/>
            <a:chExt cx="133252" cy="1952377"/>
          </a:xfrm>
        </p:grpSpPr>
        <p:sp>
          <p:nvSpPr>
            <p:cNvPr id="54" name="Google Shape;54;p32"/>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2"/>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3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2"/>
          <p:cNvGrpSpPr/>
          <p:nvPr/>
        </p:nvGrpSpPr>
        <p:grpSpPr>
          <a:xfrm>
            <a:off x="8008096" y="2108910"/>
            <a:ext cx="199001" cy="2139770"/>
            <a:chOff x="8008096" y="2108910"/>
            <a:chExt cx="199001" cy="2139770"/>
          </a:xfrm>
        </p:grpSpPr>
        <p:sp>
          <p:nvSpPr>
            <p:cNvPr id="58" name="Google Shape;58;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32"/>
          <p:cNvGrpSpPr/>
          <p:nvPr/>
        </p:nvGrpSpPr>
        <p:grpSpPr>
          <a:xfrm>
            <a:off x="520996" y="1091548"/>
            <a:ext cx="199001" cy="2139770"/>
            <a:chOff x="8008096" y="2108910"/>
            <a:chExt cx="199001" cy="2139770"/>
          </a:xfrm>
        </p:grpSpPr>
        <p:sp>
          <p:nvSpPr>
            <p:cNvPr id="61" name="Google Shape;61;p3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32"/>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64" name="Google Shape;64;p32"/>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65" name="Google Shape;65;p32"/>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33"/>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8" name="Google Shape;68;p33"/>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9" name="Google Shape;69;p33"/>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3"/>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3"/>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3"/>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 name="Google Shape;74;p33"/>
          <p:cNvGrpSpPr/>
          <p:nvPr/>
        </p:nvGrpSpPr>
        <p:grpSpPr>
          <a:xfrm>
            <a:off x="8148521" y="3004593"/>
            <a:ext cx="98059" cy="1147595"/>
            <a:chOff x="3347921" y="16006"/>
            <a:chExt cx="98059" cy="1147595"/>
          </a:xfrm>
        </p:grpSpPr>
        <p:sp>
          <p:nvSpPr>
            <p:cNvPr id="75" name="Google Shape;75;p33"/>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33"/>
          <p:cNvGrpSpPr/>
          <p:nvPr/>
        </p:nvGrpSpPr>
        <p:grpSpPr>
          <a:xfrm>
            <a:off x="281421" y="3769263"/>
            <a:ext cx="121172" cy="760495"/>
            <a:chOff x="5245196" y="3136513"/>
            <a:chExt cx="121172" cy="760495"/>
          </a:xfrm>
        </p:grpSpPr>
        <p:sp>
          <p:nvSpPr>
            <p:cNvPr id="78" name="Google Shape;78;p3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33"/>
          <p:cNvGrpSpPr/>
          <p:nvPr/>
        </p:nvGrpSpPr>
        <p:grpSpPr>
          <a:xfrm>
            <a:off x="8534739" y="4069632"/>
            <a:ext cx="57599" cy="831799"/>
            <a:chOff x="2038689" y="173907"/>
            <a:chExt cx="57599" cy="831799"/>
          </a:xfrm>
        </p:grpSpPr>
        <p:sp>
          <p:nvSpPr>
            <p:cNvPr id="81" name="Google Shape;81;p3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 name="Google Shape;83;p33"/>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3"/>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p34"/>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7" name="Google Shape;87;p34"/>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88" name="Google Shape;88;p34"/>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9" name="Google Shape;89;p34"/>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90" name="Google Shape;90;p34"/>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1" name="Google Shape;91;p3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 name="Google Shape;95;p34"/>
          <p:cNvGrpSpPr/>
          <p:nvPr/>
        </p:nvGrpSpPr>
        <p:grpSpPr>
          <a:xfrm>
            <a:off x="6626134" y="-164562"/>
            <a:ext cx="121172" cy="760495"/>
            <a:chOff x="5245196" y="3136513"/>
            <a:chExt cx="121172" cy="760495"/>
          </a:xfrm>
        </p:grpSpPr>
        <p:sp>
          <p:nvSpPr>
            <p:cNvPr id="96" name="Google Shape;96;p3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3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3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35"/>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02" name="Google Shape;102;p3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2" name="Shape 112"/>
        <p:cNvGrpSpPr/>
        <p:nvPr/>
      </p:nvGrpSpPr>
      <p:grpSpPr>
        <a:xfrm>
          <a:off x="0" y="0"/>
          <a:ext cx="0" cy="0"/>
          <a:chOff x="0" y="0"/>
          <a:chExt cx="0" cy="0"/>
        </a:xfrm>
      </p:grpSpPr>
      <p:sp>
        <p:nvSpPr>
          <p:cNvPr id="113" name="Google Shape;113;p36"/>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14" name="Google Shape;114;p36"/>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5" name="Google Shape;115;p3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 name="Google Shape;119;p36"/>
          <p:cNvGrpSpPr/>
          <p:nvPr/>
        </p:nvGrpSpPr>
        <p:grpSpPr>
          <a:xfrm>
            <a:off x="6626134" y="-164562"/>
            <a:ext cx="121172" cy="760495"/>
            <a:chOff x="5245196" y="3136513"/>
            <a:chExt cx="121172" cy="760495"/>
          </a:xfrm>
        </p:grpSpPr>
        <p:sp>
          <p:nvSpPr>
            <p:cNvPr id="120" name="Google Shape;120;p3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2" name="Google Shape;122;p3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 name="Shape 124"/>
        <p:cNvGrpSpPr/>
        <p:nvPr/>
      </p:nvGrpSpPr>
      <p:grpSpPr>
        <a:xfrm>
          <a:off x="0" y="0"/>
          <a:ext cx="0" cy="0"/>
          <a:chOff x="0" y="0"/>
          <a:chExt cx="0" cy="0"/>
        </a:xfrm>
      </p:grpSpPr>
      <p:sp>
        <p:nvSpPr>
          <p:cNvPr id="125" name="Google Shape;125;p37"/>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6" name="Google Shape;126;p37"/>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7"/>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7"/>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7"/>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7"/>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7"/>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37"/>
          <p:cNvGrpSpPr/>
          <p:nvPr/>
        </p:nvGrpSpPr>
        <p:grpSpPr>
          <a:xfrm>
            <a:off x="8263682" y="-434366"/>
            <a:ext cx="188886" cy="1181532"/>
            <a:chOff x="2877432" y="975334"/>
            <a:chExt cx="188886" cy="1181532"/>
          </a:xfrm>
        </p:grpSpPr>
        <p:sp>
          <p:nvSpPr>
            <p:cNvPr id="133" name="Google Shape;133;p3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 name="Google Shape;136;p37"/>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7"/>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7"/>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37"/>
          <p:cNvGrpSpPr/>
          <p:nvPr/>
        </p:nvGrpSpPr>
        <p:grpSpPr>
          <a:xfrm>
            <a:off x="3090746" y="-533657"/>
            <a:ext cx="98059" cy="1147595"/>
            <a:chOff x="3347921" y="16006"/>
            <a:chExt cx="98059" cy="1147595"/>
          </a:xfrm>
        </p:grpSpPr>
        <p:sp>
          <p:nvSpPr>
            <p:cNvPr id="140" name="Google Shape;140;p3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 name="Google Shape;142;p37"/>
          <p:cNvGrpSpPr/>
          <p:nvPr/>
        </p:nvGrpSpPr>
        <p:grpSpPr>
          <a:xfrm>
            <a:off x="4892771" y="-340112"/>
            <a:ext cx="121172" cy="760495"/>
            <a:chOff x="5245196" y="3136513"/>
            <a:chExt cx="121172" cy="760495"/>
          </a:xfrm>
        </p:grpSpPr>
        <p:sp>
          <p:nvSpPr>
            <p:cNvPr id="143" name="Google Shape;143;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p37"/>
          <p:cNvGrpSpPr/>
          <p:nvPr/>
        </p:nvGrpSpPr>
        <p:grpSpPr>
          <a:xfrm>
            <a:off x="6967836" y="85439"/>
            <a:ext cx="133252" cy="1952377"/>
            <a:chOff x="6780548" y="337714"/>
            <a:chExt cx="133252" cy="1952377"/>
          </a:xfrm>
        </p:grpSpPr>
        <p:sp>
          <p:nvSpPr>
            <p:cNvPr id="146" name="Google Shape;146;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 name="Google Shape;148;p37"/>
          <p:cNvGrpSpPr/>
          <p:nvPr/>
        </p:nvGrpSpPr>
        <p:grpSpPr>
          <a:xfrm>
            <a:off x="250617" y="2402301"/>
            <a:ext cx="188650" cy="2468355"/>
            <a:chOff x="250617" y="2402301"/>
            <a:chExt cx="188650" cy="2468355"/>
          </a:xfrm>
        </p:grpSpPr>
        <p:sp>
          <p:nvSpPr>
            <p:cNvPr id="149" name="Google Shape;149;p37"/>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7"/>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7"/>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7"/>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3" name="Google Shape;153;p37"/>
          <p:cNvGrpSpPr/>
          <p:nvPr/>
        </p:nvGrpSpPr>
        <p:grpSpPr>
          <a:xfrm>
            <a:off x="982417" y="1695096"/>
            <a:ext cx="199237" cy="2828935"/>
            <a:chOff x="1608717" y="1280046"/>
            <a:chExt cx="199237" cy="2828935"/>
          </a:xfrm>
        </p:grpSpPr>
        <p:sp>
          <p:nvSpPr>
            <p:cNvPr id="154" name="Google Shape;154;p37"/>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7"/>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7"/>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37"/>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37"/>
          <p:cNvGrpSpPr/>
          <p:nvPr/>
        </p:nvGrpSpPr>
        <p:grpSpPr>
          <a:xfrm>
            <a:off x="2038689" y="173907"/>
            <a:ext cx="57599" cy="831799"/>
            <a:chOff x="2038689" y="173907"/>
            <a:chExt cx="57599" cy="831799"/>
          </a:xfrm>
        </p:grpSpPr>
        <p:sp>
          <p:nvSpPr>
            <p:cNvPr id="159" name="Google Shape;159;p3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7"/>
          <p:cNvGrpSpPr/>
          <p:nvPr/>
        </p:nvGrpSpPr>
        <p:grpSpPr>
          <a:xfrm>
            <a:off x="8008096" y="2108910"/>
            <a:ext cx="199001" cy="2139770"/>
            <a:chOff x="8008096" y="2108910"/>
            <a:chExt cx="199001" cy="2139770"/>
          </a:xfrm>
        </p:grpSpPr>
        <p:sp>
          <p:nvSpPr>
            <p:cNvPr id="162" name="Google Shape;162;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4" name="Google Shape;164;p37"/>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37"/>
          <p:cNvGrpSpPr/>
          <p:nvPr/>
        </p:nvGrpSpPr>
        <p:grpSpPr>
          <a:xfrm>
            <a:off x="4095146" y="-859690"/>
            <a:ext cx="199001" cy="2139770"/>
            <a:chOff x="8008096" y="2108910"/>
            <a:chExt cx="199001" cy="2139770"/>
          </a:xfrm>
        </p:grpSpPr>
        <p:sp>
          <p:nvSpPr>
            <p:cNvPr id="166" name="Google Shape;166;p37"/>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7"/>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37"/>
          <p:cNvGrpSpPr/>
          <p:nvPr/>
        </p:nvGrpSpPr>
        <p:grpSpPr>
          <a:xfrm>
            <a:off x="6333286" y="3704939"/>
            <a:ext cx="133252" cy="1952377"/>
            <a:chOff x="6780548" y="337714"/>
            <a:chExt cx="133252" cy="1952377"/>
          </a:xfrm>
        </p:grpSpPr>
        <p:sp>
          <p:nvSpPr>
            <p:cNvPr id="169" name="Google Shape;169;p37"/>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7"/>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37"/>
          <p:cNvGrpSpPr/>
          <p:nvPr/>
        </p:nvGrpSpPr>
        <p:grpSpPr>
          <a:xfrm>
            <a:off x="2702021" y="3612763"/>
            <a:ext cx="121172" cy="760495"/>
            <a:chOff x="5245196" y="3136513"/>
            <a:chExt cx="121172" cy="760495"/>
          </a:xfrm>
        </p:grpSpPr>
        <p:sp>
          <p:nvSpPr>
            <p:cNvPr id="172" name="Google Shape;172;p3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4" name="Google Shape;174;p37"/>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7"/>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6" name="Shape 176"/>
        <p:cNvGrpSpPr/>
        <p:nvPr/>
      </p:nvGrpSpPr>
      <p:grpSpPr>
        <a:xfrm>
          <a:off x="0" y="0"/>
          <a:ext cx="0" cy="0"/>
          <a:chOff x="0" y="0"/>
          <a:chExt cx="0" cy="0"/>
        </a:xfrm>
      </p:grpSpPr>
      <p:sp>
        <p:nvSpPr>
          <p:cNvPr id="177" name="Google Shape;177;p3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8" name="Google Shape;178;p3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9" name="Google Shape;179;p3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sp>
        <p:nvSpPr>
          <p:cNvPr id="181" name="Google Shape;181;p39"/>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82" name="Shape 182"/>
        <p:cNvGrpSpPr/>
        <p:nvPr/>
      </p:nvGrpSpPr>
      <p:grpSpPr>
        <a:xfrm>
          <a:off x="0" y="0"/>
          <a:ext cx="0" cy="0"/>
          <a:chOff x="0" y="0"/>
          <a:chExt cx="0" cy="0"/>
        </a:xfrm>
      </p:grpSpPr>
      <p:sp>
        <p:nvSpPr>
          <p:cNvPr id="183" name="Google Shape;183;p40"/>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4" name="Google Shape;184;p40"/>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5" name="Google Shape;185;p40"/>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40"/>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4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0" name="Google Shape;190;p40"/>
          <p:cNvGrpSpPr/>
          <p:nvPr/>
        </p:nvGrpSpPr>
        <p:grpSpPr>
          <a:xfrm>
            <a:off x="8217007" y="3576772"/>
            <a:ext cx="188886" cy="1181532"/>
            <a:chOff x="2877432" y="975334"/>
            <a:chExt cx="188886" cy="1181532"/>
          </a:xfrm>
        </p:grpSpPr>
        <p:sp>
          <p:nvSpPr>
            <p:cNvPr id="191" name="Google Shape;191;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4" name="Google Shape;194;p40"/>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5" name="Google Shape;195;p40"/>
          <p:cNvGrpSpPr/>
          <p:nvPr/>
        </p:nvGrpSpPr>
        <p:grpSpPr>
          <a:xfrm>
            <a:off x="7519346" y="3243318"/>
            <a:ext cx="98059" cy="1147595"/>
            <a:chOff x="3347921" y="16006"/>
            <a:chExt cx="98059" cy="1147595"/>
          </a:xfrm>
        </p:grpSpPr>
        <p:sp>
          <p:nvSpPr>
            <p:cNvPr id="196" name="Google Shape;196;p4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8" name="Google Shape;198;p40"/>
          <p:cNvGrpSpPr/>
          <p:nvPr/>
        </p:nvGrpSpPr>
        <p:grpSpPr>
          <a:xfrm>
            <a:off x="805821" y="2953663"/>
            <a:ext cx="121172" cy="760495"/>
            <a:chOff x="5245196" y="3136513"/>
            <a:chExt cx="121172" cy="760495"/>
          </a:xfrm>
        </p:grpSpPr>
        <p:sp>
          <p:nvSpPr>
            <p:cNvPr id="199" name="Google Shape;199;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40"/>
          <p:cNvGrpSpPr/>
          <p:nvPr/>
        </p:nvGrpSpPr>
        <p:grpSpPr>
          <a:xfrm>
            <a:off x="250617" y="2402301"/>
            <a:ext cx="188650" cy="2468355"/>
            <a:chOff x="250617" y="2402301"/>
            <a:chExt cx="188650" cy="2468355"/>
          </a:xfrm>
        </p:grpSpPr>
        <p:sp>
          <p:nvSpPr>
            <p:cNvPr id="202" name="Google Shape;202;p4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4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6" name="Google Shape;206;p40"/>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8" name="Google Shape;208;p40"/>
          <p:cNvGrpSpPr/>
          <p:nvPr/>
        </p:nvGrpSpPr>
        <p:grpSpPr>
          <a:xfrm>
            <a:off x="2038689" y="173907"/>
            <a:ext cx="57599" cy="831799"/>
            <a:chOff x="2038689" y="173907"/>
            <a:chExt cx="57599" cy="831799"/>
          </a:xfrm>
        </p:grpSpPr>
        <p:sp>
          <p:nvSpPr>
            <p:cNvPr id="209" name="Google Shape;209;p4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p40"/>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2" name="Google Shape;212;p40"/>
          <p:cNvGrpSpPr/>
          <p:nvPr/>
        </p:nvGrpSpPr>
        <p:grpSpPr>
          <a:xfrm>
            <a:off x="4920170" y="-496491"/>
            <a:ext cx="188886" cy="1181532"/>
            <a:chOff x="2877432" y="975334"/>
            <a:chExt cx="188886" cy="1181532"/>
          </a:xfrm>
        </p:grpSpPr>
        <p:sp>
          <p:nvSpPr>
            <p:cNvPr id="213" name="Google Shape;213;p4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6" name="Google Shape;216;p40"/>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 name="Google Shape;217;p40"/>
          <p:cNvGrpSpPr/>
          <p:nvPr/>
        </p:nvGrpSpPr>
        <p:grpSpPr>
          <a:xfrm>
            <a:off x="3030471" y="-223849"/>
            <a:ext cx="121172" cy="760495"/>
            <a:chOff x="5245196" y="3136513"/>
            <a:chExt cx="121172" cy="760495"/>
          </a:xfrm>
        </p:grpSpPr>
        <p:sp>
          <p:nvSpPr>
            <p:cNvPr id="218" name="Google Shape;218;p4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40"/>
          <p:cNvGrpSpPr/>
          <p:nvPr/>
        </p:nvGrpSpPr>
        <p:grpSpPr>
          <a:xfrm>
            <a:off x="2306292" y="2569221"/>
            <a:ext cx="199237" cy="2828935"/>
            <a:chOff x="1608717" y="1280046"/>
            <a:chExt cx="199237" cy="2828935"/>
          </a:xfrm>
        </p:grpSpPr>
        <p:sp>
          <p:nvSpPr>
            <p:cNvPr id="221" name="Google Shape;221;p4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4" name="Shape 224"/>
        <p:cNvGrpSpPr/>
        <p:nvPr/>
      </p:nvGrpSpPr>
      <p:grpSpPr>
        <a:xfrm>
          <a:off x="0" y="0"/>
          <a:ext cx="0" cy="0"/>
          <a:chOff x="0" y="0"/>
          <a:chExt cx="0" cy="0"/>
        </a:xfrm>
      </p:grpSpPr>
      <p:sp>
        <p:nvSpPr>
          <p:cNvPr id="225" name="Google Shape;225;p41"/>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26" name="Google Shape;226;p41"/>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27" name="Google Shape;227;p41"/>
          <p:cNvGrpSpPr/>
          <p:nvPr/>
        </p:nvGrpSpPr>
        <p:grpSpPr>
          <a:xfrm>
            <a:off x="722446" y="3412541"/>
            <a:ext cx="7699120" cy="1883463"/>
            <a:chOff x="4558950" y="838825"/>
            <a:chExt cx="2813800" cy="688350"/>
          </a:xfrm>
        </p:grpSpPr>
        <p:sp>
          <p:nvSpPr>
            <p:cNvPr id="228" name="Google Shape;228;p41"/>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41"/>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1"/>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41"/>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41"/>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41"/>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41"/>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1"/>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1"/>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1"/>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1"/>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1"/>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41"/>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41"/>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1"/>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41"/>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41"/>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1"/>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1"/>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41"/>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41"/>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1"/>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1"/>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41"/>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41"/>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41"/>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41"/>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41"/>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41"/>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1"/>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41"/>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3" name="Shape 263"/>
        <p:cNvGrpSpPr/>
        <p:nvPr/>
      </p:nvGrpSpPr>
      <p:grpSpPr>
        <a:xfrm>
          <a:off x="0" y="0"/>
          <a:ext cx="0" cy="0"/>
          <a:chOff x="0" y="0"/>
          <a:chExt cx="0" cy="0"/>
        </a:xfrm>
      </p:grpSpPr>
      <p:sp>
        <p:nvSpPr>
          <p:cNvPr id="264" name="Google Shape;264;p42"/>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65" name="Google Shape;265;p42"/>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4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4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2"/>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2"/>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2"/>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2"/>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42"/>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77" name="Google Shape;277;p42"/>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78" name="Google Shape;278;p42"/>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9" name="Google Shape;279;p42"/>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80" name="Google Shape;280;p42"/>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1" name="Google Shape;281;p42"/>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82" name="Google Shape;282;p42"/>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83" name="Google Shape;283;p42"/>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84" name="Google Shape;284;p42"/>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85" name="Shape 285"/>
        <p:cNvGrpSpPr/>
        <p:nvPr/>
      </p:nvGrpSpPr>
      <p:grpSpPr>
        <a:xfrm>
          <a:off x="0" y="0"/>
          <a:ext cx="0" cy="0"/>
          <a:chOff x="0" y="0"/>
          <a:chExt cx="0" cy="0"/>
        </a:xfrm>
      </p:grpSpPr>
      <p:sp>
        <p:nvSpPr>
          <p:cNvPr id="286" name="Google Shape;286;p43"/>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7" name="Google Shape;287;p43"/>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88" name="Google Shape;288;p43"/>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9" name="Google Shape;289;p43"/>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290" name="Google Shape;290;p4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4" name="Google Shape;294;p43"/>
          <p:cNvGrpSpPr/>
          <p:nvPr/>
        </p:nvGrpSpPr>
        <p:grpSpPr>
          <a:xfrm>
            <a:off x="6626134" y="-164562"/>
            <a:ext cx="121172" cy="760495"/>
            <a:chOff x="5245196" y="3136513"/>
            <a:chExt cx="121172" cy="760495"/>
          </a:xfrm>
        </p:grpSpPr>
        <p:sp>
          <p:nvSpPr>
            <p:cNvPr id="295" name="Google Shape;295;p4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7" name="Google Shape;297;p4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300" name="Shape 300"/>
        <p:cNvGrpSpPr/>
        <p:nvPr/>
      </p:nvGrpSpPr>
      <p:grpSpPr>
        <a:xfrm>
          <a:off x="0" y="0"/>
          <a:ext cx="0" cy="0"/>
          <a:chOff x="0" y="0"/>
          <a:chExt cx="0" cy="0"/>
        </a:xfrm>
      </p:grpSpPr>
      <p:sp>
        <p:nvSpPr>
          <p:cNvPr id="301" name="Google Shape;301;p4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5" name="Google Shape;305;p44"/>
          <p:cNvGrpSpPr/>
          <p:nvPr/>
        </p:nvGrpSpPr>
        <p:grpSpPr>
          <a:xfrm>
            <a:off x="6626134" y="-164562"/>
            <a:ext cx="121172" cy="760495"/>
            <a:chOff x="5245196" y="3136513"/>
            <a:chExt cx="121172" cy="760495"/>
          </a:xfrm>
        </p:grpSpPr>
        <p:sp>
          <p:nvSpPr>
            <p:cNvPr id="306" name="Google Shape;306;p4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4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4"/>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1" name="Google Shape;311;p44"/>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2" name="Google Shape;312;p44"/>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3" name="Google Shape;313;p44"/>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4" name="Google Shape;314;p44"/>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5" name="Google Shape;315;p44"/>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6" name="Google Shape;316;p44"/>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7" name="Shape 317"/>
        <p:cNvGrpSpPr/>
        <p:nvPr/>
      </p:nvGrpSpPr>
      <p:grpSpPr>
        <a:xfrm>
          <a:off x="0" y="0"/>
          <a:ext cx="0" cy="0"/>
          <a:chOff x="0" y="0"/>
          <a:chExt cx="0" cy="0"/>
        </a:xfrm>
      </p:grpSpPr>
      <p:sp>
        <p:nvSpPr>
          <p:cNvPr id="318" name="Google Shape;318;p45"/>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45"/>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45"/>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45"/>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45"/>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45"/>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45"/>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5" name="Google Shape;325;p45"/>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6" name="Google Shape;326;p45"/>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7" name="Google Shape;327;p45"/>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8" name="Google Shape;328;p45"/>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9" name="Google Shape;329;p45"/>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0" name="Google Shape;330;p45"/>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31" name="Google Shape;331;p4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40" name="Shape 340"/>
        <p:cNvGrpSpPr/>
        <p:nvPr/>
      </p:nvGrpSpPr>
      <p:grpSpPr>
        <a:xfrm>
          <a:off x="0" y="0"/>
          <a:ext cx="0" cy="0"/>
          <a:chOff x="0" y="0"/>
          <a:chExt cx="0" cy="0"/>
        </a:xfrm>
      </p:grpSpPr>
      <p:sp>
        <p:nvSpPr>
          <p:cNvPr id="341" name="Google Shape;341;p46"/>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2" name="Google Shape;342;p46"/>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3" name="Google Shape;343;p46"/>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4" name="Google Shape;344;p46"/>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5" name="Google Shape;345;p46"/>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6" name="Google Shape;346;p46"/>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7" name="Google Shape;347;p46"/>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8" name="Google Shape;348;p46"/>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9" name="Google Shape;349;p46"/>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50" name="Google Shape;350;p46"/>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6"/>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60" name="Shape 360"/>
        <p:cNvGrpSpPr/>
        <p:nvPr/>
      </p:nvGrpSpPr>
      <p:grpSpPr>
        <a:xfrm>
          <a:off x="0" y="0"/>
          <a:ext cx="0" cy="0"/>
          <a:chOff x="0" y="0"/>
          <a:chExt cx="0" cy="0"/>
        </a:xfrm>
      </p:grpSpPr>
      <p:sp>
        <p:nvSpPr>
          <p:cNvPr id="361" name="Google Shape;361;p47"/>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2" name="Google Shape;362;p47"/>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3" name="Google Shape;363;p47"/>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4" name="Google Shape;364;p47"/>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5" name="Google Shape;365;p47"/>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6" name="Google Shape;366;p47"/>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7" name="Google Shape;367;p47"/>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8" name="Google Shape;368;p47"/>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9" name="Google Shape;369;p47"/>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70" name="Google Shape;370;p4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4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80" name="Shape 380"/>
        <p:cNvGrpSpPr/>
        <p:nvPr/>
      </p:nvGrpSpPr>
      <p:grpSpPr>
        <a:xfrm>
          <a:off x="0" y="0"/>
          <a:ext cx="0" cy="0"/>
          <a:chOff x="0" y="0"/>
          <a:chExt cx="0" cy="0"/>
        </a:xfrm>
      </p:grpSpPr>
      <p:sp>
        <p:nvSpPr>
          <p:cNvPr id="381" name="Google Shape;381;p48"/>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2" name="Google Shape;382;p48"/>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3" name="Google Shape;383;p48"/>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84" name="Google Shape;384;p48"/>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8"/>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8"/>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8"/>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8"/>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8"/>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8"/>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48"/>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2" name="Google Shape;392;p48"/>
          <p:cNvGrpSpPr/>
          <p:nvPr/>
        </p:nvGrpSpPr>
        <p:grpSpPr>
          <a:xfrm>
            <a:off x="6669747" y="-389684"/>
            <a:ext cx="143766" cy="2106420"/>
            <a:chOff x="6780548" y="337714"/>
            <a:chExt cx="133252" cy="1952377"/>
          </a:xfrm>
        </p:grpSpPr>
        <p:sp>
          <p:nvSpPr>
            <p:cNvPr id="393" name="Google Shape;393;p4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4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 name="Google Shape;395;p48"/>
          <p:cNvGrpSpPr/>
          <p:nvPr/>
        </p:nvGrpSpPr>
        <p:grpSpPr>
          <a:xfrm>
            <a:off x="1510029" y="507749"/>
            <a:ext cx="203534" cy="2663108"/>
            <a:chOff x="250617" y="2402301"/>
            <a:chExt cx="188650" cy="2468355"/>
          </a:xfrm>
        </p:grpSpPr>
        <p:sp>
          <p:nvSpPr>
            <p:cNvPr id="396" name="Google Shape;396;p4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p48"/>
          <p:cNvGrpSpPr/>
          <p:nvPr/>
        </p:nvGrpSpPr>
        <p:grpSpPr>
          <a:xfrm>
            <a:off x="385355" y="1380671"/>
            <a:ext cx="199237" cy="2828935"/>
            <a:chOff x="1608717" y="1280046"/>
            <a:chExt cx="199237" cy="2828935"/>
          </a:xfrm>
        </p:grpSpPr>
        <p:sp>
          <p:nvSpPr>
            <p:cNvPr id="401" name="Google Shape;401;p4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4" name="Google Shape;404;p48"/>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6" name="Google Shape;406;p48"/>
          <p:cNvGrpSpPr/>
          <p:nvPr/>
        </p:nvGrpSpPr>
        <p:grpSpPr>
          <a:xfrm>
            <a:off x="989005" y="-389666"/>
            <a:ext cx="62143" cy="897428"/>
            <a:chOff x="2038689" y="173907"/>
            <a:chExt cx="57599" cy="831799"/>
          </a:xfrm>
        </p:grpSpPr>
        <p:sp>
          <p:nvSpPr>
            <p:cNvPr id="407" name="Google Shape;407;p4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48"/>
          <p:cNvGrpSpPr/>
          <p:nvPr/>
        </p:nvGrpSpPr>
        <p:grpSpPr>
          <a:xfrm>
            <a:off x="8568723" y="2184809"/>
            <a:ext cx="214702" cy="2308598"/>
            <a:chOff x="8008096" y="2108910"/>
            <a:chExt cx="199001" cy="2139770"/>
          </a:xfrm>
        </p:grpSpPr>
        <p:sp>
          <p:nvSpPr>
            <p:cNvPr id="410" name="Google Shape;410;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2" name="Google Shape;412;p48"/>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3" name="Google Shape;413;p48"/>
          <p:cNvGrpSpPr/>
          <p:nvPr/>
        </p:nvGrpSpPr>
        <p:grpSpPr>
          <a:xfrm>
            <a:off x="8221223" y="9"/>
            <a:ext cx="214702" cy="2308598"/>
            <a:chOff x="8008096" y="2108910"/>
            <a:chExt cx="199001" cy="2139770"/>
          </a:xfrm>
        </p:grpSpPr>
        <p:sp>
          <p:nvSpPr>
            <p:cNvPr id="414" name="Google Shape;414;p4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6" name="Shape 416"/>
        <p:cNvGrpSpPr/>
        <p:nvPr/>
      </p:nvGrpSpPr>
      <p:grpSpPr>
        <a:xfrm>
          <a:off x="0" y="0"/>
          <a:ext cx="0" cy="0"/>
          <a:chOff x="0" y="0"/>
          <a:chExt cx="0" cy="0"/>
        </a:xfrm>
      </p:grpSpPr>
      <p:sp>
        <p:nvSpPr>
          <p:cNvPr id="417" name="Google Shape;417;p49"/>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8" name="Google Shape;418;p49"/>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9" name="Google Shape;419;p49"/>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20" name="Google Shape;420;p49"/>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9"/>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9"/>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9"/>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9"/>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9"/>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9"/>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9"/>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9"/>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31" name="Shape 431"/>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32" name="Shape 43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6" name="Shape 436"/>
        <p:cNvGrpSpPr/>
        <p:nvPr/>
      </p:nvGrpSpPr>
      <p:grpSpPr>
        <a:xfrm>
          <a:off x="0" y="0"/>
          <a:ext cx="0" cy="0"/>
          <a:chOff x="0" y="0"/>
          <a:chExt cx="0" cy="0"/>
        </a:xfrm>
      </p:grpSpPr>
      <p:sp>
        <p:nvSpPr>
          <p:cNvPr id="437" name="Google Shape;437;g2669109b303_0_443"/>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solidFill>
                  <a:schemeClr val="l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438" name="Google Shape;438;g2669109b303_0_443"/>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39" name="Google Shape;439;g2669109b303_0_443"/>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2669109b303_0_443"/>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2669109b303_0_443"/>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2669109b303_0_443"/>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g2669109b303_0_443"/>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g2669109b303_0_44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5" name="Google Shape;445;g2669109b303_0_443"/>
          <p:cNvGrpSpPr/>
          <p:nvPr/>
        </p:nvGrpSpPr>
        <p:grpSpPr>
          <a:xfrm>
            <a:off x="8263682" y="-434366"/>
            <a:ext cx="188886" cy="1181532"/>
            <a:chOff x="2877432" y="975334"/>
            <a:chExt cx="188886" cy="1181532"/>
          </a:xfrm>
        </p:grpSpPr>
        <p:sp>
          <p:nvSpPr>
            <p:cNvPr id="446" name="Google Shape;446;g2669109b303_0_44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g2669109b303_0_44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2669109b303_0_44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9" name="Google Shape;449;g2669109b303_0_443"/>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0" name="Google Shape;450;g2669109b303_0_443"/>
          <p:cNvGrpSpPr/>
          <p:nvPr/>
        </p:nvGrpSpPr>
        <p:grpSpPr>
          <a:xfrm>
            <a:off x="3090746" y="-533657"/>
            <a:ext cx="98059" cy="1147595"/>
            <a:chOff x="3347921" y="16006"/>
            <a:chExt cx="98059" cy="1147595"/>
          </a:xfrm>
        </p:grpSpPr>
        <p:sp>
          <p:nvSpPr>
            <p:cNvPr id="451" name="Google Shape;451;g2669109b303_0_443"/>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2669109b303_0_443"/>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3" name="Google Shape;453;g2669109b303_0_443"/>
          <p:cNvGrpSpPr/>
          <p:nvPr/>
        </p:nvGrpSpPr>
        <p:grpSpPr>
          <a:xfrm>
            <a:off x="4892771" y="-340112"/>
            <a:ext cx="121172" cy="760495"/>
            <a:chOff x="5245196" y="3136513"/>
            <a:chExt cx="121172" cy="760495"/>
          </a:xfrm>
        </p:grpSpPr>
        <p:sp>
          <p:nvSpPr>
            <p:cNvPr id="454" name="Google Shape;454;g2669109b303_0_44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g2669109b303_0_44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6" name="Google Shape;456;g2669109b303_0_443"/>
          <p:cNvGrpSpPr/>
          <p:nvPr/>
        </p:nvGrpSpPr>
        <p:grpSpPr>
          <a:xfrm>
            <a:off x="250617" y="2402301"/>
            <a:ext cx="188650" cy="2468355"/>
            <a:chOff x="250617" y="2402301"/>
            <a:chExt cx="188650" cy="2468355"/>
          </a:xfrm>
        </p:grpSpPr>
        <p:sp>
          <p:nvSpPr>
            <p:cNvPr id="457" name="Google Shape;457;g2669109b303_0_443"/>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2669109b303_0_443"/>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g2669109b303_0_443"/>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2669109b303_0_443"/>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1" name="Google Shape;461;g2669109b303_0_443"/>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2669109b303_0_443"/>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3" name="Google Shape;463;g2669109b303_0_443"/>
          <p:cNvGrpSpPr/>
          <p:nvPr/>
        </p:nvGrpSpPr>
        <p:grpSpPr>
          <a:xfrm>
            <a:off x="2038689" y="173907"/>
            <a:ext cx="57599" cy="831799"/>
            <a:chOff x="2038689" y="173907"/>
            <a:chExt cx="57599" cy="831799"/>
          </a:xfrm>
        </p:grpSpPr>
        <p:sp>
          <p:nvSpPr>
            <p:cNvPr id="464" name="Google Shape;464;g2669109b303_0_44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2669109b303_0_44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66" name="Shape 466"/>
        <p:cNvGrpSpPr/>
        <p:nvPr/>
      </p:nvGrpSpPr>
      <p:grpSpPr>
        <a:xfrm>
          <a:off x="0" y="0"/>
          <a:ext cx="0" cy="0"/>
          <a:chOff x="0" y="0"/>
          <a:chExt cx="0" cy="0"/>
        </a:xfrm>
      </p:grpSpPr>
      <p:grpSp>
        <p:nvGrpSpPr>
          <p:cNvPr id="467" name="Google Shape;467;g2669109b303_0_473"/>
          <p:cNvGrpSpPr/>
          <p:nvPr/>
        </p:nvGrpSpPr>
        <p:grpSpPr>
          <a:xfrm>
            <a:off x="0" y="381001"/>
            <a:ext cx="1037850" cy="1016288"/>
            <a:chOff x="0" y="381001"/>
            <a:chExt cx="1037850" cy="1016288"/>
          </a:xfrm>
        </p:grpSpPr>
        <p:sp>
          <p:nvSpPr>
            <p:cNvPr id="468" name="Google Shape;468;g2669109b303_0_47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2669109b303_0_47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0" name="Google Shape;470;g2669109b303_0_47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471" name="Google Shape;471;g2669109b303_0_47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472" name="Google Shape;472;g2669109b303_0_4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3" name="Shape 473"/>
        <p:cNvGrpSpPr/>
        <p:nvPr/>
      </p:nvGrpSpPr>
      <p:grpSpPr>
        <a:xfrm>
          <a:off x="0" y="0"/>
          <a:ext cx="0" cy="0"/>
          <a:chOff x="0" y="0"/>
          <a:chExt cx="0" cy="0"/>
        </a:xfrm>
      </p:grpSpPr>
      <p:sp>
        <p:nvSpPr>
          <p:cNvPr id="474" name="Google Shape;474;g2669109b303_0_480"/>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2669109b303_0_48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6" name="Google Shape;476;g2669109b303_0_480"/>
          <p:cNvGrpSpPr/>
          <p:nvPr/>
        </p:nvGrpSpPr>
        <p:grpSpPr>
          <a:xfrm>
            <a:off x="8263682" y="-434366"/>
            <a:ext cx="188886" cy="1181532"/>
            <a:chOff x="2877432" y="975334"/>
            <a:chExt cx="188886" cy="1181532"/>
          </a:xfrm>
        </p:grpSpPr>
        <p:sp>
          <p:nvSpPr>
            <p:cNvPr id="477" name="Google Shape;477;g2669109b303_0_48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669109b303_0_48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2669109b303_0_48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0" name="Google Shape;480;g2669109b303_0_480"/>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1" name="Google Shape;481;g2669109b303_0_480"/>
          <p:cNvGrpSpPr/>
          <p:nvPr/>
        </p:nvGrpSpPr>
        <p:grpSpPr>
          <a:xfrm>
            <a:off x="3643898" y="-436198"/>
            <a:ext cx="133252" cy="1952377"/>
            <a:chOff x="6780548" y="337714"/>
            <a:chExt cx="133252" cy="1952377"/>
          </a:xfrm>
        </p:grpSpPr>
        <p:sp>
          <p:nvSpPr>
            <p:cNvPr id="482" name="Google Shape;482;g2669109b303_0_480"/>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2669109b303_0_480"/>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4" name="Google Shape;484;g2669109b303_0_480"/>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5" name="Google Shape;485;g2669109b303_0_480"/>
          <p:cNvGrpSpPr/>
          <p:nvPr/>
        </p:nvGrpSpPr>
        <p:grpSpPr>
          <a:xfrm>
            <a:off x="8008096" y="2108910"/>
            <a:ext cx="199001" cy="2139770"/>
            <a:chOff x="8008096" y="2108910"/>
            <a:chExt cx="199001" cy="2139770"/>
          </a:xfrm>
        </p:grpSpPr>
        <p:sp>
          <p:nvSpPr>
            <p:cNvPr id="486" name="Google Shape;486;g2669109b303_0_48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2669109b303_0_48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8" name="Google Shape;488;g2669109b303_0_480"/>
          <p:cNvGrpSpPr/>
          <p:nvPr/>
        </p:nvGrpSpPr>
        <p:grpSpPr>
          <a:xfrm>
            <a:off x="520996" y="1091548"/>
            <a:ext cx="199001" cy="2139770"/>
            <a:chOff x="8008096" y="2108910"/>
            <a:chExt cx="199001" cy="2139770"/>
          </a:xfrm>
        </p:grpSpPr>
        <p:sp>
          <p:nvSpPr>
            <p:cNvPr id="489" name="Google Shape;489;g2669109b303_0_480"/>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2669109b303_0_480"/>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1" name="Google Shape;491;g2669109b303_0_480"/>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200"/>
              <a:buNone/>
              <a:defRPr sz="4800">
                <a:solidFill>
                  <a:schemeClr val="lt1"/>
                </a:solidFill>
              </a:defRPr>
            </a:lvl1pPr>
            <a:lvl2pPr lvl="1" rtl="0" algn="l">
              <a:lnSpc>
                <a:spcPct val="100000"/>
              </a:lnSpc>
              <a:spcBef>
                <a:spcPts val="0"/>
              </a:spcBef>
              <a:spcAft>
                <a:spcPts val="0"/>
              </a:spcAft>
              <a:buClr>
                <a:srgbClr val="000000"/>
              </a:buClr>
              <a:buSzPts val="1200"/>
              <a:buNone/>
              <a:defRPr sz="1200">
                <a:solidFill>
                  <a:srgbClr val="000000"/>
                </a:solidFill>
              </a:defRPr>
            </a:lvl2pPr>
            <a:lvl3pPr lvl="2" rtl="0" algn="l">
              <a:lnSpc>
                <a:spcPct val="100000"/>
              </a:lnSpc>
              <a:spcBef>
                <a:spcPts val="0"/>
              </a:spcBef>
              <a:spcAft>
                <a:spcPts val="0"/>
              </a:spcAft>
              <a:buClr>
                <a:srgbClr val="000000"/>
              </a:buClr>
              <a:buSzPts val="1200"/>
              <a:buNone/>
              <a:defRPr sz="1200">
                <a:solidFill>
                  <a:srgbClr val="000000"/>
                </a:solidFill>
              </a:defRPr>
            </a:lvl3pPr>
            <a:lvl4pPr lvl="3" rtl="0" algn="l">
              <a:lnSpc>
                <a:spcPct val="100000"/>
              </a:lnSpc>
              <a:spcBef>
                <a:spcPts val="0"/>
              </a:spcBef>
              <a:spcAft>
                <a:spcPts val="0"/>
              </a:spcAft>
              <a:buClr>
                <a:srgbClr val="000000"/>
              </a:buClr>
              <a:buSzPts val="1200"/>
              <a:buNone/>
              <a:defRPr sz="1200">
                <a:solidFill>
                  <a:srgbClr val="000000"/>
                </a:solidFill>
              </a:defRPr>
            </a:lvl4pPr>
            <a:lvl5pPr lvl="4" rtl="0" algn="l">
              <a:lnSpc>
                <a:spcPct val="100000"/>
              </a:lnSpc>
              <a:spcBef>
                <a:spcPts val="0"/>
              </a:spcBef>
              <a:spcAft>
                <a:spcPts val="0"/>
              </a:spcAft>
              <a:buClr>
                <a:srgbClr val="000000"/>
              </a:buClr>
              <a:buSzPts val="1200"/>
              <a:buNone/>
              <a:defRPr sz="1200">
                <a:solidFill>
                  <a:srgbClr val="000000"/>
                </a:solidFill>
              </a:defRPr>
            </a:lvl5pPr>
            <a:lvl6pPr lvl="5" rtl="0" algn="l">
              <a:lnSpc>
                <a:spcPct val="100000"/>
              </a:lnSpc>
              <a:spcBef>
                <a:spcPts val="0"/>
              </a:spcBef>
              <a:spcAft>
                <a:spcPts val="0"/>
              </a:spcAft>
              <a:buClr>
                <a:srgbClr val="000000"/>
              </a:buClr>
              <a:buSzPts val="1200"/>
              <a:buNone/>
              <a:defRPr sz="1200">
                <a:solidFill>
                  <a:srgbClr val="000000"/>
                </a:solidFill>
              </a:defRPr>
            </a:lvl6pPr>
            <a:lvl7pPr lvl="6" rtl="0" algn="l">
              <a:lnSpc>
                <a:spcPct val="100000"/>
              </a:lnSpc>
              <a:spcBef>
                <a:spcPts val="0"/>
              </a:spcBef>
              <a:spcAft>
                <a:spcPts val="0"/>
              </a:spcAft>
              <a:buClr>
                <a:srgbClr val="000000"/>
              </a:buClr>
              <a:buSzPts val="1200"/>
              <a:buNone/>
              <a:defRPr sz="1200">
                <a:solidFill>
                  <a:srgbClr val="000000"/>
                </a:solidFill>
              </a:defRPr>
            </a:lvl7pPr>
            <a:lvl8pPr lvl="7" rtl="0" algn="l">
              <a:lnSpc>
                <a:spcPct val="100000"/>
              </a:lnSpc>
              <a:spcBef>
                <a:spcPts val="0"/>
              </a:spcBef>
              <a:spcAft>
                <a:spcPts val="0"/>
              </a:spcAft>
              <a:buClr>
                <a:srgbClr val="000000"/>
              </a:buClr>
              <a:buSzPts val="1200"/>
              <a:buNone/>
              <a:defRPr sz="1200">
                <a:solidFill>
                  <a:srgbClr val="000000"/>
                </a:solidFill>
              </a:defRPr>
            </a:lvl8pPr>
            <a:lvl9pPr lvl="8" rtl="0" algn="l">
              <a:lnSpc>
                <a:spcPct val="100000"/>
              </a:lnSpc>
              <a:spcBef>
                <a:spcPts val="0"/>
              </a:spcBef>
              <a:spcAft>
                <a:spcPts val="0"/>
              </a:spcAft>
              <a:buClr>
                <a:srgbClr val="000000"/>
              </a:buClr>
              <a:buSzPts val="1200"/>
              <a:buNone/>
              <a:defRPr sz="1200">
                <a:solidFill>
                  <a:srgbClr val="000000"/>
                </a:solidFill>
              </a:defRPr>
            </a:lvl9pPr>
          </a:lstStyle>
          <a:p/>
        </p:txBody>
      </p:sp>
      <p:sp>
        <p:nvSpPr>
          <p:cNvPr id="492" name="Google Shape;492;g2669109b303_0_480"/>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493" name="Google Shape;493;g2669109b303_0_480"/>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rgbClr val="000000"/>
              </a:buClr>
              <a:buSzPts val="4800"/>
              <a:buNone/>
              <a:defRPr sz="6000"/>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4" name="Shape 494"/>
        <p:cNvGrpSpPr/>
        <p:nvPr/>
      </p:nvGrpSpPr>
      <p:grpSpPr>
        <a:xfrm>
          <a:off x="0" y="0"/>
          <a:ext cx="0" cy="0"/>
          <a:chOff x="0" y="0"/>
          <a:chExt cx="0" cy="0"/>
        </a:xfrm>
      </p:grpSpPr>
      <p:sp>
        <p:nvSpPr>
          <p:cNvPr id="495" name="Google Shape;495;g2669109b303_0_501"/>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496" name="Google Shape;496;g2669109b303_0_501"/>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497" name="Google Shape;497;g2669109b303_0_501"/>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2669109b303_0_501"/>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g2669109b303_0_501"/>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g2669109b303_0_501"/>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2669109b303_0_501"/>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2" name="Google Shape;502;g2669109b303_0_501"/>
          <p:cNvGrpSpPr/>
          <p:nvPr/>
        </p:nvGrpSpPr>
        <p:grpSpPr>
          <a:xfrm>
            <a:off x="8148521" y="3004593"/>
            <a:ext cx="98059" cy="1147595"/>
            <a:chOff x="3347921" y="16006"/>
            <a:chExt cx="98059" cy="1147595"/>
          </a:xfrm>
        </p:grpSpPr>
        <p:sp>
          <p:nvSpPr>
            <p:cNvPr id="503" name="Google Shape;503;g2669109b303_0_50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g2669109b303_0_50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5" name="Google Shape;505;g2669109b303_0_501"/>
          <p:cNvGrpSpPr/>
          <p:nvPr/>
        </p:nvGrpSpPr>
        <p:grpSpPr>
          <a:xfrm>
            <a:off x="281421" y="3769263"/>
            <a:ext cx="121172" cy="760495"/>
            <a:chOff x="5245196" y="3136513"/>
            <a:chExt cx="121172" cy="760495"/>
          </a:xfrm>
        </p:grpSpPr>
        <p:sp>
          <p:nvSpPr>
            <p:cNvPr id="506" name="Google Shape;506;g2669109b303_0_50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g2669109b303_0_50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8" name="Google Shape;508;g2669109b303_0_501"/>
          <p:cNvGrpSpPr/>
          <p:nvPr/>
        </p:nvGrpSpPr>
        <p:grpSpPr>
          <a:xfrm>
            <a:off x="8534739" y="4069632"/>
            <a:ext cx="57599" cy="831799"/>
            <a:chOff x="2038689" y="173907"/>
            <a:chExt cx="57599" cy="831799"/>
          </a:xfrm>
        </p:grpSpPr>
        <p:sp>
          <p:nvSpPr>
            <p:cNvPr id="509" name="Google Shape;509;g2669109b303_0_50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2669109b303_0_50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1" name="Google Shape;511;g2669109b303_0_501"/>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2669109b303_0_501"/>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3" name="Shape 513"/>
        <p:cNvGrpSpPr/>
        <p:nvPr/>
      </p:nvGrpSpPr>
      <p:grpSpPr>
        <a:xfrm>
          <a:off x="0" y="0"/>
          <a:ext cx="0" cy="0"/>
          <a:chOff x="0" y="0"/>
          <a:chExt cx="0" cy="0"/>
        </a:xfrm>
      </p:grpSpPr>
      <p:sp>
        <p:nvSpPr>
          <p:cNvPr id="514" name="Google Shape;514;g2669109b303_0_520"/>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15" name="Google Shape;515;g2669109b303_0_520"/>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516" name="Google Shape;516;g2669109b303_0_520"/>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17" name="Google Shape;517;g2669109b303_0_520"/>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518" name="Google Shape;518;g2669109b303_0_520"/>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519" name="Google Shape;519;g2669109b303_0_520"/>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g2669109b303_0_520"/>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2669109b303_0_520"/>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2669109b303_0_520"/>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3" name="Google Shape;523;g2669109b303_0_520"/>
          <p:cNvGrpSpPr/>
          <p:nvPr/>
        </p:nvGrpSpPr>
        <p:grpSpPr>
          <a:xfrm>
            <a:off x="6626134" y="-164562"/>
            <a:ext cx="121172" cy="760495"/>
            <a:chOff x="5245196" y="3136513"/>
            <a:chExt cx="121172" cy="760495"/>
          </a:xfrm>
        </p:grpSpPr>
        <p:sp>
          <p:nvSpPr>
            <p:cNvPr id="524" name="Google Shape;524;g2669109b303_0_52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2669109b303_0_52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6" name="Google Shape;526;g2669109b303_0_520"/>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g2669109b303_0_520"/>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8" name="Shape 528"/>
        <p:cNvGrpSpPr/>
        <p:nvPr/>
      </p:nvGrpSpPr>
      <p:grpSpPr>
        <a:xfrm>
          <a:off x="0" y="0"/>
          <a:ext cx="0" cy="0"/>
          <a:chOff x="0" y="0"/>
          <a:chExt cx="0" cy="0"/>
        </a:xfrm>
      </p:grpSpPr>
      <p:sp>
        <p:nvSpPr>
          <p:cNvPr id="529" name="Google Shape;529;g2669109b303_0_535"/>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530" name="Google Shape;530;g2669109b303_0_53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2669109b303_0_53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2669109b303_0_53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2669109b303_0_53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2669109b303_0_53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2669109b303_0_53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2669109b303_0_53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2669109b303_0_53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2669109b303_0_53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2669109b303_0_53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0" name="Shape 540"/>
        <p:cNvGrpSpPr/>
        <p:nvPr/>
      </p:nvGrpSpPr>
      <p:grpSpPr>
        <a:xfrm>
          <a:off x="0" y="0"/>
          <a:ext cx="0" cy="0"/>
          <a:chOff x="0" y="0"/>
          <a:chExt cx="0" cy="0"/>
        </a:xfrm>
      </p:grpSpPr>
      <p:sp>
        <p:nvSpPr>
          <p:cNvPr id="541" name="Google Shape;541;g2669109b303_0_547"/>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6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542" name="Google Shape;542;g2669109b303_0_547"/>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543" name="Google Shape;543;g2669109b303_0_547"/>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2669109b303_0_547"/>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2669109b303_0_547"/>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2669109b303_0_547"/>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7" name="Google Shape;547;g2669109b303_0_547"/>
          <p:cNvGrpSpPr/>
          <p:nvPr/>
        </p:nvGrpSpPr>
        <p:grpSpPr>
          <a:xfrm>
            <a:off x="6626134" y="-164562"/>
            <a:ext cx="121172" cy="760495"/>
            <a:chOff x="5245196" y="3136513"/>
            <a:chExt cx="121172" cy="760495"/>
          </a:xfrm>
        </p:grpSpPr>
        <p:sp>
          <p:nvSpPr>
            <p:cNvPr id="548" name="Google Shape;548;g2669109b303_0_54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2669109b303_0_54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0" name="Google Shape;550;g2669109b303_0_547"/>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2669109b303_0_547"/>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2" name="Shape 552"/>
        <p:cNvGrpSpPr/>
        <p:nvPr/>
      </p:nvGrpSpPr>
      <p:grpSpPr>
        <a:xfrm>
          <a:off x="0" y="0"/>
          <a:ext cx="0" cy="0"/>
          <a:chOff x="0" y="0"/>
          <a:chExt cx="0" cy="0"/>
        </a:xfrm>
      </p:grpSpPr>
      <p:sp>
        <p:nvSpPr>
          <p:cNvPr id="553" name="Google Shape;553;g2669109b303_0_559"/>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4800"/>
              <a:buNone/>
              <a:defRPr sz="72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554" name="Google Shape;554;g2669109b303_0_559"/>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2669109b303_0_559"/>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2669109b303_0_559"/>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2669109b303_0_559"/>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g2669109b303_0_559"/>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2669109b303_0_559"/>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0" name="Google Shape;560;g2669109b303_0_559"/>
          <p:cNvGrpSpPr/>
          <p:nvPr/>
        </p:nvGrpSpPr>
        <p:grpSpPr>
          <a:xfrm>
            <a:off x="8263682" y="-434366"/>
            <a:ext cx="188886" cy="1181532"/>
            <a:chOff x="2877432" y="975334"/>
            <a:chExt cx="188886" cy="1181532"/>
          </a:xfrm>
        </p:grpSpPr>
        <p:sp>
          <p:nvSpPr>
            <p:cNvPr id="561" name="Google Shape;561;g2669109b303_0_559"/>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2669109b303_0_559"/>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2669109b303_0_559"/>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4" name="Google Shape;564;g2669109b303_0_559"/>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2669109b303_0_559"/>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2669109b303_0_559"/>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7" name="Google Shape;567;g2669109b303_0_559"/>
          <p:cNvGrpSpPr/>
          <p:nvPr/>
        </p:nvGrpSpPr>
        <p:grpSpPr>
          <a:xfrm>
            <a:off x="3090746" y="-533657"/>
            <a:ext cx="98059" cy="1147595"/>
            <a:chOff x="3347921" y="16006"/>
            <a:chExt cx="98059" cy="1147595"/>
          </a:xfrm>
        </p:grpSpPr>
        <p:sp>
          <p:nvSpPr>
            <p:cNvPr id="568" name="Google Shape;568;g2669109b303_0_559"/>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2669109b303_0_559"/>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0" name="Google Shape;570;g2669109b303_0_559"/>
          <p:cNvGrpSpPr/>
          <p:nvPr/>
        </p:nvGrpSpPr>
        <p:grpSpPr>
          <a:xfrm>
            <a:off x="4892771" y="-340112"/>
            <a:ext cx="121172" cy="760495"/>
            <a:chOff x="5245196" y="3136513"/>
            <a:chExt cx="121172" cy="760495"/>
          </a:xfrm>
        </p:grpSpPr>
        <p:sp>
          <p:nvSpPr>
            <p:cNvPr id="571" name="Google Shape;571;g2669109b303_0_55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2669109b303_0_55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3" name="Google Shape;573;g2669109b303_0_559"/>
          <p:cNvGrpSpPr/>
          <p:nvPr/>
        </p:nvGrpSpPr>
        <p:grpSpPr>
          <a:xfrm>
            <a:off x="6967836" y="85439"/>
            <a:ext cx="133252" cy="1952377"/>
            <a:chOff x="6780548" y="337714"/>
            <a:chExt cx="133252" cy="1952377"/>
          </a:xfrm>
        </p:grpSpPr>
        <p:sp>
          <p:nvSpPr>
            <p:cNvPr id="574" name="Google Shape;574;g2669109b303_0_55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2669109b303_0_55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6" name="Google Shape;576;g2669109b303_0_559"/>
          <p:cNvGrpSpPr/>
          <p:nvPr/>
        </p:nvGrpSpPr>
        <p:grpSpPr>
          <a:xfrm>
            <a:off x="250617" y="2402301"/>
            <a:ext cx="188650" cy="2468355"/>
            <a:chOff x="250617" y="2402301"/>
            <a:chExt cx="188650" cy="2468355"/>
          </a:xfrm>
        </p:grpSpPr>
        <p:sp>
          <p:nvSpPr>
            <p:cNvPr id="577" name="Google Shape;577;g2669109b303_0_55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2669109b303_0_55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2669109b303_0_55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2669109b303_0_55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1" name="Google Shape;581;g2669109b303_0_559"/>
          <p:cNvGrpSpPr/>
          <p:nvPr/>
        </p:nvGrpSpPr>
        <p:grpSpPr>
          <a:xfrm>
            <a:off x="982417" y="1695096"/>
            <a:ext cx="199237" cy="2828935"/>
            <a:chOff x="1608717" y="1280046"/>
            <a:chExt cx="199237" cy="2828935"/>
          </a:xfrm>
        </p:grpSpPr>
        <p:sp>
          <p:nvSpPr>
            <p:cNvPr id="582" name="Google Shape;582;g2669109b303_0_559"/>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g2669109b303_0_559"/>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2669109b303_0_559"/>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5" name="Google Shape;585;g2669109b303_0_559"/>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6" name="Google Shape;586;g2669109b303_0_559"/>
          <p:cNvGrpSpPr/>
          <p:nvPr/>
        </p:nvGrpSpPr>
        <p:grpSpPr>
          <a:xfrm>
            <a:off x="2038689" y="173907"/>
            <a:ext cx="57599" cy="831799"/>
            <a:chOff x="2038689" y="173907"/>
            <a:chExt cx="57599" cy="831799"/>
          </a:xfrm>
        </p:grpSpPr>
        <p:sp>
          <p:nvSpPr>
            <p:cNvPr id="587" name="Google Shape;587;g2669109b303_0_55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g2669109b303_0_55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9" name="Google Shape;589;g2669109b303_0_559"/>
          <p:cNvGrpSpPr/>
          <p:nvPr/>
        </p:nvGrpSpPr>
        <p:grpSpPr>
          <a:xfrm>
            <a:off x="8008096" y="2108910"/>
            <a:ext cx="199001" cy="2139770"/>
            <a:chOff x="8008096" y="2108910"/>
            <a:chExt cx="199001" cy="2139770"/>
          </a:xfrm>
        </p:grpSpPr>
        <p:sp>
          <p:nvSpPr>
            <p:cNvPr id="590" name="Google Shape;590;g2669109b303_0_55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2669109b303_0_55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2" name="Google Shape;592;g2669109b303_0_559"/>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3" name="Google Shape;593;g2669109b303_0_559"/>
          <p:cNvGrpSpPr/>
          <p:nvPr/>
        </p:nvGrpSpPr>
        <p:grpSpPr>
          <a:xfrm>
            <a:off x="4095146" y="-859690"/>
            <a:ext cx="199001" cy="2139770"/>
            <a:chOff x="8008096" y="2108910"/>
            <a:chExt cx="199001" cy="2139770"/>
          </a:xfrm>
        </p:grpSpPr>
        <p:sp>
          <p:nvSpPr>
            <p:cNvPr id="594" name="Google Shape;594;g2669109b303_0_55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2669109b303_0_55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6" name="Google Shape;596;g2669109b303_0_559"/>
          <p:cNvGrpSpPr/>
          <p:nvPr/>
        </p:nvGrpSpPr>
        <p:grpSpPr>
          <a:xfrm>
            <a:off x="6333286" y="3704939"/>
            <a:ext cx="133252" cy="1952377"/>
            <a:chOff x="6780548" y="337714"/>
            <a:chExt cx="133252" cy="1952377"/>
          </a:xfrm>
        </p:grpSpPr>
        <p:sp>
          <p:nvSpPr>
            <p:cNvPr id="597" name="Google Shape;597;g2669109b303_0_55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2669109b303_0_55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9" name="Google Shape;599;g2669109b303_0_559"/>
          <p:cNvGrpSpPr/>
          <p:nvPr/>
        </p:nvGrpSpPr>
        <p:grpSpPr>
          <a:xfrm>
            <a:off x="2702021" y="3612763"/>
            <a:ext cx="121172" cy="760495"/>
            <a:chOff x="5245196" y="3136513"/>
            <a:chExt cx="121172" cy="760495"/>
          </a:xfrm>
        </p:grpSpPr>
        <p:sp>
          <p:nvSpPr>
            <p:cNvPr id="600" name="Google Shape;600;g2669109b303_0_55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2669109b303_0_55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2" name="Google Shape;602;g2669109b303_0_559"/>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g2669109b303_0_559"/>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4" name="Shape 604"/>
        <p:cNvGrpSpPr/>
        <p:nvPr/>
      </p:nvGrpSpPr>
      <p:grpSpPr>
        <a:xfrm>
          <a:off x="0" y="0"/>
          <a:ext cx="0" cy="0"/>
          <a:chOff x="0" y="0"/>
          <a:chExt cx="0" cy="0"/>
        </a:xfrm>
      </p:grpSpPr>
      <p:sp>
        <p:nvSpPr>
          <p:cNvPr id="605" name="Google Shape;605;g2669109b303_0_6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606" name="Google Shape;606;g2669109b303_0_6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7" name="Google Shape;607;g2669109b303_0_6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g2669109b303_0_615"/>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sz="3000"/>
            </a:lvl1pPr>
            <a:lvl2pPr lvl="1" rtl="0" algn="l">
              <a:lnSpc>
                <a:spcPct val="100000"/>
              </a:lnSpc>
              <a:spcBef>
                <a:spcPts val="0"/>
              </a:spcBef>
              <a:spcAft>
                <a:spcPts val="0"/>
              </a:spcAft>
              <a:buSzPts val="3000"/>
              <a:buNone/>
              <a:defRPr sz="3000"/>
            </a:lvl2pPr>
            <a:lvl3pPr lvl="2" rtl="0" algn="l">
              <a:lnSpc>
                <a:spcPct val="100000"/>
              </a:lnSpc>
              <a:spcBef>
                <a:spcPts val="0"/>
              </a:spcBef>
              <a:spcAft>
                <a:spcPts val="0"/>
              </a:spcAft>
              <a:buSzPts val="3000"/>
              <a:buNone/>
              <a:defRPr sz="3000"/>
            </a:lvl3pPr>
            <a:lvl4pPr lvl="3" rtl="0" algn="l">
              <a:lnSpc>
                <a:spcPct val="100000"/>
              </a:lnSpc>
              <a:spcBef>
                <a:spcPts val="0"/>
              </a:spcBef>
              <a:spcAft>
                <a:spcPts val="0"/>
              </a:spcAft>
              <a:buSzPts val="3000"/>
              <a:buNone/>
              <a:defRPr sz="3000"/>
            </a:lvl4pPr>
            <a:lvl5pPr lvl="4" rtl="0" algn="l">
              <a:lnSpc>
                <a:spcPct val="100000"/>
              </a:lnSpc>
              <a:spcBef>
                <a:spcPts val="0"/>
              </a:spcBef>
              <a:spcAft>
                <a:spcPts val="0"/>
              </a:spcAft>
              <a:buSzPts val="3000"/>
              <a:buNone/>
              <a:defRPr sz="3000"/>
            </a:lvl5pPr>
            <a:lvl6pPr lvl="5" rtl="0" algn="l">
              <a:lnSpc>
                <a:spcPct val="100000"/>
              </a:lnSpc>
              <a:spcBef>
                <a:spcPts val="0"/>
              </a:spcBef>
              <a:spcAft>
                <a:spcPts val="0"/>
              </a:spcAft>
              <a:buSzPts val="3000"/>
              <a:buNone/>
              <a:defRPr sz="3000"/>
            </a:lvl6pPr>
            <a:lvl7pPr lvl="6" rtl="0" algn="l">
              <a:lnSpc>
                <a:spcPct val="100000"/>
              </a:lnSpc>
              <a:spcBef>
                <a:spcPts val="0"/>
              </a:spcBef>
              <a:spcAft>
                <a:spcPts val="0"/>
              </a:spcAft>
              <a:buSzPts val="3000"/>
              <a:buNone/>
              <a:defRPr sz="3000"/>
            </a:lvl7pPr>
            <a:lvl8pPr lvl="7" rtl="0" algn="l">
              <a:lnSpc>
                <a:spcPct val="100000"/>
              </a:lnSpc>
              <a:spcBef>
                <a:spcPts val="0"/>
              </a:spcBef>
              <a:spcAft>
                <a:spcPts val="0"/>
              </a:spcAft>
              <a:buSzPts val="3000"/>
              <a:buNone/>
              <a:defRPr sz="3000"/>
            </a:lvl8pPr>
            <a:lvl9pPr lvl="8" rtl="0" algn="l">
              <a:lnSpc>
                <a:spcPct val="100000"/>
              </a:lnSpc>
              <a:spcBef>
                <a:spcPts val="0"/>
              </a:spcBef>
              <a:spcAft>
                <a:spcPts val="0"/>
              </a:spcAft>
              <a:buSzPts val="3000"/>
              <a:buNone/>
              <a:defRPr sz="3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610" name="Shape 610"/>
        <p:cNvGrpSpPr/>
        <p:nvPr/>
      </p:nvGrpSpPr>
      <p:grpSpPr>
        <a:xfrm>
          <a:off x="0" y="0"/>
          <a:ext cx="0" cy="0"/>
          <a:chOff x="0" y="0"/>
          <a:chExt cx="0" cy="0"/>
        </a:xfrm>
      </p:grpSpPr>
      <p:sp>
        <p:nvSpPr>
          <p:cNvPr id="611" name="Google Shape;611;g2669109b303_0_617"/>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5200"/>
              <a:buNone/>
              <a:defRPr sz="2400">
                <a:solidFill>
                  <a:schemeClr val="accen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612" name="Google Shape;612;g2669109b303_0_617"/>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3" name="Google Shape;613;g2669109b303_0_617"/>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2669109b303_0_617"/>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g2669109b303_0_617"/>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g2669109b303_0_617"/>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2669109b303_0_617"/>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8" name="Google Shape;618;g2669109b303_0_617"/>
          <p:cNvGrpSpPr/>
          <p:nvPr/>
        </p:nvGrpSpPr>
        <p:grpSpPr>
          <a:xfrm>
            <a:off x="8217007" y="3576772"/>
            <a:ext cx="188886" cy="1181532"/>
            <a:chOff x="2877432" y="975334"/>
            <a:chExt cx="188886" cy="1181532"/>
          </a:xfrm>
        </p:grpSpPr>
        <p:sp>
          <p:nvSpPr>
            <p:cNvPr id="619" name="Google Shape;619;g2669109b303_0_61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2669109b303_0_61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2669109b303_0_61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2" name="Google Shape;622;g2669109b303_0_617"/>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3" name="Google Shape;623;g2669109b303_0_617"/>
          <p:cNvGrpSpPr/>
          <p:nvPr/>
        </p:nvGrpSpPr>
        <p:grpSpPr>
          <a:xfrm>
            <a:off x="7519346" y="3243318"/>
            <a:ext cx="98059" cy="1147595"/>
            <a:chOff x="3347921" y="16006"/>
            <a:chExt cx="98059" cy="1147595"/>
          </a:xfrm>
        </p:grpSpPr>
        <p:sp>
          <p:nvSpPr>
            <p:cNvPr id="624" name="Google Shape;624;g2669109b303_0_61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g2669109b303_0_61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6" name="Google Shape;626;g2669109b303_0_617"/>
          <p:cNvGrpSpPr/>
          <p:nvPr/>
        </p:nvGrpSpPr>
        <p:grpSpPr>
          <a:xfrm>
            <a:off x="805821" y="2953663"/>
            <a:ext cx="121172" cy="760495"/>
            <a:chOff x="5245196" y="3136513"/>
            <a:chExt cx="121172" cy="760495"/>
          </a:xfrm>
        </p:grpSpPr>
        <p:sp>
          <p:nvSpPr>
            <p:cNvPr id="627" name="Google Shape;627;g2669109b303_0_61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g2669109b303_0_61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9" name="Google Shape;629;g2669109b303_0_617"/>
          <p:cNvGrpSpPr/>
          <p:nvPr/>
        </p:nvGrpSpPr>
        <p:grpSpPr>
          <a:xfrm>
            <a:off x="250617" y="2402301"/>
            <a:ext cx="188650" cy="2468355"/>
            <a:chOff x="250617" y="2402301"/>
            <a:chExt cx="188650" cy="2468355"/>
          </a:xfrm>
        </p:grpSpPr>
        <p:sp>
          <p:nvSpPr>
            <p:cNvPr id="630" name="Google Shape;630;g2669109b303_0_617"/>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g2669109b303_0_617"/>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2669109b303_0_617"/>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2669109b303_0_617"/>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4" name="Google Shape;634;g2669109b303_0_617"/>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2669109b303_0_617"/>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6" name="Google Shape;636;g2669109b303_0_617"/>
          <p:cNvGrpSpPr/>
          <p:nvPr/>
        </p:nvGrpSpPr>
        <p:grpSpPr>
          <a:xfrm>
            <a:off x="2038689" y="173907"/>
            <a:ext cx="57599" cy="831799"/>
            <a:chOff x="2038689" y="173907"/>
            <a:chExt cx="57599" cy="831799"/>
          </a:xfrm>
        </p:grpSpPr>
        <p:sp>
          <p:nvSpPr>
            <p:cNvPr id="637" name="Google Shape;637;g2669109b303_0_61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g2669109b303_0_61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9" name="Google Shape;639;g2669109b303_0_617"/>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0" name="Google Shape;640;g2669109b303_0_617"/>
          <p:cNvGrpSpPr/>
          <p:nvPr/>
        </p:nvGrpSpPr>
        <p:grpSpPr>
          <a:xfrm>
            <a:off x="4920170" y="-496491"/>
            <a:ext cx="188886" cy="1181532"/>
            <a:chOff x="2877432" y="975334"/>
            <a:chExt cx="188886" cy="1181532"/>
          </a:xfrm>
        </p:grpSpPr>
        <p:sp>
          <p:nvSpPr>
            <p:cNvPr id="641" name="Google Shape;641;g2669109b303_0_61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2669109b303_0_61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2669109b303_0_61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4" name="Google Shape;644;g2669109b303_0_617"/>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5" name="Google Shape;645;g2669109b303_0_617"/>
          <p:cNvGrpSpPr/>
          <p:nvPr/>
        </p:nvGrpSpPr>
        <p:grpSpPr>
          <a:xfrm>
            <a:off x="3030471" y="-223849"/>
            <a:ext cx="121172" cy="760495"/>
            <a:chOff x="5245196" y="3136513"/>
            <a:chExt cx="121172" cy="760495"/>
          </a:xfrm>
        </p:grpSpPr>
        <p:sp>
          <p:nvSpPr>
            <p:cNvPr id="646" name="Google Shape;646;g2669109b303_0_61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g2669109b303_0_61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8" name="Google Shape;648;g2669109b303_0_617"/>
          <p:cNvGrpSpPr/>
          <p:nvPr/>
        </p:nvGrpSpPr>
        <p:grpSpPr>
          <a:xfrm>
            <a:off x="2306292" y="2569221"/>
            <a:ext cx="199237" cy="2828935"/>
            <a:chOff x="1608717" y="1280046"/>
            <a:chExt cx="199237" cy="2828935"/>
          </a:xfrm>
        </p:grpSpPr>
        <p:sp>
          <p:nvSpPr>
            <p:cNvPr id="649" name="Google Shape;649;g2669109b303_0_617"/>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2669109b303_0_617"/>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g2669109b303_0_617"/>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2" name="Shape 652"/>
        <p:cNvGrpSpPr/>
        <p:nvPr/>
      </p:nvGrpSpPr>
      <p:grpSpPr>
        <a:xfrm>
          <a:off x="0" y="0"/>
          <a:ext cx="0" cy="0"/>
          <a:chOff x="0" y="0"/>
          <a:chExt cx="0" cy="0"/>
        </a:xfrm>
      </p:grpSpPr>
      <p:sp>
        <p:nvSpPr>
          <p:cNvPr id="653" name="Google Shape;653;g2669109b303_0_659"/>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8000">
                <a:solidFill>
                  <a:schemeClr val="accent2"/>
                </a:solidFill>
              </a:defRPr>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654" name="Google Shape;654;g2669109b303_0_659"/>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grpSp>
        <p:nvGrpSpPr>
          <p:cNvPr id="655" name="Google Shape;655;g2669109b303_0_659"/>
          <p:cNvGrpSpPr/>
          <p:nvPr/>
        </p:nvGrpSpPr>
        <p:grpSpPr>
          <a:xfrm>
            <a:off x="722445" y="3412541"/>
            <a:ext cx="7699120" cy="1883463"/>
            <a:chOff x="4558950" y="838825"/>
            <a:chExt cx="2813800" cy="688350"/>
          </a:xfrm>
        </p:grpSpPr>
        <p:sp>
          <p:nvSpPr>
            <p:cNvPr id="656" name="Google Shape;656;g2669109b303_0_659"/>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g2669109b303_0_659"/>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2669109b303_0_659"/>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g2669109b303_0_659"/>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2669109b303_0_659"/>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g2669109b303_0_659"/>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2669109b303_0_659"/>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2669109b303_0_659"/>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g2669109b303_0_659"/>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g2669109b303_0_659"/>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2669109b303_0_659"/>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2669109b303_0_659"/>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g2669109b303_0_659"/>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2669109b303_0_659"/>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2669109b303_0_659"/>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2669109b303_0_659"/>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2669109b303_0_659"/>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g2669109b303_0_659"/>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2669109b303_0_659"/>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2669109b303_0_659"/>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2669109b303_0_659"/>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2669109b303_0_659"/>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g2669109b303_0_659"/>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2669109b303_0_659"/>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2669109b303_0_659"/>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2669109b303_0_659"/>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g2669109b303_0_659"/>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g2669109b303_0_659"/>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g2669109b303_0_659"/>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g2669109b303_0_659"/>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g2669109b303_0_659"/>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2669109b303_0_659"/>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g2669109b303_0_659"/>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2669109b303_0_659"/>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2669109b303_0_659"/>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91" name="Shape 691"/>
        <p:cNvGrpSpPr/>
        <p:nvPr/>
      </p:nvGrpSpPr>
      <p:grpSpPr>
        <a:xfrm>
          <a:off x="0" y="0"/>
          <a:ext cx="0" cy="0"/>
          <a:chOff x="0" y="0"/>
          <a:chExt cx="0" cy="0"/>
        </a:xfrm>
      </p:grpSpPr>
      <p:sp>
        <p:nvSpPr>
          <p:cNvPr id="692" name="Google Shape;692;g2669109b303_0_698"/>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693" name="Google Shape;693;g2669109b303_0_69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2669109b303_0_69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g2669109b303_0_69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g2669109b303_0_69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g2669109b303_0_69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2669109b303_0_69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2669109b303_0_69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2669109b303_0_69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2669109b303_0_698"/>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2669109b303_0_698"/>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2669109b303_0_698"/>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704" name="Google Shape;704;g2669109b303_0_698"/>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705" name="Google Shape;705;g2669109b303_0_698"/>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2"/>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706" name="Google Shape;706;g2669109b303_0_698"/>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707" name="Google Shape;707;g2669109b303_0_698"/>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708" name="Google Shape;708;g2669109b303_0_698"/>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3"/>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709" name="Google Shape;709;g2669109b303_0_698"/>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710" name="Google Shape;710;g2669109b303_0_698"/>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711" name="Google Shape;711;g2669109b303_0_698"/>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1"/>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712" name="Google Shape;712;g2669109b303_0_698"/>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713" name="Shape 713"/>
        <p:cNvGrpSpPr/>
        <p:nvPr/>
      </p:nvGrpSpPr>
      <p:grpSpPr>
        <a:xfrm>
          <a:off x="0" y="0"/>
          <a:ext cx="0" cy="0"/>
          <a:chOff x="0" y="0"/>
          <a:chExt cx="0" cy="0"/>
        </a:xfrm>
      </p:grpSpPr>
      <p:sp>
        <p:nvSpPr>
          <p:cNvPr id="714" name="Google Shape;714;g2669109b303_0_720"/>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15" name="Google Shape;715;g2669109b303_0_720"/>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16" name="Google Shape;716;g2669109b303_0_720"/>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17" name="Google Shape;717;g2669109b303_0_720"/>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18" name="Google Shape;718;g2669109b303_0_720"/>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g2669109b303_0_720"/>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2669109b303_0_720"/>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g2669109b303_0_720"/>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2" name="Google Shape;722;g2669109b303_0_720"/>
          <p:cNvGrpSpPr/>
          <p:nvPr/>
        </p:nvGrpSpPr>
        <p:grpSpPr>
          <a:xfrm>
            <a:off x="6626134" y="-164562"/>
            <a:ext cx="121172" cy="760495"/>
            <a:chOff x="5245196" y="3136513"/>
            <a:chExt cx="121172" cy="760495"/>
          </a:xfrm>
        </p:grpSpPr>
        <p:sp>
          <p:nvSpPr>
            <p:cNvPr id="723" name="Google Shape;723;g2669109b303_0_72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2669109b303_0_72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5" name="Google Shape;725;g2669109b303_0_720"/>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2669109b303_0_720"/>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g2669109b303_0_720"/>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728" name="Shape 728"/>
        <p:cNvGrpSpPr/>
        <p:nvPr/>
      </p:nvGrpSpPr>
      <p:grpSpPr>
        <a:xfrm>
          <a:off x="0" y="0"/>
          <a:ext cx="0" cy="0"/>
          <a:chOff x="0" y="0"/>
          <a:chExt cx="0" cy="0"/>
        </a:xfrm>
      </p:grpSpPr>
      <p:sp>
        <p:nvSpPr>
          <p:cNvPr id="729" name="Google Shape;729;g2669109b303_0_73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g2669109b303_0_73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2669109b303_0_73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2669109b303_0_73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33" name="Google Shape;733;g2669109b303_0_735"/>
          <p:cNvGrpSpPr/>
          <p:nvPr/>
        </p:nvGrpSpPr>
        <p:grpSpPr>
          <a:xfrm>
            <a:off x="6626134" y="-164562"/>
            <a:ext cx="121172" cy="760495"/>
            <a:chOff x="5245196" y="3136513"/>
            <a:chExt cx="121172" cy="760495"/>
          </a:xfrm>
        </p:grpSpPr>
        <p:sp>
          <p:nvSpPr>
            <p:cNvPr id="734" name="Google Shape;734;g2669109b303_0_73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2669109b303_0_73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6" name="Google Shape;736;g2669109b303_0_73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g2669109b303_0_73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2669109b303_0_735"/>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39" name="Google Shape;739;g2669109b303_0_735"/>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40" name="Google Shape;740;g2669109b303_0_735"/>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41" name="Google Shape;741;g2669109b303_0_735"/>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42" name="Google Shape;742;g2669109b303_0_735"/>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43" name="Google Shape;743;g2669109b303_0_735"/>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44" name="Google Shape;744;g2669109b303_0_735"/>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745" name="Shape 745"/>
        <p:cNvGrpSpPr/>
        <p:nvPr/>
      </p:nvGrpSpPr>
      <p:grpSpPr>
        <a:xfrm>
          <a:off x="0" y="0"/>
          <a:ext cx="0" cy="0"/>
          <a:chOff x="0" y="0"/>
          <a:chExt cx="0" cy="0"/>
        </a:xfrm>
      </p:grpSpPr>
      <p:sp>
        <p:nvSpPr>
          <p:cNvPr id="746" name="Google Shape;746;g2669109b303_0_752"/>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47" name="Google Shape;747;g2669109b303_0_752"/>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48" name="Google Shape;748;g2669109b303_0_752"/>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49" name="Google Shape;749;g2669109b303_0_752"/>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50" name="Google Shape;750;g2669109b303_0_752"/>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51" name="Google Shape;751;g2669109b303_0_752"/>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52" name="Google Shape;752;g2669109b303_0_752"/>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753" name="Google Shape;753;g2669109b303_0_752"/>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54" name="Google Shape;754;g2669109b303_0_752"/>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55" name="Google Shape;755;g2669109b303_0_752"/>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56" name="Google Shape;756;g2669109b303_0_752"/>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57" name="Google Shape;757;g2669109b303_0_752"/>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58" name="Google Shape;758;g2669109b303_0_752"/>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59" name="Google Shape;759;g2669109b303_0_752"/>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g2669109b303_0_75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2669109b303_0_75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g2669109b303_0_75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g2669109b303_0_75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g2669109b303_0_75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g2669109b303_0_75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g2669109b303_0_752"/>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2669109b303_0_752"/>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768" name="Shape 768"/>
        <p:cNvGrpSpPr/>
        <p:nvPr/>
      </p:nvGrpSpPr>
      <p:grpSpPr>
        <a:xfrm>
          <a:off x="0" y="0"/>
          <a:ext cx="0" cy="0"/>
          <a:chOff x="0" y="0"/>
          <a:chExt cx="0" cy="0"/>
        </a:xfrm>
      </p:grpSpPr>
      <p:sp>
        <p:nvSpPr>
          <p:cNvPr id="769" name="Google Shape;769;g2669109b303_0_775"/>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70" name="Google Shape;770;g2669109b303_0_775"/>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71" name="Google Shape;771;g2669109b303_0_775"/>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72" name="Google Shape;772;g2669109b303_0_775"/>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73" name="Google Shape;773;g2669109b303_0_775"/>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74" name="Google Shape;774;g2669109b303_0_775"/>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75" name="Google Shape;775;g2669109b303_0_775"/>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776" name="Google Shape;776;g2669109b303_0_775"/>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77" name="Google Shape;777;g2669109b303_0_775"/>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778" name="Google Shape;778;g2669109b303_0_775"/>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2669109b303_0_77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2669109b303_0_77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g2669109b303_0_77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2669109b303_0_77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g2669109b303_0_77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2669109b303_0_77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2669109b303_0_77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g2669109b303_0_77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g2669109b303_0_775"/>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788" name="Shape 788"/>
        <p:cNvGrpSpPr/>
        <p:nvPr/>
      </p:nvGrpSpPr>
      <p:grpSpPr>
        <a:xfrm>
          <a:off x="0" y="0"/>
          <a:ext cx="0" cy="0"/>
          <a:chOff x="0" y="0"/>
          <a:chExt cx="0" cy="0"/>
        </a:xfrm>
      </p:grpSpPr>
      <p:sp>
        <p:nvSpPr>
          <p:cNvPr id="789" name="Google Shape;789;g2669109b303_0_795"/>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790" name="Google Shape;790;g2669109b303_0_795"/>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91" name="Google Shape;791;g2669109b303_0_795"/>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792" name="Google Shape;792;g2669109b303_0_795"/>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93" name="Google Shape;793;g2669109b303_0_795"/>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794" name="Google Shape;794;g2669109b303_0_795"/>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95" name="Google Shape;795;g2669109b303_0_795"/>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796" name="Google Shape;796;g2669109b303_0_795"/>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797" name="Google Shape;797;g2669109b303_0_795"/>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798" name="Google Shape;798;g2669109b303_0_795"/>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g2669109b303_0_79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g2669109b303_0_79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g2669109b303_0_79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g2669109b303_0_79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g2669109b303_0_795"/>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g2669109b303_0_79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g2669109b303_0_79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g2669109b303_0_79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g2669109b303_0_795"/>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808" name="Shape 808"/>
        <p:cNvGrpSpPr/>
        <p:nvPr/>
      </p:nvGrpSpPr>
      <p:grpSpPr>
        <a:xfrm>
          <a:off x="0" y="0"/>
          <a:ext cx="0" cy="0"/>
          <a:chOff x="0" y="0"/>
          <a:chExt cx="0" cy="0"/>
        </a:xfrm>
      </p:grpSpPr>
      <p:sp>
        <p:nvSpPr>
          <p:cNvPr id="809" name="Google Shape;809;g2669109b303_0_815"/>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7200">
                <a:solidFill>
                  <a:schemeClr val="lt1"/>
                </a:solidFill>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10" name="Google Shape;810;g2669109b303_0_815"/>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11" name="Google Shape;811;g2669109b303_0_815"/>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812" name="Google Shape;812;g2669109b303_0_815"/>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g2669109b303_0_815"/>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g2669109b303_0_815"/>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g2669109b303_0_815"/>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g2669109b303_0_815"/>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g2669109b303_0_815"/>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g2669109b303_0_815"/>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g2669109b303_0_815"/>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0" name="Google Shape;820;g2669109b303_0_815"/>
          <p:cNvGrpSpPr/>
          <p:nvPr/>
        </p:nvGrpSpPr>
        <p:grpSpPr>
          <a:xfrm>
            <a:off x="6669726" y="-389684"/>
            <a:ext cx="143766" cy="2106420"/>
            <a:chOff x="6780548" y="337714"/>
            <a:chExt cx="133252" cy="1952377"/>
          </a:xfrm>
        </p:grpSpPr>
        <p:sp>
          <p:nvSpPr>
            <p:cNvPr id="821" name="Google Shape;821;g2669109b303_0_81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g2669109b303_0_81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3" name="Google Shape;823;g2669109b303_0_815"/>
          <p:cNvGrpSpPr/>
          <p:nvPr/>
        </p:nvGrpSpPr>
        <p:grpSpPr>
          <a:xfrm>
            <a:off x="1510030" y="507749"/>
            <a:ext cx="203534" cy="2663108"/>
            <a:chOff x="250617" y="2402301"/>
            <a:chExt cx="188650" cy="2468355"/>
          </a:xfrm>
        </p:grpSpPr>
        <p:sp>
          <p:nvSpPr>
            <p:cNvPr id="824" name="Google Shape;824;g2669109b303_0_815"/>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2669109b303_0_815"/>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2669109b303_0_815"/>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g2669109b303_0_815"/>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8" name="Google Shape;828;g2669109b303_0_815"/>
          <p:cNvGrpSpPr/>
          <p:nvPr/>
        </p:nvGrpSpPr>
        <p:grpSpPr>
          <a:xfrm>
            <a:off x="385355" y="1380671"/>
            <a:ext cx="199237" cy="2828935"/>
            <a:chOff x="1608717" y="1280046"/>
            <a:chExt cx="199237" cy="2828935"/>
          </a:xfrm>
        </p:grpSpPr>
        <p:sp>
          <p:nvSpPr>
            <p:cNvPr id="829" name="Google Shape;829;g2669109b303_0_815"/>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2669109b303_0_815"/>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2669109b303_0_815"/>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2" name="Google Shape;832;g2669109b303_0_815"/>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2669109b303_0_815"/>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4" name="Google Shape;834;g2669109b303_0_815"/>
          <p:cNvGrpSpPr/>
          <p:nvPr/>
        </p:nvGrpSpPr>
        <p:grpSpPr>
          <a:xfrm>
            <a:off x="989025" y="-389666"/>
            <a:ext cx="62143" cy="897428"/>
            <a:chOff x="2038689" y="173907"/>
            <a:chExt cx="57599" cy="831799"/>
          </a:xfrm>
        </p:grpSpPr>
        <p:sp>
          <p:nvSpPr>
            <p:cNvPr id="835" name="Google Shape;835;g2669109b303_0_81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g2669109b303_0_81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7" name="Google Shape;837;g2669109b303_0_815"/>
          <p:cNvGrpSpPr/>
          <p:nvPr/>
        </p:nvGrpSpPr>
        <p:grpSpPr>
          <a:xfrm>
            <a:off x="8568730" y="2184809"/>
            <a:ext cx="214702" cy="2308597"/>
            <a:chOff x="8008096" y="2108910"/>
            <a:chExt cx="199001" cy="2139770"/>
          </a:xfrm>
        </p:grpSpPr>
        <p:sp>
          <p:nvSpPr>
            <p:cNvPr id="838" name="Google Shape;838;g2669109b303_0_81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g2669109b303_0_81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0" name="Google Shape;840;g2669109b303_0_815"/>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1" name="Google Shape;841;g2669109b303_0_815"/>
          <p:cNvGrpSpPr/>
          <p:nvPr/>
        </p:nvGrpSpPr>
        <p:grpSpPr>
          <a:xfrm>
            <a:off x="8221230" y="9"/>
            <a:ext cx="214702" cy="2308597"/>
            <a:chOff x="8008096" y="2108910"/>
            <a:chExt cx="199001" cy="2139770"/>
          </a:xfrm>
        </p:grpSpPr>
        <p:sp>
          <p:nvSpPr>
            <p:cNvPr id="842" name="Google Shape;842;g2669109b303_0_81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g2669109b303_0_81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844" name="Shape 844"/>
        <p:cNvGrpSpPr/>
        <p:nvPr/>
      </p:nvGrpSpPr>
      <p:grpSpPr>
        <a:xfrm>
          <a:off x="0" y="0"/>
          <a:ext cx="0" cy="0"/>
          <a:chOff x="0" y="0"/>
          <a:chExt cx="0" cy="0"/>
        </a:xfrm>
      </p:grpSpPr>
      <p:sp>
        <p:nvSpPr>
          <p:cNvPr id="845" name="Google Shape;845;g2669109b303_0_851"/>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SzPts val="1000"/>
              <a:buFont typeface="Livvic Light"/>
              <a:buChar char="●"/>
              <a:defRPr sz="1200"/>
            </a:lvl1pPr>
            <a:lvl2pPr indent="-292100" lvl="1" marL="914400" rtl="0" algn="l">
              <a:lnSpc>
                <a:spcPct val="115000"/>
              </a:lnSpc>
              <a:spcBef>
                <a:spcPts val="1600"/>
              </a:spcBef>
              <a:spcAft>
                <a:spcPts val="0"/>
              </a:spcAft>
              <a:buSzPts val="1000"/>
              <a:buFont typeface="Nunito Light"/>
              <a:buChar char="○"/>
              <a:defRPr/>
            </a:lvl2pPr>
            <a:lvl3pPr indent="-292100" lvl="2" marL="1371600" rtl="0" algn="l">
              <a:lnSpc>
                <a:spcPct val="115000"/>
              </a:lnSpc>
              <a:spcBef>
                <a:spcPts val="1600"/>
              </a:spcBef>
              <a:spcAft>
                <a:spcPts val="0"/>
              </a:spcAft>
              <a:buSzPts val="1000"/>
              <a:buFont typeface="Nunito Light"/>
              <a:buChar char="■"/>
              <a:defRPr/>
            </a:lvl3pPr>
            <a:lvl4pPr indent="-292100" lvl="3" marL="1828800" rtl="0" algn="l">
              <a:lnSpc>
                <a:spcPct val="115000"/>
              </a:lnSpc>
              <a:spcBef>
                <a:spcPts val="1600"/>
              </a:spcBef>
              <a:spcAft>
                <a:spcPts val="0"/>
              </a:spcAft>
              <a:buSzPts val="1000"/>
              <a:buFont typeface="Nunito Light"/>
              <a:buChar char="●"/>
              <a:defRPr/>
            </a:lvl4pPr>
            <a:lvl5pPr indent="-292100" lvl="4" marL="2286000" rtl="0" algn="l">
              <a:lnSpc>
                <a:spcPct val="115000"/>
              </a:lnSpc>
              <a:spcBef>
                <a:spcPts val="1600"/>
              </a:spcBef>
              <a:spcAft>
                <a:spcPts val="0"/>
              </a:spcAft>
              <a:buSzPts val="1000"/>
              <a:buFont typeface="Nunito Light"/>
              <a:buChar char="○"/>
              <a:defRPr/>
            </a:lvl5pPr>
            <a:lvl6pPr indent="-292100" lvl="5" marL="2743200" rtl="0" algn="l">
              <a:lnSpc>
                <a:spcPct val="115000"/>
              </a:lnSpc>
              <a:spcBef>
                <a:spcPts val="1600"/>
              </a:spcBef>
              <a:spcAft>
                <a:spcPts val="0"/>
              </a:spcAft>
              <a:buSzPts val="1000"/>
              <a:buFont typeface="Nunito Light"/>
              <a:buChar char="■"/>
              <a:defRPr/>
            </a:lvl6pPr>
            <a:lvl7pPr indent="-292100" lvl="6" marL="3200400" rtl="0" algn="l">
              <a:lnSpc>
                <a:spcPct val="115000"/>
              </a:lnSpc>
              <a:spcBef>
                <a:spcPts val="1600"/>
              </a:spcBef>
              <a:spcAft>
                <a:spcPts val="0"/>
              </a:spcAft>
              <a:buSzPts val="1000"/>
              <a:buFont typeface="Nunito Light"/>
              <a:buChar char="●"/>
              <a:defRPr/>
            </a:lvl7pPr>
            <a:lvl8pPr indent="-292100" lvl="7" marL="3657600" rtl="0" algn="l">
              <a:lnSpc>
                <a:spcPct val="115000"/>
              </a:lnSpc>
              <a:spcBef>
                <a:spcPts val="1600"/>
              </a:spcBef>
              <a:spcAft>
                <a:spcPts val="0"/>
              </a:spcAft>
              <a:buSzPts val="1000"/>
              <a:buFont typeface="Nunito Light"/>
              <a:buChar char="○"/>
              <a:defRPr/>
            </a:lvl8pPr>
            <a:lvl9pPr indent="-292100" lvl="8" marL="4114800" rtl="0" algn="l">
              <a:lnSpc>
                <a:spcPct val="115000"/>
              </a:lnSpc>
              <a:spcBef>
                <a:spcPts val="1600"/>
              </a:spcBef>
              <a:spcAft>
                <a:spcPts val="1600"/>
              </a:spcAft>
              <a:buSzPts val="1000"/>
              <a:buFont typeface="Nunito Light"/>
              <a:buChar char="■"/>
              <a:defRPr/>
            </a:lvl9pPr>
          </a:lstStyle>
          <a:p/>
        </p:txBody>
      </p:sp>
      <p:sp>
        <p:nvSpPr>
          <p:cNvPr id="846" name="Google Shape;846;g2669109b303_0_851"/>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847" name="Google Shape;847;g2669109b303_0_851"/>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Clr>
                <a:srgbClr val="EC5D37"/>
              </a:buClr>
              <a:buSzPts val="1000"/>
              <a:buFont typeface="Livvic Light"/>
              <a:buChar char="●"/>
              <a:defRPr sz="1200"/>
            </a:lvl1pPr>
            <a:lvl2pPr indent="-292100" lvl="1" marL="914400" rtl="0" algn="l">
              <a:lnSpc>
                <a:spcPct val="115000"/>
              </a:lnSpc>
              <a:spcBef>
                <a:spcPts val="1600"/>
              </a:spcBef>
              <a:spcAft>
                <a:spcPts val="0"/>
              </a:spcAft>
              <a:buClr>
                <a:srgbClr val="FFC800"/>
              </a:buClr>
              <a:buSzPts val="1000"/>
              <a:buFont typeface="Nunito Light"/>
              <a:buChar char="○"/>
              <a:defRPr/>
            </a:lvl2pPr>
            <a:lvl3pPr indent="-292100" lvl="2" marL="1371600" rtl="0" algn="l">
              <a:lnSpc>
                <a:spcPct val="115000"/>
              </a:lnSpc>
              <a:spcBef>
                <a:spcPts val="1600"/>
              </a:spcBef>
              <a:spcAft>
                <a:spcPts val="0"/>
              </a:spcAft>
              <a:buClr>
                <a:srgbClr val="FFC800"/>
              </a:buClr>
              <a:buSzPts val="1000"/>
              <a:buFont typeface="Nunito Light"/>
              <a:buChar char="■"/>
              <a:defRPr/>
            </a:lvl3pPr>
            <a:lvl4pPr indent="-292100" lvl="3" marL="1828800" rtl="0" algn="l">
              <a:lnSpc>
                <a:spcPct val="115000"/>
              </a:lnSpc>
              <a:spcBef>
                <a:spcPts val="1600"/>
              </a:spcBef>
              <a:spcAft>
                <a:spcPts val="0"/>
              </a:spcAft>
              <a:buClr>
                <a:srgbClr val="FFC800"/>
              </a:buClr>
              <a:buSzPts val="1000"/>
              <a:buFont typeface="Nunito Light"/>
              <a:buChar char="●"/>
              <a:defRPr/>
            </a:lvl4pPr>
            <a:lvl5pPr indent="-292100" lvl="4" marL="2286000" rtl="0" algn="l">
              <a:lnSpc>
                <a:spcPct val="115000"/>
              </a:lnSpc>
              <a:spcBef>
                <a:spcPts val="1600"/>
              </a:spcBef>
              <a:spcAft>
                <a:spcPts val="0"/>
              </a:spcAft>
              <a:buClr>
                <a:srgbClr val="434343"/>
              </a:buClr>
              <a:buSzPts val="1000"/>
              <a:buFont typeface="Nunito Light"/>
              <a:buChar char="○"/>
              <a:defRPr/>
            </a:lvl5pPr>
            <a:lvl6pPr indent="-292100" lvl="5" marL="2743200" rtl="0" algn="l">
              <a:lnSpc>
                <a:spcPct val="115000"/>
              </a:lnSpc>
              <a:spcBef>
                <a:spcPts val="1600"/>
              </a:spcBef>
              <a:spcAft>
                <a:spcPts val="0"/>
              </a:spcAft>
              <a:buClr>
                <a:srgbClr val="434343"/>
              </a:buClr>
              <a:buSzPts val="1000"/>
              <a:buFont typeface="Nunito Light"/>
              <a:buChar char="■"/>
              <a:defRPr/>
            </a:lvl6pPr>
            <a:lvl7pPr indent="-292100" lvl="6" marL="3200400" rtl="0" algn="l">
              <a:lnSpc>
                <a:spcPct val="115000"/>
              </a:lnSpc>
              <a:spcBef>
                <a:spcPts val="1600"/>
              </a:spcBef>
              <a:spcAft>
                <a:spcPts val="0"/>
              </a:spcAft>
              <a:buClr>
                <a:srgbClr val="434343"/>
              </a:buClr>
              <a:buSzPts val="1000"/>
              <a:buFont typeface="Nunito Light"/>
              <a:buChar char="●"/>
              <a:defRPr/>
            </a:lvl7pPr>
            <a:lvl8pPr indent="-292100" lvl="7" marL="3657600" rtl="0" algn="l">
              <a:lnSpc>
                <a:spcPct val="115000"/>
              </a:lnSpc>
              <a:spcBef>
                <a:spcPts val="1600"/>
              </a:spcBef>
              <a:spcAft>
                <a:spcPts val="0"/>
              </a:spcAft>
              <a:buClr>
                <a:srgbClr val="434343"/>
              </a:buClr>
              <a:buSzPts val="1000"/>
              <a:buFont typeface="Nunito Light"/>
              <a:buChar char="○"/>
              <a:defRPr/>
            </a:lvl8pPr>
            <a:lvl9pPr indent="-292100" lvl="8" marL="4114800" rtl="0" algn="l">
              <a:lnSpc>
                <a:spcPct val="115000"/>
              </a:lnSpc>
              <a:spcBef>
                <a:spcPts val="1600"/>
              </a:spcBef>
              <a:spcAft>
                <a:spcPts val="1600"/>
              </a:spcAft>
              <a:buClr>
                <a:srgbClr val="434343"/>
              </a:buClr>
              <a:buSzPts val="1000"/>
              <a:buFont typeface="Nunito Light"/>
              <a:buChar char="■"/>
              <a:defRPr/>
            </a:lvl9pPr>
          </a:lstStyle>
          <a:p/>
        </p:txBody>
      </p:sp>
      <p:sp>
        <p:nvSpPr>
          <p:cNvPr id="848" name="Google Shape;848;g2669109b303_0_851"/>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g2669109b303_0_851"/>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g2669109b303_0_851"/>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2669109b303_0_851"/>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g2669109b303_0_851"/>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g2669109b303_0_851"/>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g2669109b303_0_851"/>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g2669109b303_0_851"/>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2669109b303_0_851"/>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2669109b303_0_851"/>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g2669109b303_0_851"/>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859" name="Shape 859"/>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60" name="Shape 860"/>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64" name="Shape 864"/>
        <p:cNvGrpSpPr/>
        <p:nvPr/>
      </p:nvGrpSpPr>
      <p:grpSpPr>
        <a:xfrm>
          <a:off x="0" y="0"/>
          <a:ext cx="0" cy="0"/>
          <a:chOff x="0" y="0"/>
          <a:chExt cx="0" cy="0"/>
        </a:xfrm>
      </p:grpSpPr>
      <p:sp>
        <p:nvSpPr>
          <p:cNvPr id="865" name="Google Shape;865;g2669109b303_0_1329"/>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solidFill>
                  <a:schemeClr val="l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866" name="Google Shape;866;g2669109b303_0_1329"/>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67" name="Google Shape;867;g2669109b303_0_1329"/>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g2669109b303_0_1329"/>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g2669109b303_0_1329"/>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2669109b303_0_1329"/>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2669109b303_0_1329"/>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2669109b303_0_1329"/>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3" name="Google Shape;873;g2669109b303_0_1329"/>
          <p:cNvGrpSpPr/>
          <p:nvPr/>
        </p:nvGrpSpPr>
        <p:grpSpPr>
          <a:xfrm>
            <a:off x="8263682" y="-434366"/>
            <a:ext cx="188886" cy="1181532"/>
            <a:chOff x="2877432" y="975334"/>
            <a:chExt cx="188886" cy="1181532"/>
          </a:xfrm>
        </p:grpSpPr>
        <p:sp>
          <p:nvSpPr>
            <p:cNvPr id="874" name="Google Shape;874;g2669109b303_0_1329"/>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g2669109b303_0_1329"/>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g2669109b303_0_1329"/>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7" name="Google Shape;877;g2669109b303_0_1329"/>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8" name="Google Shape;878;g2669109b303_0_1329"/>
          <p:cNvGrpSpPr/>
          <p:nvPr/>
        </p:nvGrpSpPr>
        <p:grpSpPr>
          <a:xfrm>
            <a:off x="3090746" y="-533657"/>
            <a:ext cx="98059" cy="1147595"/>
            <a:chOff x="3347921" y="16006"/>
            <a:chExt cx="98059" cy="1147595"/>
          </a:xfrm>
        </p:grpSpPr>
        <p:sp>
          <p:nvSpPr>
            <p:cNvPr id="879" name="Google Shape;879;g2669109b303_0_1329"/>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g2669109b303_0_1329"/>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1" name="Google Shape;881;g2669109b303_0_1329"/>
          <p:cNvGrpSpPr/>
          <p:nvPr/>
        </p:nvGrpSpPr>
        <p:grpSpPr>
          <a:xfrm>
            <a:off x="4892771" y="-340112"/>
            <a:ext cx="121172" cy="760495"/>
            <a:chOff x="5245196" y="3136513"/>
            <a:chExt cx="121172" cy="760495"/>
          </a:xfrm>
        </p:grpSpPr>
        <p:sp>
          <p:nvSpPr>
            <p:cNvPr id="882" name="Google Shape;882;g2669109b303_0_132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2669109b303_0_132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4" name="Google Shape;884;g2669109b303_0_1329"/>
          <p:cNvGrpSpPr/>
          <p:nvPr/>
        </p:nvGrpSpPr>
        <p:grpSpPr>
          <a:xfrm>
            <a:off x="250617" y="2402301"/>
            <a:ext cx="188650" cy="2468355"/>
            <a:chOff x="250617" y="2402301"/>
            <a:chExt cx="188650" cy="2468355"/>
          </a:xfrm>
        </p:grpSpPr>
        <p:sp>
          <p:nvSpPr>
            <p:cNvPr id="885" name="Google Shape;885;g2669109b303_0_132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2669109b303_0_132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g2669109b303_0_132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g2669109b303_0_132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9" name="Google Shape;889;g2669109b303_0_1329"/>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g2669109b303_0_1329"/>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1" name="Google Shape;891;g2669109b303_0_1329"/>
          <p:cNvGrpSpPr/>
          <p:nvPr/>
        </p:nvGrpSpPr>
        <p:grpSpPr>
          <a:xfrm>
            <a:off x="2038689" y="173907"/>
            <a:ext cx="57599" cy="831799"/>
            <a:chOff x="2038689" y="173907"/>
            <a:chExt cx="57599" cy="831799"/>
          </a:xfrm>
        </p:grpSpPr>
        <p:sp>
          <p:nvSpPr>
            <p:cNvPr id="892" name="Google Shape;892;g2669109b303_0_132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g2669109b303_0_132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894" name="Shape 894"/>
        <p:cNvGrpSpPr/>
        <p:nvPr/>
      </p:nvGrpSpPr>
      <p:grpSpPr>
        <a:xfrm>
          <a:off x="0" y="0"/>
          <a:ext cx="0" cy="0"/>
          <a:chOff x="0" y="0"/>
          <a:chExt cx="0" cy="0"/>
        </a:xfrm>
      </p:grpSpPr>
      <p:grpSp>
        <p:nvGrpSpPr>
          <p:cNvPr id="895" name="Google Shape;895;g2669109b303_0_1359"/>
          <p:cNvGrpSpPr/>
          <p:nvPr/>
        </p:nvGrpSpPr>
        <p:grpSpPr>
          <a:xfrm>
            <a:off x="0" y="381001"/>
            <a:ext cx="1037850" cy="1016288"/>
            <a:chOff x="0" y="381001"/>
            <a:chExt cx="1037850" cy="1016288"/>
          </a:xfrm>
        </p:grpSpPr>
        <p:sp>
          <p:nvSpPr>
            <p:cNvPr id="896" name="Google Shape;896;g2669109b303_0_135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g2669109b303_0_135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8" name="Google Shape;898;g2669109b303_0_135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899" name="Google Shape;899;g2669109b303_0_1359"/>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900" name="Google Shape;900;g2669109b303_0_13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1" name="Shape 901"/>
        <p:cNvGrpSpPr/>
        <p:nvPr/>
      </p:nvGrpSpPr>
      <p:grpSpPr>
        <a:xfrm>
          <a:off x="0" y="0"/>
          <a:ext cx="0" cy="0"/>
          <a:chOff x="0" y="0"/>
          <a:chExt cx="0" cy="0"/>
        </a:xfrm>
      </p:grpSpPr>
      <p:sp>
        <p:nvSpPr>
          <p:cNvPr id="902" name="Google Shape;902;g2669109b303_0_1366"/>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2669109b303_0_1366"/>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04" name="Google Shape;904;g2669109b303_0_1366"/>
          <p:cNvGrpSpPr/>
          <p:nvPr/>
        </p:nvGrpSpPr>
        <p:grpSpPr>
          <a:xfrm>
            <a:off x="8263682" y="-434366"/>
            <a:ext cx="188886" cy="1181532"/>
            <a:chOff x="2877432" y="975334"/>
            <a:chExt cx="188886" cy="1181532"/>
          </a:xfrm>
        </p:grpSpPr>
        <p:sp>
          <p:nvSpPr>
            <p:cNvPr id="905" name="Google Shape;905;g2669109b303_0_136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2669109b303_0_136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2669109b303_0_136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8" name="Google Shape;908;g2669109b303_0_1366"/>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09" name="Google Shape;909;g2669109b303_0_1366"/>
          <p:cNvGrpSpPr/>
          <p:nvPr/>
        </p:nvGrpSpPr>
        <p:grpSpPr>
          <a:xfrm>
            <a:off x="3643898" y="-436198"/>
            <a:ext cx="133252" cy="1952377"/>
            <a:chOff x="6780548" y="337714"/>
            <a:chExt cx="133252" cy="1952377"/>
          </a:xfrm>
        </p:grpSpPr>
        <p:sp>
          <p:nvSpPr>
            <p:cNvPr id="910" name="Google Shape;910;g2669109b303_0_1366"/>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2669109b303_0_1366"/>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2" name="Google Shape;912;g2669109b303_0_1366"/>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3" name="Google Shape;913;g2669109b303_0_1366"/>
          <p:cNvGrpSpPr/>
          <p:nvPr/>
        </p:nvGrpSpPr>
        <p:grpSpPr>
          <a:xfrm>
            <a:off x="8008096" y="2108910"/>
            <a:ext cx="199001" cy="2139770"/>
            <a:chOff x="8008096" y="2108910"/>
            <a:chExt cx="199001" cy="2139770"/>
          </a:xfrm>
        </p:grpSpPr>
        <p:sp>
          <p:nvSpPr>
            <p:cNvPr id="914" name="Google Shape;914;g2669109b303_0_1366"/>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2669109b303_0_1366"/>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6" name="Google Shape;916;g2669109b303_0_1366"/>
          <p:cNvGrpSpPr/>
          <p:nvPr/>
        </p:nvGrpSpPr>
        <p:grpSpPr>
          <a:xfrm>
            <a:off x="520996" y="1091548"/>
            <a:ext cx="199001" cy="2139770"/>
            <a:chOff x="8008096" y="2108910"/>
            <a:chExt cx="199001" cy="2139770"/>
          </a:xfrm>
        </p:grpSpPr>
        <p:sp>
          <p:nvSpPr>
            <p:cNvPr id="917" name="Google Shape;917;g2669109b303_0_1366"/>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g2669109b303_0_1366"/>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9" name="Google Shape;919;g2669109b303_0_1366"/>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200"/>
              <a:buNone/>
              <a:defRPr sz="4800">
                <a:solidFill>
                  <a:schemeClr val="lt1"/>
                </a:solidFill>
              </a:defRPr>
            </a:lvl1pPr>
            <a:lvl2pPr lvl="1" rtl="0" algn="l">
              <a:lnSpc>
                <a:spcPct val="100000"/>
              </a:lnSpc>
              <a:spcBef>
                <a:spcPts val="0"/>
              </a:spcBef>
              <a:spcAft>
                <a:spcPts val="0"/>
              </a:spcAft>
              <a:buClr>
                <a:srgbClr val="000000"/>
              </a:buClr>
              <a:buSzPts val="1200"/>
              <a:buNone/>
              <a:defRPr sz="1200">
                <a:solidFill>
                  <a:srgbClr val="000000"/>
                </a:solidFill>
              </a:defRPr>
            </a:lvl2pPr>
            <a:lvl3pPr lvl="2" rtl="0" algn="l">
              <a:lnSpc>
                <a:spcPct val="100000"/>
              </a:lnSpc>
              <a:spcBef>
                <a:spcPts val="0"/>
              </a:spcBef>
              <a:spcAft>
                <a:spcPts val="0"/>
              </a:spcAft>
              <a:buClr>
                <a:srgbClr val="000000"/>
              </a:buClr>
              <a:buSzPts val="1200"/>
              <a:buNone/>
              <a:defRPr sz="1200">
                <a:solidFill>
                  <a:srgbClr val="000000"/>
                </a:solidFill>
              </a:defRPr>
            </a:lvl3pPr>
            <a:lvl4pPr lvl="3" rtl="0" algn="l">
              <a:lnSpc>
                <a:spcPct val="100000"/>
              </a:lnSpc>
              <a:spcBef>
                <a:spcPts val="0"/>
              </a:spcBef>
              <a:spcAft>
                <a:spcPts val="0"/>
              </a:spcAft>
              <a:buClr>
                <a:srgbClr val="000000"/>
              </a:buClr>
              <a:buSzPts val="1200"/>
              <a:buNone/>
              <a:defRPr sz="1200">
                <a:solidFill>
                  <a:srgbClr val="000000"/>
                </a:solidFill>
              </a:defRPr>
            </a:lvl4pPr>
            <a:lvl5pPr lvl="4" rtl="0" algn="l">
              <a:lnSpc>
                <a:spcPct val="100000"/>
              </a:lnSpc>
              <a:spcBef>
                <a:spcPts val="0"/>
              </a:spcBef>
              <a:spcAft>
                <a:spcPts val="0"/>
              </a:spcAft>
              <a:buClr>
                <a:srgbClr val="000000"/>
              </a:buClr>
              <a:buSzPts val="1200"/>
              <a:buNone/>
              <a:defRPr sz="1200">
                <a:solidFill>
                  <a:srgbClr val="000000"/>
                </a:solidFill>
              </a:defRPr>
            </a:lvl5pPr>
            <a:lvl6pPr lvl="5" rtl="0" algn="l">
              <a:lnSpc>
                <a:spcPct val="100000"/>
              </a:lnSpc>
              <a:spcBef>
                <a:spcPts val="0"/>
              </a:spcBef>
              <a:spcAft>
                <a:spcPts val="0"/>
              </a:spcAft>
              <a:buClr>
                <a:srgbClr val="000000"/>
              </a:buClr>
              <a:buSzPts val="1200"/>
              <a:buNone/>
              <a:defRPr sz="1200">
                <a:solidFill>
                  <a:srgbClr val="000000"/>
                </a:solidFill>
              </a:defRPr>
            </a:lvl6pPr>
            <a:lvl7pPr lvl="6" rtl="0" algn="l">
              <a:lnSpc>
                <a:spcPct val="100000"/>
              </a:lnSpc>
              <a:spcBef>
                <a:spcPts val="0"/>
              </a:spcBef>
              <a:spcAft>
                <a:spcPts val="0"/>
              </a:spcAft>
              <a:buClr>
                <a:srgbClr val="000000"/>
              </a:buClr>
              <a:buSzPts val="1200"/>
              <a:buNone/>
              <a:defRPr sz="1200">
                <a:solidFill>
                  <a:srgbClr val="000000"/>
                </a:solidFill>
              </a:defRPr>
            </a:lvl7pPr>
            <a:lvl8pPr lvl="7" rtl="0" algn="l">
              <a:lnSpc>
                <a:spcPct val="100000"/>
              </a:lnSpc>
              <a:spcBef>
                <a:spcPts val="0"/>
              </a:spcBef>
              <a:spcAft>
                <a:spcPts val="0"/>
              </a:spcAft>
              <a:buClr>
                <a:srgbClr val="000000"/>
              </a:buClr>
              <a:buSzPts val="1200"/>
              <a:buNone/>
              <a:defRPr sz="1200">
                <a:solidFill>
                  <a:srgbClr val="000000"/>
                </a:solidFill>
              </a:defRPr>
            </a:lvl8pPr>
            <a:lvl9pPr lvl="8" rtl="0" algn="l">
              <a:lnSpc>
                <a:spcPct val="100000"/>
              </a:lnSpc>
              <a:spcBef>
                <a:spcPts val="0"/>
              </a:spcBef>
              <a:spcAft>
                <a:spcPts val="0"/>
              </a:spcAft>
              <a:buClr>
                <a:srgbClr val="000000"/>
              </a:buClr>
              <a:buSzPts val="1200"/>
              <a:buNone/>
              <a:defRPr sz="1200">
                <a:solidFill>
                  <a:srgbClr val="000000"/>
                </a:solidFill>
              </a:defRPr>
            </a:lvl9pPr>
          </a:lstStyle>
          <a:p/>
        </p:txBody>
      </p:sp>
      <p:sp>
        <p:nvSpPr>
          <p:cNvPr id="920" name="Google Shape;920;g2669109b303_0_1366"/>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921" name="Google Shape;921;g2669109b303_0_1366"/>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rgbClr val="000000"/>
              </a:buClr>
              <a:buSzPts val="4800"/>
              <a:buNone/>
              <a:defRPr sz="6000"/>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2" name="Shape 922"/>
        <p:cNvGrpSpPr/>
        <p:nvPr/>
      </p:nvGrpSpPr>
      <p:grpSpPr>
        <a:xfrm>
          <a:off x="0" y="0"/>
          <a:ext cx="0" cy="0"/>
          <a:chOff x="0" y="0"/>
          <a:chExt cx="0" cy="0"/>
        </a:xfrm>
      </p:grpSpPr>
      <p:sp>
        <p:nvSpPr>
          <p:cNvPr id="923" name="Google Shape;923;g2669109b303_0_1387"/>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924" name="Google Shape;924;g2669109b303_0_1387"/>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925" name="Google Shape;925;g2669109b303_0_1387"/>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g2669109b303_0_1387"/>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g2669109b303_0_1387"/>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g2669109b303_0_1387"/>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g2669109b303_0_1387"/>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30" name="Google Shape;930;g2669109b303_0_1387"/>
          <p:cNvGrpSpPr/>
          <p:nvPr/>
        </p:nvGrpSpPr>
        <p:grpSpPr>
          <a:xfrm>
            <a:off x="8148521" y="3004593"/>
            <a:ext cx="98059" cy="1147595"/>
            <a:chOff x="3347921" y="16006"/>
            <a:chExt cx="98059" cy="1147595"/>
          </a:xfrm>
        </p:grpSpPr>
        <p:sp>
          <p:nvSpPr>
            <p:cNvPr id="931" name="Google Shape;931;g2669109b303_0_138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g2669109b303_0_138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3" name="Google Shape;933;g2669109b303_0_1387"/>
          <p:cNvGrpSpPr/>
          <p:nvPr/>
        </p:nvGrpSpPr>
        <p:grpSpPr>
          <a:xfrm>
            <a:off x="281421" y="3769263"/>
            <a:ext cx="121172" cy="760495"/>
            <a:chOff x="5245196" y="3136513"/>
            <a:chExt cx="121172" cy="760495"/>
          </a:xfrm>
        </p:grpSpPr>
        <p:sp>
          <p:nvSpPr>
            <p:cNvPr id="934" name="Google Shape;934;g2669109b303_0_138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g2669109b303_0_138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6" name="Google Shape;936;g2669109b303_0_1387"/>
          <p:cNvGrpSpPr/>
          <p:nvPr/>
        </p:nvGrpSpPr>
        <p:grpSpPr>
          <a:xfrm>
            <a:off x="8534739" y="4069632"/>
            <a:ext cx="57599" cy="831799"/>
            <a:chOff x="2038689" y="173907"/>
            <a:chExt cx="57599" cy="831799"/>
          </a:xfrm>
        </p:grpSpPr>
        <p:sp>
          <p:nvSpPr>
            <p:cNvPr id="937" name="Google Shape;937;g2669109b303_0_138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2669109b303_0_138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9" name="Google Shape;939;g2669109b303_0_1387"/>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g2669109b303_0_1387"/>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41" name="Shape 941"/>
        <p:cNvGrpSpPr/>
        <p:nvPr/>
      </p:nvGrpSpPr>
      <p:grpSpPr>
        <a:xfrm>
          <a:off x="0" y="0"/>
          <a:ext cx="0" cy="0"/>
          <a:chOff x="0" y="0"/>
          <a:chExt cx="0" cy="0"/>
        </a:xfrm>
      </p:grpSpPr>
      <p:sp>
        <p:nvSpPr>
          <p:cNvPr id="942" name="Google Shape;942;g2669109b303_0_1406"/>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943" name="Google Shape;943;g2669109b303_0_1406"/>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44" name="Google Shape;944;g2669109b303_0_1406"/>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945" name="Google Shape;945;g2669109b303_0_1406"/>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946" name="Google Shape;946;g2669109b303_0_1406"/>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947" name="Google Shape;947;g2669109b303_0_140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g2669109b303_0_140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g2669109b303_0_140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g2669109b303_0_140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51" name="Google Shape;951;g2669109b303_0_1406"/>
          <p:cNvGrpSpPr/>
          <p:nvPr/>
        </p:nvGrpSpPr>
        <p:grpSpPr>
          <a:xfrm>
            <a:off x="6626134" y="-164562"/>
            <a:ext cx="121172" cy="760495"/>
            <a:chOff x="5245196" y="3136513"/>
            <a:chExt cx="121172" cy="760495"/>
          </a:xfrm>
        </p:grpSpPr>
        <p:sp>
          <p:nvSpPr>
            <p:cNvPr id="952" name="Google Shape;952;g2669109b303_0_140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g2669109b303_0_140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4" name="Google Shape;954;g2669109b303_0_140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g2669109b303_0_140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6" name="Shape 956"/>
        <p:cNvGrpSpPr/>
        <p:nvPr/>
      </p:nvGrpSpPr>
      <p:grpSpPr>
        <a:xfrm>
          <a:off x="0" y="0"/>
          <a:ext cx="0" cy="0"/>
          <a:chOff x="0" y="0"/>
          <a:chExt cx="0" cy="0"/>
        </a:xfrm>
      </p:grpSpPr>
      <p:sp>
        <p:nvSpPr>
          <p:cNvPr id="957" name="Google Shape;957;g2669109b303_0_1421"/>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958" name="Google Shape;958;g2669109b303_0_1421"/>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2669109b303_0_1421"/>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2669109b303_0_1421"/>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g2669109b303_0_1421"/>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2669109b303_0_1421"/>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g2669109b303_0_1421"/>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g2669109b303_0_1421"/>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g2669109b303_0_1421"/>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g2669109b303_0_1421"/>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g2669109b303_0_1421"/>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68" name="Shape 968"/>
        <p:cNvGrpSpPr/>
        <p:nvPr/>
      </p:nvGrpSpPr>
      <p:grpSpPr>
        <a:xfrm>
          <a:off x="0" y="0"/>
          <a:ext cx="0" cy="0"/>
          <a:chOff x="0" y="0"/>
          <a:chExt cx="0" cy="0"/>
        </a:xfrm>
      </p:grpSpPr>
      <p:sp>
        <p:nvSpPr>
          <p:cNvPr id="969" name="Google Shape;969;g2669109b303_0_1433"/>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6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970" name="Google Shape;970;g2669109b303_0_1433"/>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971" name="Google Shape;971;g2669109b303_0_143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g2669109b303_0_143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2669109b303_0_143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2669109b303_0_143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75" name="Google Shape;975;g2669109b303_0_1433"/>
          <p:cNvGrpSpPr/>
          <p:nvPr/>
        </p:nvGrpSpPr>
        <p:grpSpPr>
          <a:xfrm>
            <a:off x="6626134" y="-164562"/>
            <a:ext cx="121172" cy="760495"/>
            <a:chOff x="5245196" y="3136513"/>
            <a:chExt cx="121172" cy="760495"/>
          </a:xfrm>
        </p:grpSpPr>
        <p:sp>
          <p:nvSpPr>
            <p:cNvPr id="976" name="Google Shape;976;g2669109b303_0_143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g2669109b303_0_143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8" name="Google Shape;978;g2669109b303_0_143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g2669109b303_0_143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80" name="Shape 980"/>
        <p:cNvGrpSpPr/>
        <p:nvPr/>
      </p:nvGrpSpPr>
      <p:grpSpPr>
        <a:xfrm>
          <a:off x="0" y="0"/>
          <a:ext cx="0" cy="0"/>
          <a:chOff x="0" y="0"/>
          <a:chExt cx="0" cy="0"/>
        </a:xfrm>
      </p:grpSpPr>
      <p:sp>
        <p:nvSpPr>
          <p:cNvPr id="981" name="Google Shape;981;g2669109b303_0_1445"/>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4800"/>
              <a:buNone/>
              <a:defRPr sz="72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982" name="Google Shape;982;g2669109b303_0_1445"/>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g2669109b303_0_1445"/>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g2669109b303_0_1445"/>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g2669109b303_0_1445"/>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g2669109b303_0_1445"/>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g2669109b303_0_1445"/>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88" name="Google Shape;988;g2669109b303_0_1445"/>
          <p:cNvGrpSpPr/>
          <p:nvPr/>
        </p:nvGrpSpPr>
        <p:grpSpPr>
          <a:xfrm>
            <a:off x="8263682" y="-434366"/>
            <a:ext cx="188886" cy="1181532"/>
            <a:chOff x="2877432" y="975334"/>
            <a:chExt cx="188886" cy="1181532"/>
          </a:xfrm>
        </p:grpSpPr>
        <p:sp>
          <p:nvSpPr>
            <p:cNvPr id="989" name="Google Shape;989;g2669109b303_0_1445"/>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2669109b303_0_1445"/>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g2669109b303_0_1445"/>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2" name="Google Shape;992;g2669109b303_0_1445"/>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g2669109b303_0_1445"/>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g2669109b303_0_1445"/>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95" name="Google Shape;995;g2669109b303_0_1445"/>
          <p:cNvGrpSpPr/>
          <p:nvPr/>
        </p:nvGrpSpPr>
        <p:grpSpPr>
          <a:xfrm>
            <a:off x="3090746" y="-533657"/>
            <a:ext cx="98059" cy="1147595"/>
            <a:chOff x="3347921" y="16006"/>
            <a:chExt cx="98059" cy="1147595"/>
          </a:xfrm>
        </p:grpSpPr>
        <p:sp>
          <p:nvSpPr>
            <p:cNvPr id="996" name="Google Shape;996;g2669109b303_0_1445"/>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g2669109b303_0_1445"/>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8" name="Google Shape;998;g2669109b303_0_1445"/>
          <p:cNvGrpSpPr/>
          <p:nvPr/>
        </p:nvGrpSpPr>
        <p:grpSpPr>
          <a:xfrm>
            <a:off x="4892771" y="-340112"/>
            <a:ext cx="121172" cy="760495"/>
            <a:chOff x="5245196" y="3136513"/>
            <a:chExt cx="121172" cy="760495"/>
          </a:xfrm>
        </p:grpSpPr>
        <p:sp>
          <p:nvSpPr>
            <p:cNvPr id="999" name="Google Shape;999;g2669109b303_0_144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g2669109b303_0_144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1" name="Google Shape;1001;g2669109b303_0_1445"/>
          <p:cNvGrpSpPr/>
          <p:nvPr/>
        </p:nvGrpSpPr>
        <p:grpSpPr>
          <a:xfrm>
            <a:off x="6967836" y="85439"/>
            <a:ext cx="133252" cy="1952377"/>
            <a:chOff x="6780548" y="337714"/>
            <a:chExt cx="133252" cy="1952377"/>
          </a:xfrm>
        </p:grpSpPr>
        <p:sp>
          <p:nvSpPr>
            <p:cNvPr id="1002" name="Google Shape;1002;g2669109b303_0_144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g2669109b303_0_144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4" name="Google Shape;1004;g2669109b303_0_1445"/>
          <p:cNvGrpSpPr/>
          <p:nvPr/>
        </p:nvGrpSpPr>
        <p:grpSpPr>
          <a:xfrm>
            <a:off x="250617" y="2402301"/>
            <a:ext cx="188650" cy="2468355"/>
            <a:chOff x="250617" y="2402301"/>
            <a:chExt cx="188650" cy="2468355"/>
          </a:xfrm>
        </p:grpSpPr>
        <p:sp>
          <p:nvSpPr>
            <p:cNvPr id="1005" name="Google Shape;1005;g2669109b303_0_1445"/>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g2669109b303_0_1445"/>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g2669109b303_0_1445"/>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g2669109b303_0_1445"/>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9" name="Google Shape;1009;g2669109b303_0_1445"/>
          <p:cNvGrpSpPr/>
          <p:nvPr/>
        </p:nvGrpSpPr>
        <p:grpSpPr>
          <a:xfrm>
            <a:off x="982417" y="1695096"/>
            <a:ext cx="199237" cy="2828935"/>
            <a:chOff x="1608717" y="1280046"/>
            <a:chExt cx="199237" cy="2828935"/>
          </a:xfrm>
        </p:grpSpPr>
        <p:sp>
          <p:nvSpPr>
            <p:cNvPr id="1010" name="Google Shape;1010;g2669109b303_0_1445"/>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g2669109b303_0_1445"/>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2669109b303_0_1445"/>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3" name="Google Shape;1013;g2669109b303_0_1445"/>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14" name="Google Shape;1014;g2669109b303_0_1445"/>
          <p:cNvGrpSpPr/>
          <p:nvPr/>
        </p:nvGrpSpPr>
        <p:grpSpPr>
          <a:xfrm>
            <a:off x="2038689" y="173907"/>
            <a:ext cx="57599" cy="831799"/>
            <a:chOff x="2038689" y="173907"/>
            <a:chExt cx="57599" cy="831799"/>
          </a:xfrm>
        </p:grpSpPr>
        <p:sp>
          <p:nvSpPr>
            <p:cNvPr id="1015" name="Google Shape;1015;g2669109b303_0_144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g2669109b303_0_144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7" name="Google Shape;1017;g2669109b303_0_1445"/>
          <p:cNvGrpSpPr/>
          <p:nvPr/>
        </p:nvGrpSpPr>
        <p:grpSpPr>
          <a:xfrm>
            <a:off x="8008096" y="2108910"/>
            <a:ext cx="199001" cy="2139770"/>
            <a:chOff x="8008096" y="2108910"/>
            <a:chExt cx="199001" cy="2139770"/>
          </a:xfrm>
        </p:grpSpPr>
        <p:sp>
          <p:nvSpPr>
            <p:cNvPr id="1018" name="Google Shape;1018;g2669109b303_0_144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g2669109b303_0_144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0" name="Google Shape;1020;g2669109b303_0_1445"/>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21" name="Google Shape;1021;g2669109b303_0_1445"/>
          <p:cNvGrpSpPr/>
          <p:nvPr/>
        </p:nvGrpSpPr>
        <p:grpSpPr>
          <a:xfrm>
            <a:off x="4095146" y="-859690"/>
            <a:ext cx="199001" cy="2139770"/>
            <a:chOff x="8008096" y="2108910"/>
            <a:chExt cx="199001" cy="2139770"/>
          </a:xfrm>
        </p:grpSpPr>
        <p:sp>
          <p:nvSpPr>
            <p:cNvPr id="1022" name="Google Shape;1022;g2669109b303_0_144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2669109b303_0_144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4" name="Google Shape;1024;g2669109b303_0_1445"/>
          <p:cNvGrpSpPr/>
          <p:nvPr/>
        </p:nvGrpSpPr>
        <p:grpSpPr>
          <a:xfrm>
            <a:off x="6333286" y="3704939"/>
            <a:ext cx="133252" cy="1952377"/>
            <a:chOff x="6780548" y="337714"/>
            <a:chExt cx="133252" cy="1952377"/>
          </a:xfrm>
        </p:grpSpPr>
        <p:sp>
          <p:nvSpPr>
            <p:cNvPr id="1025" name="Google Shape;1025;g2669109b303_0_144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g2669109b303_0_144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7" name="Google Shape;1027;g2669109b303_0_1445"/>
          <p:cNvGrpSpPr/>
          <p:nvPr/>
        </p:nvGrpSpPr>
        <p:grpSpPr>
          <a:xfrm>
            <a:off x="2702021" y="3612763"/>
            <a:ext cx="121172" cy="760495"/>
            <a:chOff x="5245196" y="3136513"/>
            <a:chExt cx="121172" cy="760495"/>
          </a:xfrm>
        </p:grpSpPr>
        <p:sp>
          <p:nvSpPr>
            <p:cNvPr id="1028" name="Google Shape;1028;g2669109b303_0_144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g2669109b303_0_144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0" name="Google Shape;1030;g2669109b303_0_1445"/>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2669109b303_0_1445"/>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32" name="Shape 1032"/>
        <p:cNvGrpSpPr/>
        <p:nvPr/>
      </p:nvGrpSpPr>
      <p:grpSpPr>
        <a:xfrm>
          <a:off x="0" y="0"/>
          <a:ext cx="0" cy="0"/>
          <a:chOff x="0" y="0"/>
          <a:chExt cx="0" cy="0"/>
        </a:xfrm>
      </p:grpSpPr>
      <p:sp>
        <p:nvSpPr>
          <p:cNvPr id="1033" name="Google Shape;1033;g2669109b303_0_149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1034" name="Google Shape;1034;g2669109b303_0_149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35" name="Google Shape;1035;g2669109b303_0_149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6" name="Shape 1036"/>
        <p:cNvGrpSpPr/>
        <p:nvPr/>
      </p:nvGrpSpPr>
      <p:grpSpPr>
        <a:xfrm>
          <a:off x="0" y="0"/>
          <a:ext cx="0" cy="0"/>
          <a:chOff x="0" y="0"/>
          <a:chExt cx="0" cy="0"/>
        </a:xfrm>
      </p:grpSpPr>
      <p:sp>
        <p:nvSpPr>
          <p:cNvPr id="1037" name="Google Shape;1037;g2669109b303_0_1501"/>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sz="3000"/>
            </a:lvl1pPr>
            <a:lvl2pPr lvl="1" rtl="0" algn="l">
              <a:lnSpc>
                <a:spcPct val="100000"/>
              </a:lnSpc>
              <a:spcBef>
                <a:spcPts val="0"/>
              </a:spcBef>
              <a:spcAft>
                <a:spcPts val="0"/>
              </a:spcAft>
              <a:buSzPts val="3000"/>
              <a:buNone/>
              <a:defRPr sz="3000"/>
            </a:lvl2pPr>
            <a:lvl3pPr lvl="2" rtl="0" algn="l">
              <a:lnSpc>
                <a:spcPct val="100000"/>
              </a:lnSpc>
              <a:spcBef>
                <a:spcPts val="0"/>
              </a:spcBef>
              <a:spcAft>
                <a:spcPts val="0"/>
              </a:spcAft>
              <a:buSzPts val="3000"/>
              <a:buNone/>
              <a:defRPr sz="3000"/>
            </a:lvl3pPr>
            <a:lvl4pPr lvl="3" rtl="0" algn="l">
              <a:lnSpc>
                <a:spcPct val="100000"/>
              </a:lnSpc>
              <a:spcBef>
                <a:spcPts val="0"/>
              </a:spcBef>
              <a:spcAft>
                <a:spcPts val="0"/>
              </a:spcAft>
              <a:buSzPts val="3000"/>
              <a:buNone/>
              <a:defRPr sz="3000"/>
            </a:lvl4pPr>
            <a:lvl5pPr lvl="4" rtl="0" algn="l">
              <a:lnSpc>
                <a:spcPct val="100000"/>
              </a:lnSpc>
              <a:spcBef>
                <a:spcPts val="0"/>
              </a:spcBef>
              <a:spcAft>
                <a:spcPts val="0"/>
              </a:spcAft>
              <a:buSzPts val="3000"/>
              <a:buNone/>
              <a:defRPr sz="3000"/>
            </a:lvl5pPr>
            <a:lvl6pPr lvl="5" rtl="0" algn="l">
              <a:lnSpc>
                <a:spcPct val="100000"/>
              </a:lnSpc>
              <a:spcBef>
                <a:spcPts val="0"/>
              </a:spcBef>
              <a:spcAft>
                <a:spcPts val="0"/>
              </a:spcAft>
              <a:buSzPts val="3000"/>
              <a:buNone/>
              <a:defRPr sz="3000"/>
            </a:lvl6pPr>
            <a:lvl7pPr lvl="6" rtl="0" algn="l">
              <a:lnSpc>
                <a:spcPct val="100000"/>
              </a:lnSpc>
              <a:spcBef>
                <a:spcPts val="0"/>
              </a:spcBef>
              <a:spcAft>
                <a:spcPts val="0"/>
              </a:spcAft>
              <a:buSzPts val="3000"/>
              <a:buNone/>
              <a:defRPr sz="3000"/>
            </a:lvl7pPr>
            <a:lvl8pPr lvl="7" rtl="0" algn="l">
              <a:lnSpc>
                <a:spcPct val="100000"/>
              </a:lnSpc>
              <a:spcBef>
                <a:spcPts val="0"/>
              </a:spcBef>
              <a:spcAft>
                <a:spcPts val="0"/>
              </a:spcAft>
              <a:buSzPts val="3000"/>
              <a:buNone/>
              <a:defRPr sz="3000"/>
            </a:lvl8pPr>
            <a:lvl9pPr lvl="8" rtl="0" algn="l">
              <a:lnSpc>
                <a:spcPct val="100000"/>
              </a:lnSpc>
              <a:spcBef>
                <a:spcPts val="0"/>
              </a:spcBef>
              <a:spcAft>
                <a:spcPts val="0"/>
              </a:spcAft>
              <a:buSzPts val="3000"/>
              <a:buNone/>
              <a:defRPr sz="3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038" name="Shape 1038"/>
        <p:cNvGrpSpPr/>
        <p:nvPr/>
      </p:nvGrpSpPr>
      <p:grpSpPr>
        <a:xfrm>
          <a:off x="0" y="0"/>
          <a:ext cx="0" cy="0"/>
          <a:chOff x="0" y="0"/>
          <a:chExt cx="0" cy="0"/>
        </a:xfrm>
      </p:grpSpPr>
      <p:sp>
        <p:nvSpPr>
          <p:cNvPr id="1039" name="Google Shape;1039;g2669109b303_0_1503"/>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5200"/>
              <a:buNone/>
              <a:defRPr sz="2400">
                <a:solidFill>
                  <a:schemeClr val="accen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040" name="Google Shape;1040;g2669109b303_0_1503"/>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41" name="Google Shape;1041;g2669109b303_0_1503"/>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g2669109b303_0_1503"/>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g2669109b303_0_1503"/>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g2669109b303_0_1503"/>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g2669109b303_0_150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6" name="Google Shape;1046;g2669109b303_0_1503"/>
          <p:cNvGrpSpPr/>
          <p:nvPr/>
        </p:nvGrpSpPr>
        <p:grpSpPr>
          <a:xfrm>
            <a:off x="8217007" y="3576772"/>
            <a:ext cx="188886" cy="1181532"/>
            <a:chOff x="2877432" y="975334"/>
            <a:chExt cx="188886" cy="1181532"/>
          </a:xfrm>
        </p:grpSpPr>
        <p:sp>
          <p:nvSpPr>
            <p:cNvPr id="1047" name="Google Shape;1047;g2669109b303_0_150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g2669109b303_0_150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g2669109b303_0_150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0" name="Google Shape;1050;g2669109b303_0_1503"/>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51" name="Google Shape;1051;g2669109b303_0_1503"/>
          <p:cNvGrpSpPr/>
          <p:nvPr/>
        </p:nvGrpSpPr>
        <p:grpSpPr>
          <a:xfrm>
            <a:off x="7519346" y="3243318"/>
            <a:ext cx="98059" cy="1147595"/>
            <a:chOff x="3347921" y="16006"/>
            <a:chExt cx="98059" cy="1147595"/>
          </a:xfrm>
        </p:grpSpPr>
        <p:sp>
          <p:nvSpPr>
            <p:cNvPr id="1052" name="Google Shape;1052;g2669109b303_0_1503"/>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g2669109b303_0_1503"/>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4" name="Google Shape;1054;g2669109b303_0_1503"/>
          <p:cNvGrpSpPr/>
          <p:nvPr/>
        </p:nvGrpSpPr>
        <p:grpSpPr>
          <a:xfrm>
            <a:off x="805821" y="2953663"/>
            <a:ext cx="121172" cy="760495"/>
            <a:chOff x="5245196" y="3136513"/>
            <a:chExt cx="121172" cy="760495"/>
          </a:xfrm>
        </p:grpSpPr>
        <p:sp>
          <p:nvSpPr>
            <p:cNvPr id="1055" name="Google Shape;1055;g2669109b303_0_150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2669109b303_0_150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7" name="Google Shape;1057;g2669109b303_0_1503"/>
          <p:cNvGrpSpPr/>
          <p:nvPr/>
        </p:nvGrpSpPr>
        <p:grpSpPr>
          <a:xfrm>
            <a:off x="250617" y="2402301"/>
            <a:ext cx="188650" cy="2468355"/>
            <a:chOff x="250617" y="2402301"/>
            <a:chExt cx="188650" cy="2468355"/>
          </a:xfrm>
        </p:grpSpPr>
        <p:sp>
          <p:nvSpPr>
            <p:cNvPr id="1058" name="Google Shape;1058;g2669109b303_0_1503"/>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2669109b303_0_1503"/>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g2669109b303_0_1503"/>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g2669109b303_0_1503"/>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2" name="Google Shape;1062;g2669109b303_0_1503"/>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g2669109b303_0_1503"/>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4" name="Google Shape;1064;g2669109b303_0_1503"/>
          <p:cNvGrpSpPr/>
          <p:nvPr/>
        </p:nvGrpSpPr>
        <p:grpSpPr>
          <a:xfrm>
            <a:off x="2038689" y="173907"/>
            <a:ext cx="57599" cy="831799"/>
            <a:chOff x="2038689" y="173907"/>
            <a:chExt cx="57599" cy="831799"/>
          </a:xfrm>
        </p:grpSpPr>
        <p:sp>
          <p:nvSpPr>
            <p:cNvPr id="1065" name="Google Shape;1065;g2669109b303_0_1503"/>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2669109b303_0_1503"/>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7" name="Google Shape;1067;g2669109b303_0_1503"/>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68" name="Google Shape;1068;g2669109b303_0_1503"/>
          <p:cNvGrpSpPr/>
          <p:nvPr/>
        </p:nvGrpSpPr>
        <p:grpSpPr>
          <a:xfrm>
            <a:off x="4920170" y="-496491"/>
            <a:ext cx="188886" cy="1181532"/>
            <a:chOff x="2877432" y="975334"/>
            <a:chExt cx="188886" cy="1181532"/>
          </a:xfrm>
        </p:grpSpPr>
        <p:sp>
          <p:nvSpPr>
            <p:cNvPr id="1069" name="Google Shape;1069;g2669109b303_0_150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2669109b303_0_150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g2669109b303_0_150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72" name="Google Shape;1072;g2669109b303_0_1503"/>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3" name="Google Shape;1073;g2669109b303_0_1503"/>
          <p:cNvGrpSpPr/>
          <p:nvPr/>
        </p:nvGrpSpPr>
        <p:grpSpPr>
          <a:xfrm>
            <a:off x="3030471" y="-223849"/>
            <a:ext cx="121172" cy="760495"/>
            <a:chOff x="5245196" y="3136513"/>
            <a:chExt cx="121172" cy="760495"/>
          </a:xfrm>
        </p:grpSpPr>
        <p:sp>
          <p:nvSpPr>
            <p:cNvPr id="1074" name="Google Shape;1074;g2669109b303_0_150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g2669109b303_0_150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6" name="Google Shape;1076;g2669109b303_0_1503"/>
          <p:cNvGrpSpPr/>
          <p:nvPr/>
        </p:nvGrpSpPr>
        <p:grpSpPr>
          <a:xfrm>
            <a:off x="2306292" y="2569221"/>
            <a:ext cx="199237" cy="2828935"/>
            <a:chOff x="1608717" y="1280046"/>
            <a:chExt cx="199237" cy="2828935"/>
          </a:xfrm>
        </p:grpSpPr>
        <p:sp>
          <p:nvSpPr>
            <p:cNvPr id="1077" name="Google Shape;1077;g2669109b303_0_1503"/>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g2669109b303_0_1503"/>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g2669109b303_0_1503"/>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80" name="Shape 1080"/>
        <p:cNvGrpSpPr/>
        <p:nvPr/>
      </p:nvGrpSpPr>
      <p:grpSpPr>
        <a:xfrm>
          <a:off x="0" y="0"/>
          <a:ext cx="0" cy="0"/>
          <a:chOff x="0" y="0"/>
          <a:chExt cx="0" cy="0"/>
        </a:xfrm>
      </p:grpSpPr>
      <p:sp>
        <p:nvSpPr>
          <p:cNvPr id="1081" name="Google Shape;1081;g2669109b303_0_1545"/>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8000">
                <a:solidFill>
                  <a:schemeClr val="accent2"/>
                </a:solidFill>
              </a:defRPr>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1082" name="Google Shape;1082;g2669109b303_0_1545"/>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grpSp>
        <p:nvGrpSpPr>
          <p:cNvPr id="1083" name="Google Shape;1083;g2669109b303_0_1545"/>
          <p:cNvGrpSpPr/>
          <p:nvPr/>
        </p:nvGrpSpPr>
        <p:grpSpPr>
          <a:xfrm>
            <a:off x="722445" y="3412541"/>
            <a:ext cx="7699120" cy="1883463"/>
            <a:chOff x="4558950" y="838825"/>
            <a:chExt cx="2813800" cy="688350"/>
          </a:xfrm>
        </p:grpSpPr>
        <p:sp>
          <p:nvSpPr>
            <p:cNvPr id="1084" name="Google Shape;1084;g2669109b303_0_1545"/>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g2669109b303_0_1545"/>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g2669109b303_0_1545"/>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g2669109b303_0_1545"/>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2669109b303_0_1545"/>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g2669109b303_0_1545"/>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2669109b303_0_1545"/>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g2669109b303_0_1545"/>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2669109b303_0_1545"/>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g2669109b303_0_1545"/>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g2669109b303_0_1545"/>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g2669109b303_0_1545"/>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2669109b303_0_1545"/>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g2669109b303_0_1545"/>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g2669109b303_0_1545"/>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2669109b303_0_1545"/>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g2669109b303_0_1545"/>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2669109b303_0_1545"/>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2669109b303_0_1545"/>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g2669109b303_0_1545"/>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g2669109b303_0_1545"/>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2669109b303_0_1545"/>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2669109b303_0_1545"/>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g2669109b303_0_1545"/>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g2669109b303_0_1545"/>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g2669109b303_0_1545"/>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g2669109b303_0_1545"/>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2669109b303_0_1545"/>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g2669109b303_0_1545"/>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2669109b303_0_1545"/>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2669109b303_0_1545"/>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g2669109b303_0_1545"/>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2669109b303_0_1545"/>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2669109b303_0_1545"/>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g2669109b303_0_1545"/>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119" name="Shape 1119"/>
        <p:cNvGrpSpPr/>
        <p:nvPr/>
      </p:nvGrpSpPr>
      <p:grpSpPr>
        <a:xfrm>
          <a:off x="0" y="0"/>
          <a:ext cx="0" cy="0"/>
          <a:chOff x="0" y="0"/>
          <a:chExt cx="0" cy="0"/>
        </a:xfrm>
      </p:grpSpPr>
      <p:sp>
        <p:nvSpPr>
          <p:cNvPr id="1120" name="Google Shape;1120;g2669109b303_0_1584"/>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121" name="Google Shape;1121;g2669109b303_0_1584"/>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2669109b303_0_1584"/>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g2669109b303_0_1584"/>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g2669109b303_0_1584"/>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g2669109b303_0_1584"/>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g2669109b303_0_1584"/>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g2669109b303_0_1584"/>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g2669109b303_0_1584"/>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2669109b303_0_1584"/>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g2669109b303_0_1584"/>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2669109b303_0_1584"/>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132" name="Google Shape;1132;g2669109b303_0_1584"/>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133" name="Google Shape;1133;g2669109b303_0_1584"/>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2"/>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134" name="Google Shape;1134;g2669109b303_0_1584"/>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135" name="Google Shape;1135;g2669109b303_0_1584"/>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136" name="Google Shape;1136;g2669109b303_0_1584"/>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3"/>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137" name="Google Shape;1137;g2669109b303_0_1584"/>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138" name="Google Shape;1138;g2669109b303_0_1584"/>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139" name="Google Shape;1139;g2669109b303_0_1584"/>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1"/>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140" name="Google Shape;1140;g2669109b303_0_1584"/>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1141" name="Shape 1141"/>
        <p:cNvGrpSpPr/>
        <p:nvPr/>
      </p:nvGrpSpPr>
      <p:grpSpPr>
        <a:xfrm>
          <a:off x="0" y="0"/>
          <a:ext cx="0" cy="0"/>
          <a:chOff x="0" y="0"/>
          <a:chExt cx="0" cy="0"/>
        </a:xfrm>
      </p:grpSpPr>
      <p:sp>
        <p:nvSpPr>
          <p:cNvPr id="1142" name="Google Shape;1142;g2669109b303_0_1606"/>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43" name="Google Shape;1143;g2669109b303_0_1606"/>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44" name="Google Shape;1144;g2669109b303_0_1606"/>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45" name="Google Shape;1145;g2669109b303_0_1606"/>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46" name="Google Shape;1146;g2669109b303_0_1606"/>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g2669109b303_0_1606"/>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g2669109b303_0_1606"/>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g2669109b303_0_1606"/>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50" name="Google Shape;1150;g2669109b303_0_1606"/>
          <p:cNvGrpSpPr/>
          <p:nvPr/>
        </p:nvGrpSpPr>
        <p:grpSpPr>
          <a:xfrm>
            <a:off x="6626134" y="-164562"/>
            <a:ext cx="121172" cy="760495"/>
            <a:chOff x="5245196" y="3136513"/>
            <a:chExt cx="121172" cy="760495"/>
          </a:xfrm>
        </p:grpSpPr>
        <p:sp>
          <p:nvSpPr>
            <p:cNvPr id="1151" name="Google Shape;1151;g2669109b303_0_160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g2669109b303_0_160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3" name="Google Shape;1153;g2669109b303_0_1606"/>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g2669109b303_0_1606"/>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2669109b303_0_1606"/>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1156" name="Shape 1156"/>
        <p:cNvGrpSpPr/>
        <p:nvPr/>
      </p:nvGrpSpPr>
      <p:grpSpPr>
        <a:xfrm>
          <a:off x="0" y="0"/>
          <a:ext cx="0" cy="0"/>
          <a:chOff x="0" y="0"/>
          <a:chExt cx="0" cy="0"/>
        </a:xfrm>
      </p:grpSpPr>
      <p:sp>
        <p:nvSpPr>
          <p:cNvPr id="1157" name="Google Shape;1157;g2669109b303_0_1621"/>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g2669109b303_0_1621"/>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g2669109b303_0_1621"/>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g2669109b303_0_1621"/>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1" name="Google Shape;1161;g2669109b303_0_1621"/>
          <p:cNvGrpSpPr/>
          <p:nvPr/>
        </p:nvGrpSpPr>
        <p:grpSpPr>
          <a:xfrm>
            <a:off x="6626134" y="-164562"/>
            <a:ext cx="121172" cy="760495"/>
            <a:chOff x="5245196" y="3136513"/>
            <a:chExt cx="121172" cy="760495"/>
          </a:xfrm>
        </p:grpSpPr>
        <p:sp>
          <p:nvSpPr>
            <p:cNvPr id="1162" name="Google Shape;1162;g2669109b303_0_162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2669109b303_0_162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4" name="Google Shape;1164;g2669109b303_0_1621"/>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g2669109b303_0_1621"/>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2669109b303_0_1621"/>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67" name="Google Shape;1167;g2669109b303_0_1621"/>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68" name="Google Shape;1168;g2669109b303_0_1621"/>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69" name="Google Shape;1169;g2669109b303_0_1621"/>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70" name="Google Shape;1170;g2669109b303_0_1621"/>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71" name="Google Shape;1171;g2669109b303_0_1621"/>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72" name="Google Shape;1172;g2669109b303_0_1621"/>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173" name="Shape 1173"/>
        <p:cNvGrpSpPr/>
        <p:nvPr/>
      </p:nvGrpSpPr>
      <p:grpSpPr>
        <a:xfrm>
          <a:off x="0" y="0"/>
          <a:ext cx="0" cy="0"/>
          <a:chOff x="0" y="0"/>
          <a:chExt cx="0" cy="0"/>
        </a:xfrm>
      </p:grpSpPr>
      <p:sp>
        <p:nvSpPr>
          <p:cNvPr id="1174" name="Google Shape;1174;g2669109b303_0_1638"/>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75" name="Google Shape;1175;g2669109b303_0_1638"/>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76" name="Google Shape;1176;g2669109b303_0_1638"/>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77" name="Google Shape;1177;g2669109b303_0_1638"/>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78" name="Google Shape;1178;g2669109b303_0_1638"/>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79" name="Google Shape;1179;g2669109b303_0_1638"/>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80" name="Google Shape;1180;g2669109b303_0_1638"/>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181" name="Google Shape;1181;g2669109b303_0_1638"/>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82" name="Google Shape;1182;g2669109b303_0_1638"/>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83" name="Google Shape;1183;g2669109b303_0_1638"/>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84" name="Google Shape;1184;g2669109b303_0_1638"/>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85" name="Google Shape;1185;g2669109b303_0_1638"/>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86" name="Google Shape;1186;g2669109b303_0_1638"/>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87" name="Google Shape;1187;g2669109b303_0_1638"/>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g2669109b303_0_163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g2669109b303_0_163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g2669109b303_0_163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g2669109b303_0_163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g2669109b303_0_163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g2669109b303_0_163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g2669109b303_0_163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g2669109b303_0_1638"/>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1196" name="Shape 1196"/>
        <p:cNvGrpSpPr/>
        <p:nvPr/>
      </p:nvGrpSpPr>
      <p:grpSpPr>
        <a:xfrm>
          <a:off x="0" y="0"/>
          <a:ext cx="0" cy="0"/>
          <a:chOff x="0" y="0"/>
          <a:chExt cx="0" cy="0"/>
        </a:xfrm>
      </p:grpSpPr>
      <p:sp>
        <p:nvSpPr>
          <p:cNvPr id="1197" name="Google Shape;1197;g2669109b303_0_1661"/>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198" name="Google Shape;1198;g2669109b303_0_1661"/>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199" name="Google Shape;1199;g2669109b303_0_1661"/>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200" name="Google Shape;1200;g2669109b303_0_1661"/>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01" name="Google Shape;1201;g2669109b303_0_1661"/>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202" name="Google Shape;1202;g2669109b303_0_1661"/>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03" name="Google Shape;1203;g2669109b303_0_1661"/>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204" name="Google Shape;1204;g2669109b303_0_1661"/>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05" name="Google Shape;1205;g2669109b303_0_1661"/>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206" name="Google Shape;1206;g2669109b303_0_1661"/>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g2669109b303_0_1661"/>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2669109b303_0_1661"/>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g2669109b303_0_1661"/>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g2669109b303_0_1661"/>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2669109b303_0_1661"/>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g2669109b303_0_1661"/>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g2669109b303_0_1661"/>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g2669109b303_0_1661"/>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2669109b303_0_1661"/>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1216" name="Shape 1216"/>
        <p:cNvGrpSpPr/>
        <p:nvPr/>
      </p:nvGrpSpPr>
      <p:grpSpPr>
        <a:xfrm>
          <a:off x="0" y="0"/>
          <a:ext cx="0" cy="0"/>
          <a:chOff x="0" y="0"/>
          <a:chExt cx="0" cy="0"/>
        </a:xfrm>
      </p:grpSpPr>
      <p:sp>
        <p:nvSpPr>
          <p:cNvPr id="1217" name="Google Shape;1217;g2669109b303_0_1681"/>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218" name="Google Shape;1218;g2669109b303_0_1681"/>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19" name="Google Shape;1219;g2669109b303_0_1681"/>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220" name="Google Shape;1220;g2669109b303_0_1681"/>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21" name="Google Shape;1221;g2669109b303_0_1681"/>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222" name="Google Shape;1222;g2669109b303_0_1681"/>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23" name="Google Shape;1223;g2669109b303_0_1681"/>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224" name="Google Shape;1224;g2669109b303_0_1681"/>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225" name="Google Shape;1225;g2669109b303_0_1681"/>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226" name="Google Shape;1226;g2669109b303_0_1681"/>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g2669109b303_0_1681"/>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g2669109b303_0_1681"/>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g2669109b303_0_1681"/>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g2669109b303_0_1681"/>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g2669109b303_0_1681"/>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g2669109b303_0_1681"/>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g2669109b303_0_1681"/>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g2669109b303_0_1681"/>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g2669109b303_0_1681"/>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36" name="Shape 1236"/>
        <p:cNvGrpSpPr/>
        <p:nvPr/>
      </p:nvGrpSpPr>
      <p:grpSpPr>
        <a:xfrm>
          <a:off x="0" y="0"/>
          <a:ext cx="0" cy="0"/>
          <a:chOff x="0" y="0"/>
          <a:chExt cx="0" cy="0"/>
        </a:xfrm>
      </p:grpSpPr>
      <p:sp>
        <p:nvSpPr>
          <p:cNvPr id="1237" name="Google Shape;1237;g2669109b303_0_1701"/>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7200">
                <a:solidFill>
                  <a:schemeClr val="lt1"/>
                </a:solidFill>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1238" name="Google Shape;1238;g2669109b303_0_1701"/>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39" name="Google Shape;1239;g2669109b303_0_1701"/>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1240" name="Google Shape;1240;g2669109b303_0_1701"/>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g2669109b303_0_1701"/>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2669109b303_0_1701"/>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g2669109b303_0_1701"/>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g2669109b303_0_1701"/>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g2669109b303_0_1701"/>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2669109b303_0_1701"/>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g2669109b303_0_1701"/>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8" name="Google Shape;1248;g2669109b303_0_1701"/>
          <p:cNvGrpSpPr/>
          <p:nvPr/>
        </p:nvGrpSpPr>
        <p:grpSpPr>
          <a:xfrm>
            <a:off x="6669726" y="-389684"/>
            <a:ext cx="143766" cy="2106420"/>
            <a:chOff x="6780548" y="337714"/>
            <a:chExt cx="133252" cy="1952377"/>
          </a:xfrm>
        </p:grpSpPr>
        <p:sp>
          <p:nvSpPr>
            <p:cNvPr id="1249" name="Google Shape;1249;g2669109b303_0_1701"/>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g2669109b303_0_1701"/>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1" name="Google Shape;1251;g2669109b303_0_1701"/>
          <p:cNvGrpSpPr/>
          <p:nvPr/>
        </p:nvGrpSpPr>
        <p:grpSpPr>
          <a:xfrm>
            <a:off x="1510030" y="507749"/>
            <a:ext cx="203534" cy="2663108"/>
            <a:chOff x="250617" y="2402301"/>
            <a:chExt cx="188650" cy="2468355"/>
          </a:xfrm>
        </p:grpSpPr>
        <p:sp>
          <p:nvSpPr>
            <p:cNvPr id="1252" name="Google Shape;1252;g2669109b303_0_1701"/>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2669109b303_0_1701"/>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g2669109b303_0_1701"/>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g2669109b303_0_1701"/>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6" name="Google Shape;1256;g2669109b303_0_1701"/>
          <p:cNvGrpSpPr/>
          <p:nvPr/>
        </p:nvGrpSpPr>
        <p:grpSpPr>
          <a:xfrm>
            <a:off x="385355" y="1380671"/>
            <a:ext cx="199237" cy="2828935"/>
            <a:chOff x="1608717" y="1280046"/>
            <a:chExt cx="199237" cy="2828935"/>
          </a:xfrm>
        </p:grpSpPr>
        <p:sp>
          <p:nvSpPr>
            <p:cNvPr id="1257" name="Google Shape;1257;g2669109b303_0_1701"/>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2669109b303_0_1701"/>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g2669109b303_0_1701"/>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0" name="Google Shape;1260;g2669109b303_0_1701"/>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2669109b303_0_1701"/>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2" name="Google Shape;1262;g2669109b303_0_1701"/>
          <p:cNvGrpSpPr/>
          <p:nvPr/>
        </p:nvGrpSpPr>
        <p:grpSpPr>
          <a:xfrm>
            <a:off x="989025" y="-389666"/>
            <a:ext cx="62143" cy="897428"/>
            <a:chOff x="2038689" y="173907"/>
            <a:chExt cx="57599" cy="831799"/>
          </a:xfrm>
        </p:grpSpPr>
        <p:sp>
          <p:nvSpPr>
            <p:cNvPr id="1263" name="Google Shape;1263;g2669109b303_0_170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2669109b303_0_170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5" name="Google Shape;1265;g2669109b303_0_1701"/>
          <p:cNvGrpSpPr/>
          <p:nvPr/>
        </p:nvGrpSpPr>
        <p:grpSpPr>
          <a:xfrm>
            <a:off x="8568730" y="2184809"/>
            <a:ext cx="214702" cy="2308597"/>
            <a:chOff x="8008096" y="2108910"/>
            <a:chExt cx="199001" cy="2139770"/>
          </a:xfrm>
        </p:grpSpPr>
        <p:sp>
          <p:nvSpPr>
            <p:cNvPr id="1266" name="Google Shape;1266;g2669109b303_0_1701"/>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2669109b303_0_1701"/>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8" name="Google Shape;1268;g2669109b303_0_1701"/>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69" name="Google Shape;1269;g2669109b303_0_1701"/>
          <p:cNvGrpSpPr/>
          <p:nvPr/>
        </p:nvGrpSpPr>
        <p:grpSpPr>
          <a:xfrm>
            <a:off x="8221230" y="9"/>
            <a:ext cx="214702" cy="2308597"/>
            <a:chOff x="8008096" y="2108910"/>
            <a:chExt cx="199001" cy="2139770"/>
          </a:xfrm>
        </p:grpSpPr>
        <p:sp>
          <p:nvSpPr>
            <p:cNvPr id="1270" name="Google Shape;1270;g2669109b303_0_1701"/>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g2669109b303_0_1701"/>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1272" name="Shape 1272"/>
        <p:cNvGrpSpPr/>
        <p:nvPr/>
      </p:nvGrpSpPr>
      <p:grpSpPr>
        <a:xfrm>
          <a:off x="0" y="0"/>
          <a:ext cx="0" cy="0"/>
          <a:chOff x="0" y="0"/>
          <a:chExt cx="0" cy="0"/>
        </a:xfrm>
      </p:grpSpPr>
      <p:sp>
        <p:nvSpPr>
          <p:cNvPr id="1273" name="Google Shape;1273;g2669109b303_0_1737"/>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SzPts val="1000"/>
              <a:buFont typeface="Livvic Light"/>
              <a:buChar char="●"/>
              <a:defRPr sz="1200"/>
            </a:lvl1pPr>
            <a:lvl2pPr indent="-292100" lvl="1" marL="914400" rtl="0" algn="l">
              <a:lnSpc>
                <a:spcPct val="115000"/>
              </a:lnSpc>
              <a:spcBef>
                <a:spcPts val="1600"/>
              </a:spcBef>
              <a:spcAft>
                <a:spcPts val="0"/>
              </a:spcAft>
              <a:buSzPts val="1000"/>
              <a:buFont typeface="Nunito Light"/>
              <a:buChar char="○"/>
              <a:defRPr/>
            </a:lvl2pPr>
            <a:lvl3pPr indent="-292100" lvl="2" marL="1371600" rtl="0" algn="l">
              <a:lnSpc>
                <a:spcPct val="115000"/>
              </a:lnSpc>
              <a:spcBef>
                <a:spcPts val="1600"/>
              </a:spcBef>
              <a:spcAft>
                <a:spcPts val="0"/>
              </a:spcAft>
              <a:buSzPts val="1000"/>
              <a:buFont typeface="Nunito Light"/>
              <a:buChar char="■"/>
              <a:defRPr/>
            </a:lvl3pPr>
            <a:lvl4pPr indent="-292100" lvl="3" marL="1828800" rtl="0" algn="l">
              <a:lnSpc>
                <a:spcPct val="115000"/>
              </a:lnSpc>
              <a:spcBef>
                <a:spcPts val="1600"/>
              </a:spcBef>
              <a:spcAft>
                <a:spcPts val="0"/>
              </a:spcAft>
              <a:buSzPts val="1000"/>
              <a:buFont typeface="Nunito Light"/>
              <a:buChar char="●"/>
              <a:defRPr/>
            </a:lvl4pPr>
            <a:lvl5pPr indent="-292100" lvl="4" marL="2286000" rtl="0" algn="l">
              <a:lnSpc>
                <a:spcPct val="115000"/>
              </a:lnSpc>
              <a:spcBef>
                <a:spcPts val="1600"/>
              </a:spcBef>
              <a:spcAft>
                <a:spcPts val="0"/>
              </a:spcAft>
              <a:buSzPts val="1000"/>
              <a:buFont typeface="Nunito Light"/>
              <a:buChar char="○"/>
              <a:defRPr/>
            </a:lvl5pPr>
            <a:lvl6pPr indent="-292100" lvl="5" marL="2743200" rtl="0" algn="l">
              <a:lnSpc>
                <a:spcPct val="115000"/>
              </a:lnSpc>
              <a:spcBef>
                <a:spcPts val="1600"/>
              </a:spcBef>
              <a:spcAft>
                <a:spcPts val="0"/>
              </a:spcAft>
              <a:buSzPts val="1000"/>
              <a:buFont typeface="Nunito Light"/>
              <a:buChar char="■"/>
              <a:defRPr/>
            </a:lvl6pPr>
            <a:lvl7pPr indent="-292100" lvl="6" marL="3200400" rtl="0" algn="l">
              <a:lnSpc>
                <a:spcPct val="115000"/>
              </a:lnSpc>
              <a:spcBef>
                <a:spcPts val="1600"/>
              </a:spcBef>
              <a:spcAft>
                <a:spcPts val="0"/>
              </a:spcAft>
              <a:buSzPts val="1000"/>
              <a:buFont typeface="Nunito Light"/>
              <a:buChar char="●"/>
              <a:defRPr/>
            </a:lvl7pPr>
            <a:lvl8pPr indent="-292100" lvl="7" marL="3657600" rtl="0" algn="l">
              <a:lnSpc>
                <a:spcPct val="115000"/>
              </a:lnSpc>
              <a:spcBef>
                <a:spcPts val="1600"/>
              </a:spcBef>
              <a:spcAft>
                <a:spcPts val="0"/>
              </a:spcAft>
              <a:buSzPts val="1000"/>
              <a:buFont typeface="Nunito Light"/>
              <a:buChar char="○"/>
              <a:defRPr/>
            </a:lvl8pPr>
            <a:lvl9pPr indent="-292100" lvl="8" marL="4114800" rtl="0" algn="l">
              <a:lnSpc>
                <a:spcPct val="115000"/>
              </a:lnSpc>
              <a:spcBef>
                <a:spcPts val="1600"/>
              </a:spcBef>
              <a:spcAft>
                <a:spcPts val="1600"/>
              </a:spcAft>
              <a:buSzPts val="1000"/>
              <a:buFont typeface="Nunito Light"/>
              <a:buChar char="■"/>
              <a:defRPr/>
            </a:lvl9pPr>
          </a:lstStyle>
          <a:p/>
        </p:txBody>
      </p:sp>
      <p:sp>
        <p:nvSpPr>
          <p:cNvPr id="1274" name="Google Shape;1274;g2669109b303_0_1737"/>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275" name="Google Shape;1275;g2669109b303_0_1737"/>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Clr>
                <a:srgbClr val="EC5D37"/>
              </a:buClr>
              <a:buSzPts val="1000"/>
              <a:buFont typeface="Livvic Light"/>
              <a:buChar char="●"/>
              <a:defRPr sz="1200"/>
            </a:lvl1pPr>
            <a:lvl2pPr indent="-292100" lvl="1" marL="914400" rtl="0" algn="l">
              <a:lnSpc>
                <a:spcPct val="115000"/>
              </a:lnSpc>
              <a:spcBef>
                <a:spcPts val="1600"/>
              </a:spcBef>
              <a:spcAft>
                <a:spcPts val="0"/>
              </a:spcAft>
              <a:buClr>
                <a:srgbClr val="FFC800"/>
              </a:buClr>
              <a:buSzPts val="1000"/>
              <a:buFont typeface="Nunito Light"/>
              <a:buChar char="○"/>
              <a:defRPr/>
            </a:lvl2pPr>
            <a:lvl3pPr indent="-292100" lvl="2" marL="1371600" rtl="0" algn="l">
              <a:lnSpc>
                <a:spcPct val="115000"/>
              </a:lnSpc>
              <a:spcBef>
                <a:spcPts val="1600"/>
              </a:spcBef>
              <a:spcAft>
                <a:spcPts val="0"/>
              </a:spcAft>
              <a:buClr>
                <a:srgbClr val="FFC800"/>
              </a:buClr>
              <a:buSzPts val="1000"/>
              <a:buFont typeface="Nunito Light"/>
              <a:buChar char="■"/>
              <a:defRPr/>
            </a:lvl3pPr>
            <a:lvl4pPr indent="-292100" lvl="3" marL="1828800" rtl="0" algn="l">
              <a:lnSpc>
                <a:spcPct val="115000"/>
              </a:lnSpc>
              <a:spcBef>
                <a:spcPts val="1600"/>
              </a:spcBef>
              <a:spcAft>
                <a:spcPts val="0"/>
              </a:spcAft>
              <a:buClr>
                <a:srgbClr val="FFC800"/>
              </a:buClr>
              <a:buSzPts val="1000"/>
              <a:buFont typeface="Nunito Light"/>
              <a:buChar char="●"/>
              <a:defRPr/>
            </a:lvl4pPr>
            <a:lvl5pPr indent="-292100" lvl="4" marL="2286000" rtl="0" algn="l">
              <a:lnSpc>
                <a:spcPct val="115000"/>
              </a:lnSpc>
              <a:spcBef>
                <a:spcPts val="1600"/>
              </a:spcBef>
              <a:spcAft>
                <a:spcPts val="0"/>
              </a:spcAft>
              <a:buClr>
                <a:srgbClr val="434343"/>
              </a:buClr>
              <a:buSzPts val="1000"/>
              <a:buFont typeface="Nunito Light"/>
              <a:buChar char="○"/>
              <a:defRPr/>
            </a:lvl5pPr>
            <a:lvl6pPr indent="-292100" lvl="5" marL="2743200" rtl="0" algn="l">
              <a:lnSpc>
                <a:spcPct val="115000"/>
              </a:lnSpc>
              <a:spcBef>
                <a:spcPts val="1600"/>
              </a:spcBef>
              <a:spcAft>
                <a:spcPts val="0"/>
              </a:spcAft>
              <a:buClr>
                <a:srgbClr val="434343"/>
              </a:buClr>
              <a:buSzPts val="1000"/>
              <a:buFont typeface="Nunito Light"/>
              <a:buChar char="■"/>
              <a:defRPr/>
            </a:lvl6pPr>
            <a:lvl7pPr indent="-292100" lvl="6" marL="3200400" rtl="0" algn="l">
              <a:lnSpc>
                <a:spcPct val="115000"/>
              </a:lnSpc>
              <a:spcBef>
                <a:spcPts val="1600"/>
              </a:spcBef>
              <a:spcAft>
                <a:spcPts val="0"/>
              </a:spcAft>
              <a:buClr>
                <a:srgbClr val="434343"/>
              </a:buClr>
              <a:buSzPts val="1000"/>
              <a:buFont typeface="Nunito Light"/>
              <a:buChar char="●"/>
              <a:defRPr/>
            </a:lvl7pPr>
            <a:lvl8pPr indent="-292100" lvl="7" marL="3657600" rtl="0" algn="l">
              <a:lnSpc>
                <a:spcPct val="115000"/>
              </a:lnSpc>
              <a:spcBef>
                <a:spcPts val="1600"/>
              </a:spcBef>
              <a:spcAft>
                <a:spcPts val="0"/>
              </a:spcAft>
              <a:buClr>
                <a:srgbClr val="434343"/>
              </a:buClr>
              <a:buSzPts val="1000"/>
              <a:buFont typeface="Nunito Light"/>
              <a:buChar char="○"/>
              <a:defRPr/>
            </a:lvl8pPr>
            <a:lvl9pPr indent="-292100" lvl="8" marL="4114800" rtl="0" algn="l">
              <a:lnSpc>
                <a:spcPct val="115000"/>
              </a:lnSpc>
              <a:spcBef>
                <a:spcPts val="1600"/>
              </a:spcBef>
              <a:spcAft>
                <a:spcPts val="1600"/>
              </a:spcAft>
              <a:buClr>
                <a:srgbClr val="434343"/>
              </a:buClr>
              <a:buSzPts val="1000"/>
              <a:buFont typeface="Nunito Light"/>
              <a:buChar char="■"/>
              <a:defRPr/>
            </a:lvl9pPr>
          </a:lstStyle>
          <a:p/>
        </p:txBody>
      </p:sp>
      <p:sp>
        <p:nvSpPr>
          <p:cNvPr id="1276" name="Google Shape;1276;g2669109b303_0_1737"/>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g2669109b303_0_1737"/>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g2669109b303_0_1737"/>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g2669109b303_0_1737"/>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g2669109b303_0_1737"/>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g2669109b303_0_1737"/>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2669109b303_0_1737"/>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g2669109b303_0_1737"/>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g2669109b303_0_1737"/>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2669109b303_0_1737"/>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g2669109b303_0_1737"/>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1287" name="Shape 1287"/>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288" name="Shape 1288"/>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2" name="Shape 1292"/>
        <p:cNvGrpSpPr/>
        <p:nvPr/>
      </p:nvGrpSpPr>
      <p:grpSpPr>
        <a:xfrm>
          <a:off x="0" y="0"/>
          <a:ext cx="0" cy="0"/>
          <a:chOff x="0" y="0"/>
          <a:chExt cx="0" cy="0"/>
        </a:xfrm>
      </p:grpSpPr>
      <p:sp>
        <p:nvSpPr>
          <p:cNvPr id="1293" name="Google Shape;1293;g2669109b303_0_2196"/>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solidFill>
                  <a:schemeClr val="l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294" name="Google Shape;1294;g2669109b303_0_2196"/>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95" name="Google Shape;1295;g2669109b303_0_2196"/>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g2669109b303_0_2196"/>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g2669109b303_0_2196"/>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g2669109b303_0_2196"/>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g2669109b303_0_2196"/>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2669109b303_0_2196"/>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1" name="Google Shape;1301;g2669109b303_0_2196"/>
          <p:cNvGrpSpPr/>
          <p:nvPr/>
        </p:nvGrpSpPr>
        <p:grpSpPr>
          <a:xfrm>
            <a:off x="8263682" y="-434366"/>
            <a:ext cx="188886" cy="1181532"/>
            <a:chOff x="2877432" y="975334"/>
            <a:chExt cx="188886" cy="1181532"/>
          </a:xfrm>
        </p:grpSpPr>
        <p:sp>
          <p:nvSpPr>
            <p:cNvPr id="1302" name="Google Shape;1302;g2669109b303_0_2196"/>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g2669109b303_0_2196"/>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g2669109b303_0_2196"/>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05" name="Google Shape;1305;g2669109b303_0_2196"/>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6" name="Google Shape;1306;g2669109b303_0_2196"/>
          <p:cNvGrpSpPr/>
          <p:nvPr/>
        </p:nvGrpSpPr>
        <p:grpSpPr>
          <a:xfrm>
            <a:off x="3090746" y="-533657"/>
            <a:ext cx="98059" cy="1147595"/>
            <a:chOff x="3347921" y="16006"/>
            <a:chExt cx="98059" cy="1147595"/>
          </a:xfrm>
        </p:grpSpPr>
        <p:sp>
          <p:nvSpPr>
            <p:cNvPr id="1307" name="Google Shape;1307;g2669109b303_0_2196"/>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g2669109b303_0_2196"/>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09" name="Google Shape;1309;g2669109b303_0_2196"/>
          <p:cNvGrpSpPr/>
          <p:nvPr/>
        </p:nvGrpSpPr>
        <p:grpSpPr>
          <a:xfrm>
            <a:off x="4892771" y="-340112"/>
            <a:ext cx="121172" cy="760495"/>
            <a:chOff x="5245196" y="3136513"/>
            <a:chExt cx="121172" cy="760495"/>
          </a:xfrm>
        </p:grpSpPr>
        <p:sp>
          <p:nvSpPr>
            <p:cNvPr id="1310" name="Google Shape;1310;g2669109b303_0_2196"/>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g2669109b303_0_2196"/>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2" name="Google Shape;1312;g2669109b303_0_2196"/>
          <p:cNvGrpSpPr/>
          <p:nvPr/>
        </p:nvGrpSpPr>
        <p:grpSpPr>
          <a:xfrm>
            <a:off x="250617" y="2402301"/>
            <a:ext cx="188650" cy="2468355"/>
            <a:chOff x="250617" y="2402301"/>
            <a:chExt cx="188650" cy="2468355"/>
          </a:xfrm>
        </p:grpSpPr>
        <p:sp>
          <p:nvSpPr>
            <p:cNvPr id="1313" name="Google Shape;1313;g2669109b303_0_2196"/>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g2669109b303_0_2196"/>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g2669109b303_0_2196"/>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g2669109b303_0_2196"/>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7" name="Google Shape;1317;g2669109b303_0_2196"/>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g2669109b303_0_2196"/>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9" name="Google Shape;1319;g2669109b303_0_2196"/>
          <p:cNvGrpSpPr/>
          <p:nvPr/>
        </p:nvGrpSpPr>
        <p:grpSpPr>
          <a:xfrm>
            <a:off x="2038689" y="173907"/>
            <a:ext cx="57599" cy="831799"/>
            <a:chOff x="2038689" y="173907"/>
            <a:chExt cx="57599" cy="831799"/>
          </a:xfrm>
        </p:grpSpPr>
        <p:sp>
          <p:nvSpPr>
            <p:cNvPr id="1320" name="Google Shape;1320;g2669109b303_0_2196"/>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g2669109b303_0_2196"/>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322" name="Shape 1322"/>
        <p:cNvGrpSpPr/>
        <p:nvPr/>
      </p:nvGrpSpPr>
      <p:grpSpPr>
        <a:xfrm>
          <a:off x="0" y="0"/>
          <a:ext cx="0" cy="0"/>
          <a:chOff x="0" y="0"/>
          <a:chExt cx="0" cy="0"/>
        </a:xfrm>
      </p:grpSpPr>
      <p:grpSp>
        <p:nvGrpSpPr>
          <p:cNvPr id="1323" name="Google Shape;1323;g2669109b303_0_2226"/>
          <p:cNvGrpSpPr/>
          <p:nvPr/>
        </p:nvGrpSpPr>
        <p:grpSpPr>
          <a:xfrm>
            <a:off x="0" y="381001"/>
            <a:ext cx="1037850" cy="1016288"/>
            <a:chOff x="0" y="381001"/>
            <a:chExt cx="1037850" cy="1016288"/>
          </a:xfrm>
        </p:grpSpPr>
        <p:sp>
          <p:nvSpPr>
            <p:cNvPr id="1324" name="Google Shape;1324;g2669109b303_0_222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g2669109b303_0_222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26" name="Google Shape;1326;g2669109b303_0_22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1327" name="Google Shape;1327;g2669109b303_0_222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328" name="Google Shape;1328;g2669109b303_0_22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9" name="Shape 1329"/>
        <p:cNvGrpSpPr/>
        <p:nvPr/>
      </p:nvGrpSpPr>
      <p:grpSpPr>
        <a:xfrm>
          <a:off x="0" y="0"/>
          <a:ext cx="0" cy="0"/>
          <a:chOff x="0" y="0"/>
          <a:chExt cx="0" cy="0"/>
        </a:xfrm>
      </p:grpSpPr>
      <p:sp>
        <p:nvSpPr>
          <p:cNvPr id="1330" name="Google Shape;1330;g2669109b303_0_2233"/>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g2669109b303_0_223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2" name="Google Shape;1332;g2669109b303_0_2233"/>
          <p:cNvGrpSpPr/>
          <p:nvPr/>
        </p:nvGrpSpPr>
        <p:grpSpPr>
          <a:xfrm>
            <a:off x="8263682" y="-434366"/>
            <a:ext cx="188886" cy="1181532"/>
            <a:chOff x="2877432" y="975334"/>
            <a:chExt cx="188886" cy="1181532"/>
          </a:xfrm>
        </p:grpSpPr>
        <p:sp>
          <p:nvSpPr>
            <p:cNvPr id="1333" name="Google Shape;1333;g2669109b303_0_223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g2669109b303_0_223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g2669109b303_0_223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6" name="Google Shape;1336;g2669109b303_0_2233"/>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7" name="Google Shape;1337;g2669109b303_0_2233"/>
          <p:cNvGrpSpPr/>
          <p:nvPr/>
        </p:nvGrpSpPr>
        <p:grpSpPr>
          <a:xfrm>
            <a:off x="3643898" y="-436198"/>
            <a:ext cx="133252" cy="1952377"/>
            <a:chOff x="6780548" y="337714"/>
            <a:chExt cx="133252" cy="1952377"/>
          </a:xfrm>
        </p:grpSpPr>
        <p:sp>
          <p:nvSpPr>
            <p:cNvPr id="1338" name="Google Shape;1338;g2669109b303_0_2233"/>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g2669109b303_0_2233"/>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0" name="Google Shape;1340;g2669109b303_0_2233"/>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1" name="Google Shape;1341;g2669109b303_0_2233"/>
          <p:cNvGrpSpPr/>
          <p:nvPr/>
        </p:nvGrpSpPr>
        <p:grpSpPr>
          <a:xfrm>
            <a:off x="8008096" y="2108910"/>
            <a:ext cx="199001" cy="2139770"/>
            <a:chOff x="8008096" y="2108910"/>
            <a:chExt cx="199001" cy="2139770"/>
          </a:xfrm>
        </p:grpSpPr>
        <p:sp>
          <p:nvSpPr>
            <p:cNvPr id="1342" name="Google Shape;1342;g2669109b303_0_223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g2669109b303_0_223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4" name="Google Shape;1344;g2669109b303_0_2233"/>
          <p:cNvGrpSpPr/>
          <p:nvPr/>
        </p:nvGrpSpPr>
        <p:grpSpPr>
          <a:xfrm>
            <a:off x="520996" y="1091548"/>
            <a:ext cx="199001" cy="2139770"/>
            <a:chOff x="8008096" y="2108910"/>
            <a:chExt cx="199001" cy="2139770"/>
          </a:xfrm>
        </p:grpSpPr>
        <p:sp>
          <p:nvSpPr>
            <p:cNvPr id="1345" name="Google Shape;1345;g2669109b303_0_223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g2669109b303_0_223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7" name="Google Shape;1347;g2669109b303_0_2233"/>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200"/>
              <a:buNone/>
              <a:defRPr sz="4800">
                <a:solidFill>
                  <a:schemeClr val="lt1"/>
                </a:solidFill>
              </a:defRPr>
            </a:lvl1pPr>
            <a:lvl2pPr lvl="1" rtl="0" algn="l">
              <a:lnSpc>
                <a:spcPct val="100000"/>
              </a:lnSpc>
              <a:spcBef>
                <a:spcPts val="0"/>
              </a:spcBef>
              <a:spcAft>
                <a:spcPts val="0"/>
              </a:spcAft>
              <a:buClr>
                <a:srgbClr val="000000"/>
              </a:buClr>
              <a:buSzPts val="1200"/>
              <a:buNone/>
              <a:defRPr sz="1200">
                <a:solidFill>
                  <a:srgbClr val="000000"/>
                </a:solidFill>
              </a:defRPr>
            </a:lvl2pPr>
            <a:lvl3pPr lvl="2" rtl="0" algn="l">
              <a:lnSpc>
                <a:spcPct val="100000"/>
              </a:lnSpc>
              <a:spcBef>
                <a:spcPts val="0"/>
              </a:spcBef>
              <a:spcAft>
                <a:spcPts val="0"/>
              </a:spcAft>
              <a:buClr>
                <a:srgbClr val="000000"/>
              </a:buClr>
              <a:buSzPts val="1200"/>
              <a:buNone/>
              <a:defRPr sz="1200">
                <a:solidFill>
                  <a:srgbClr val="000000"/>
                </a:solidFill>
              </a:defRPr>
            </a:lvl3pPr>
            <a:lvl4pPr lvl="3" rtl="0" algn="l">
              <a:lnSpc>
                <a:spcPct val="100000"/>
              </a:lnSpc>
              <a:spcBef>
                <a:spcPts val="0"/>
              </a:spcBef>
              <a:spcAft>
                <a:spcPts val="0"/>
              </a:spcAft>
              <a:buClr>
                <a:srgbClr val="000000"/>
              </a:buClr>
              <a:buSzPts val="1200"/>
              <a:buNone/>
              <a:defRPr sz="1200">
                <a:solidFill>
                  <a:srgbClr val="000000"/>
                </a:solidFill>
              </a:defRPr>
            </a:lvl4pPr>
            <a:lvl5pPr lvl="4" rtl="0" algn="l">
              <a:lnSpc>
                <a:spcPct val="100000"/>
              </a:lnSpc>
              <a:spcBef>
                <a:spcPts val="0"/>
              </a:spcBef>
              <a:spcAft>
                <a:spcPts val="0"/>
              </a:spcAft>
              <a:buClr>
                <a:srgbClr val="000000"/>
              </a:buClr>
              <a:buSzPts val="1200"/>
              <a:buNone/>
              <a:defRPr sz="1200">
                <a:solidFill>
                  <a:srgbClr val="000000"/>
                </a:solidFill>
              </a:defRPr>
            </a:lvl5pPr>
            <a:lvl6pPr lvl="5" rtl="0" algn="l">
              <a:lnSpc>
                <a:spcPct val="100000"/>
              </a:lnSpc>
              <a:spcBef>
                <a:spcPts val="0"/>
              </a:spcBef>
              <a:spcAft>
                <a:spcPts val="0"/>
              </a:spcAft>
              <a:buClr>
                <a:srgbClr val="000000"/>
              </a:buClr>
              <a:buSzPts val="1200"/>
              <a:buNone/>
              <a:defRPr sz="1200">
                <a:solidFill>
                  <a:srgbClr val="000000"/>
                </a:solidFill>
              </a:defRPr>
            </a:lvl6pPr>
            <a:lvl7pPr lvl="6" rtl="0" algn="l">
              <a:lnSpc>
                <a:spcPct val="100000"/>
              </a:lnSpc>
              <a:spcBef>
                <a:spcPts val="0"/>
              </a:spcBef>
              <a:spcAft>
                <a:spcPts val="0"/>
              </a:spcAft>
              <a:buClr>
                <a:srgbClr val="000000"/>
              </a:buClr>
              <a:buSzPts val="1200"/>
              <a:buNone/>
              <a:defRPr sz="1200">
                <a:solidFill>
                  <a:srgbClr val="000000"/>
                </a:solidFill>
              </a:defRPr>
            </a:lvl7pPr>
            <a:lvl8pPr lvl="7" rtl="0" algn="l">
              <a:lnSpc>
                <a:spcPct val="100000"/>
              </a:lnSpc>
              <a:spcBef>
                <a:spcPts val="0"/>
              </a:spcBef>
              <a:spcAft>
                <a:spcPts val="0"/>
              </a:spcAft>
              <a:buClr>
                <a:srgbClr val="000000"/>
              </a:buClr>
              <a:buSzPts val="1200"/>
              <a:buNone/>
              <a:defRPr sz="1200">
                <a:solidFill>
                  <a:srgbClr val="000000"/>
                </a:solidFill>
              </a:defRPr>
            </a:lvl8pPr>
            <a:lvl9pPr lvl="8" rtl="0" algn="l">
              <a:lnSpc>
                <a:spcPct val="100000"/>
              </a:lnSpc>
              <a:spcBef>
                <a:spcPts val="0"/>
              </a:spcBef>
              <a:spcAft>
                <a:spcPts val="0"/>
              </a:spcAft>
              <a:buClr>
                <a:srgbClr val="000000"/>
              </a:buClr>
              <a:buSzPts val="1200"/>
              <a:buNone/>
              <a:defRPr sz="1200">
                <a:solidFill>
                  <a:srgbClr val="000000"/>
                </a:solidFill>
              </a:defRPr>
            </a:lvl9pPr>
          </a:lstStyle>
          <a:p/>
        </p:txBody>
      </p:sp>
      <p:sp>
        <p:nvSpPr>
          <p:cNvPr id="1348" name="Google Shape;1348;g2669109b303_0_2233"/>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349" name="Google Shape;1349;g2669109b303_0_2233"/>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rgbClr val="000000"/>
              </a:buClr>
              <a:buSzPts val="4800"/>
              <a:buNone/>
              <a:defRPr sz="6000"/>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0" name="Shape 1350"/>
        <p:cNvGrpSpPr/>
        <p:nvPr/>
      </p:nvGrpSpPr>
      <p:grpSpPr>
        <a:xfrm>
          <a:off x="0" y="0"/>
          <a:ext cx="0" cy="0"/>
          <a:chOff x="0" y="0"/>
          <a:chExt cx="0" cy="0"/>
        </a:xfrm>
      </p:grpSpPr>
      <p:sp>
        <p:nvSpPr>
          <p:cNvPr id="1351" name="Google Shape;1351;g2669109b303_0_2254"/>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rtl="0" algn="l">
              <a:lnSpc>
                <a:spcPct val="100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1352" name="Google Shape;1352;g2669109b303_0_2254"/>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353" name="Google Shape;1353;g2669109b303_0_2254"/>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g2669109b303_0_2254"/>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g2669109b303_0_2254"/>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g2669109b303_0_2254"/>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g2669109b303_0_2254"/>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58" name="Google Shape;1358;g2669109b303_0_2254"/>
          <p:cNvGrpSpPr/>
          <p:nvPr/>
        </p:nvGrpSpPr>
        <p:grpSpPr>
          <a:xfrm>
            <a:off x="8148521" y="3004593"/>
            <a:ext cx="98059" cy="1147595"/>
            <a:chOff x="3347921" y="16006"/>
            <a:chExt cx="98059" cy="1147595"/>
          </a:xfrm>
        </p:grpSpPr>
        <p:sp>
          <p:nvSpPr>
            <p:cNvPr id="1359" name="Google Shape;1359;g2669109b303_0_2254"/>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g2669109b303_0_2254"/>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1" name="Google Shape;1361;g2669109b303_0_2254"/>
          <p:cNvGrpSpPr/>
          <p:nvPr/>
        </p:nvGrpSpPr>
        <p:grpSpPr>
          <a:xfrm>
            <a:off x="281421" y="3769263"/>
            <a:ext cx="121172" cy="760495"/>
            <a:chOff x="5245196" y="3136513"/>
            <a:chExt cx="121172" cy="760495"/>
          </a:xfrm>
        </p:grpSpPr>
        <p:sp>
          <p:nvSpPr>
            <p:cNvPr id="1362" name="Google Shape;1362;g2669109b303_0_225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g2669109b303_0_225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4" name="Google Shape;1364;g2669109b303_0_2254"/>
          <p:cNvGrpSpPr/>
          <p:nvPr/>
        </p:nvGrpSpPr>
        <p:grpSpPr>
          <a:xfrm>
            <a:off x="8534739" y="4069632"/>
            <a:ext cx="57599" cy="831799"/>
            <a:chOff x="2038689" y="173907"/>
            <a:chExt cx="57599" cy="831799"/>
          </a:xfrm>
        </p:grpSpPr>
        <p:sp>
          <p:nvSpPr>
            <p:cNvPr id="1365" name="Google Shape;1365;g2669109b303_0_2254"/>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g2669109b303_0_2254"/>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67" name="Google Shape;1367;g2669109b303_0_2254"/>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g2669109b303_0_2254"/>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69" name="Shape 1369"/>
        <p:cNvGrpSpPr/>
        <p:nvPr/>
      </p:nvGrpSpPr>
      <p:grpSpPr>
        <a:xfrm>
          <a:off x="0" y="0"/>
          <a:ext cx="0" cy="0"/>
          <a:chOff x="0" y="0"/>
          <a:chExt cx="0" cy="0"/>
        </a:xfrm>
      </p:grpSpPr>
      <p:sp>
        <p:nvSpPr>
          <p:cNvPr id="1370" name="Google Shape;1370;g2669109b303_0_2273"/>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371" name="Google Shape;1371;g2669109b303_0_2273"/>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372" name="Google Shape;1372;g2669109b303_0_2273"/>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373" name="Google Shape;1373;g2669109b303_0_2273"/>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374" name="Google Shape;1374;g2669109b303_0_2273"/>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375" name="Google Shape;1375;g2669109b303_0_227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g2669109b303_0_227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g2669109b303_0_227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g2669109b303_0_227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79" name="Google Shape;1379;g2669109b303_0_2273"/>
          <p:cNvGrpSpPr/>
          <p:nvPr/>
        </p:nvGrpSpPr>
        <p:grpSpPr>
          <a:xfrm>
            <a:off x="6626134" y="-164562"/>
            <a:ext cx="121172" cy="760495"/>
            <a:chOff x="5245196" y="3136513"/>
            <a:chExt cx="121172" cy="760495"/>
          </a:xfrm>
        </p:grpSpPr>
        <p:sp>
          <p:nvSpPr>
            <p:cNvPr id="1380" name="Google Shape;1380;g2669109b303_0_227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g2669109b303_0_227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82" name="Google Shape;1382;g2669109b303_0_227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g2669109b303_0_227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84" name="Shape 1384"/>
        <p:cNvGrpSpPr/>
        <p:nvPr/>
      </p:nvGrpSpPr>
      <p:grpSpPr>
        <a:xfrm>
          <a:off x="0" y="0"/>
          <a:ext cx="0" cy="0"/>
          <a:chOff x="0" y="0"/>
          <a:chExt cx="0" cy="0"/>
        </a:xfrm>
      </p:grpSpPr>
      <p:sp>
        <p:nvSpPr>
          <p:cNvPr id="1385" name="Google Shape;1385;g2669109b303_0_2288"/>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386" name="Google Shape;1386;g2669109b303_0_2288"/>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g2669109b303_0_228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g2669109b303_0_228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g2669109b303_0_228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g2669109b303_0_228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g2669109b303_0_228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g2669109b303_0_228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g2669109b303_0_228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g2669109b303_0_228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g2669109b303_0_2288"/>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96" name="Shape 1396"/>
        <p:cNvGrpSpPr/>
        <p:nvPr/>
      </p:nvGrpSpPr>
      <p:grpSpPr>
        <a:xfrm>
          <a:off x="0" y="0"/>
          <a:ext cx="0" cy="0"/>
          <a:chOff x="0" y="0"/>
          <a:chExt cx="0" cy="0"/>
        </a:xfrm>
      </p:grpSpPr>
      <p:sp>
        <p:nvSpPr>
          <p:cNvPr id="1397" name="Google Shape;1397;g2669109b303_0_2300"/>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6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1398" name="Google Shape;1398;g2669109b303_0_2300"/>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399" name="Google Shape;1399;g2669109b303_0_2300"/>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g2669109b303_0_2300"/>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g2669109b303_0_2300"/>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g2669109b303_0_2300"/>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03" name="Google Shape;1403;g2669109b303_0_2300"/>
          <p:cNvGrpSpPr/>
          <p:nvPr/>
        </p:nvGrpSpPr>
        <p:grpSpPr>
          <a:xfrm>
            <a:off x="6626134" y="-164562"/>
            <a:ext cx="121172" cy="760495"/>
            <a:chOff x="5245196" y="3136513"/>
            <a:chExt cx="121172" cy="760495"/>
          </a:xfrm>
        </p:grpSpPr>
        <p:sp>
          <p:nvSpPr>
            <p:cNvPr id="1404" name="Google Shape;1404;g2669109b303_0_230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g2669109b303_0_230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6" name="Google Shape;1406;g2669109b303_0_2300"/>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g2669109b303_0_2300"/>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08" name="Shape 1408"/>
        <p:cNvGrpSpPr/>
        <p:nvPr/>
      </p:nvGrpSpPr>
      <p:grpSpPr>
        <a:xfrm>
          <a:off x="0" y="0"/>
          <a:ext cx="0" cy="0"/>
          <a:chOff x="0" y="0"/>
          <a:chExt cx="0" cy="0"/>
        </a:xfrm>
      </p:grpSpPr>
      <p:sp>
        <p:nvSpPr>
          <p:cNvPr id="1409" name="Google Shape;1409;g2669109b303_0_2312"/>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4800"/>
              <a:buNone/>
              <a:defRPr sz="72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1410" name="Google Shape;1410;g2669109b303_0_231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g2669109b303_0_231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g2669109b303_0_231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g2669109b303_0_231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g2669109b303_0_2312"/>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g2669109b303_0_231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16" name="Google Shape;1416;g2669109b303_0_2312"/>
          <p:cNvGrpSpPr/>
          <p:nvPr/>
        </p:nvGrpSpPr>
        <p:grpSpPr>
          <a:xfrm>
            <a:off x="8263682" y="-434366"/>
            <a:ext cx="188886" cy="1181532"/>
            <a:chOff x="2877432" y="975334"/>
            <a:chExt cx="188886" cy="1181532"/>
          </a:xfrm>
        </p:grpSpPr>
        <p:sp>
          <p:nvSpPr>
            <p:cNvPr id="1417" name="Google Shape;1417;g2669109b303_0_231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g2669109b303_0_231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g2669109b303_0_231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20" name="Google Shape;1420;g2669109b303_0_231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g2669109b303_0_2312"/>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g2669109b303_0_2312"/>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23" name="Google Shape;1423;g2669109b303_0_2312"/>
          <p:cNvGrpSpPr/>
          <p:nvPr/>
        </p:nvGrpSpPr>
        <p:grpSpPr>
          <a:xfrm>
            <a:off x="3090746" y="-533657"/>
            <a:ext cx="98059" cy="1147595"/>
            <a:chOff x="3347921" y="16006"/>
            <a:chExt cx="98059" cy="1147595"/>
          </a:xfrm>
        </p:grpSpPr>
        <p:sp>
          <p:nvSpPr>
            <p:cNvPr id="1424" name="Google Shape;1424;g2669109b303_0_231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g2669109b303_0_231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6" name="Google Shape;1426;g2669109b303_0_2312"/>
          <p:cNvGrpSpPr/>
          <p:nvPr/>
        </p:nvGrpSpPr>
        <p:grpSpPr>
          <a:xfrm>
            <a:off x="4892771" y="-340112"/>
            <a:ext cx="121172" cy="760495"/>
            <a:chOff x="5245196" y="3136513"/>
            <a:chExt cx="121172" cy="760495"/>
          </a:xfrm>
        </p:grpSpPr>
        <p:sp>
          <p:nvSpPr>
            <p:cNvPr id="1427" name="Google Shape;1427;g2669109b303_0_231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g2669109b303_0_231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29" name="Google Shape;1429;g2669109b303_0_2312"/>
          <p:cNvGrpSpPr/>
          <p:nvPr/>
        </p:nvGrpSpPr>
        <p:grpSpPr>
          <a:xfrm>
            <a:off x="6967836" y="85439"/>
            <a:ext cx="133252" cy="1952377"/>
            <a:chOff x="6780548" y="337714"/>
            <a:chExt cx="133252" cy="1952377"/>
          </a:xfrm>
        </p:grpSpPr>
        <p:sp>
          <p:nvSpPr>
            <p:cNvPr id="1430" name="Google Shape;1430;g2669109b303_0_2312"/>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g2669109b303_0_2312"/>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2" name="Google Shape;1432;g2669109b303_0_2312"/>
          <p:cNvGrpSpPr/>
          <p:nvPr/>
        </p:nvGrpSpPr>
        <p:grpSpPr>
          <a:xfrm>
            <a:off x="250617" y="2402301"/>
            <a:ext cx="188650" cy="2468355"/>
            <a:chOff x="250617" y="2402301"/>
            <a:chExt cx="188650" cy="2468355"/>
          </a:xfrm>
        </p:grpSpPr>
        <p:sp>
          <p:nvSpPr>
            <p:cNvPr id="1433" name="Google Shape;1433;g2669109b303_0_231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g2669109b303_0_231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g2669109b303_0_231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g2669109b303_0_231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37" name="Google Shape;1437;g2669109b303_0_2312"/>
          <p:cNvGrpSpPr/>
          <p:nvPr/>
        </p:nvGrpSpPr>
        <p:grpSpPr>
          <a:xfrm>
            <a:off x="982417" y="1695096"/>
            <a:ext cx="199237" cy="2828935"/>
            <a:chOff x="1608717" y="1280046"/>
            <a:chExt cx="199237" cy="2828935"/>
          </a:xfrm>
        </p:grpSpPr>
        <p:sp>
          <p:nvSpPr>
            <p:cNvPr id="1438" name="Google Shape;1438;g2669109b303_0_2312"/>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2669109b303_0_2312"/>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g2669109b303_0_2312"/>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1" name="Google Shape;1441;g2669109b303_0_231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42" name="Google Shape;1442;g2669109b303_0_2312"/>
          <p:cNvGrpSpPr/>
          <p:nvPr/>
        </p:nvGrpSpPr>
        <p:grpSpPr>
          <a:xfrm>
            <a:off x="2038689" y="173907"/>
            <a:ext cx="57599" cy="831799"/>
            <a:chOff x="2038689" y="173907"/>
            <a:chExt cx="57599" cy="831799"/>
          </a:xfrm>
        </p:grpSpPr>
        <p:sp>
          <p:nvSpPr>
            <p:cNvPr id="1443" name="Google Shape;1443;g2669109b303_0_231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g2669109b303_0_231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5" name="Google Shape;1445;g2669109b303_0_2312"/>
          <p:cNvGrpSpPr/>
          <p:nvPr/>
        </p:nvGrpSpPr>
        <p:grpSpPr>
          <a:xfrm>
            <a:off x="8008096" y="2108910"/>
            <a:ext cx="199001" cy="2139770"/>
            <a:chOff x="8008096" y="2108910"/>
            <a:chExt cx="199001" cy="2139770"/>
          </a:xfrm>
        </p:grpSpPr>
        <p:sp>
          <p:nvSpPr>
            <p:cNvPr id="1446" name="Google Shape;1446;g2669109b303_0_231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g2669109b303_0_231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8" name="Google Shape;1448;g2669109b303_0_2312"/>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49" name="Google Shape;1449;g2669109b303_0_2312"/>
          <p:cNvGrpSpPr/>
          <p:nvPr/>
        </p:nvGrpSpPr>
        <p:grpSpPr>
          <a:xfrm>
            <a:off x="4095146" y="-859690"/>
            <a:ext cx="199001" cy="2139770"/>
            <a:chOff x="8008096" y="2108910"/>
            <a:chExt cx="199001" cy="2139770"/>
          </a:xfrm>
        </p:grpSpPr>
        <p:sp>
          <p:nvSpPr>
            <p:cNvPr id="1450" name="Google Shape;1450;g2669109b303_0_2312"/>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g2669109b303_0_2312"/>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2" name="Google Shape;1452;g2669109b303_0_2312"/>
          <p:cNvGrpSpPr/>
          <p:nvPr/>
        </p:nvGrpSpPr>
        <p:grpSpPr>
          <a:xfrm>
            <a:off x="6333286" y="3704939"/>
            <a:ext cx="133252" cy="1952377"/>
            <a:chOff x="6780548" y="337714"/>
            <a:chExt cx="133252" cy="1952377"/>
          </a:xfrm>
        </p:grpSpPr>
        <p:sp>
          <p:nvSpPr>
            <p:cNvPr id="1453" name="Google Shape;1453;g2669109b303_0_2312"/>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g2669109b303_0_2312"/>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5" name="Google Shape;1455;g2669109b303_0_2312"/>
          <p:cNvGrpSpPr/>
          <p:nvPr/>
        </p:nvGrpSpPr>
        <p:grpSpPr>
          <a:xfrm>
            <a:off x="2702021" y="3612763"/>
            <a:ext cx="121172" cy="760495"/>
            <a:chOff x="5245196" y="3136513"/>
            <a:chExt cx="121172" cy="760495"/>
          </a:xfrm>
        </p:grpSpPr>
        <p:sp>
          <p:nvSpPr>
            <p:cNvPr id="1456" name="Google Shape;1456;g2669109b303_0_231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2669109b303_0_231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58" name="Google Shape;1458;g2669109b303_0_2312"/>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g2669109b303_0_2312"/>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60" name="Shape 1460"/>
        <p:cNvGrpSpPr/>
        <p:nvPr/>
      </p:nvGrpSpPr>
      <p:grpSpPr>
        <a:xfrm>
          <a:off x="0" y="0"/>
          <a:ext cx="0" cy="0"/>
          <a:chOff x="0" y="0"/>
          <a:chExt cx="0" cy="0"/>
        </a:xfrm>
      </p:grpSpPr>
      <p:sp>
        <p:nvSpPr>
          <p:cNvPr id="1461" name="Google Shape;1461;g2669109b303_0_23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1462" name="Google Shape;1462;g2669109b303_0_23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63" name="Google Shape;1463;g2669109b303_0_23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4" name="Shape 1464"/>
        <p:cNvGrpSpPr/>
        <p:nvPr/>
      </p:nvGrpSpPr>
      <p:grpSpPr>
        <a:xfrm>
          <a:off x="0" y="0"/>
          <a:ext cx="0" cy="0"/>
          <a:chOff x="0" y="0"/>
          <a:chExt cx="0" cy="0"/>
        </a:xfrm>
      </p:grpSpPr>
      <p:sp>
        <p:nvSpPr>
          <p:cNvPr id="1465" name="Google Shape;1465;g2669109b303_0_2368"/>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3000"/>
              <a:buNone/>
              <a:defRPr sz="3000"/>
            </a:lvl1pPr>
            <a:lvl2pPr lvl="1" rtl="0" algn="l">
              <a:lnSpc>
                <a:spcPct val="100000"/>
              </a:lnSpc>
              <a:spcBef>
                <a:spcPts val="0"/>
              </a:spcBef>
              <a:spcAft>
                <a:spcPts val="0"/>
              </a:spcAft>
              <a:buSzPts val="3000"/>
              <a:buNone/>
              <a:defRPr sz="3000"/>
            </a:lvl2pPr>
            <a:lvl3pPr lvl="2" rtl="0" algn="l">
              <a:lnSpc>
                <a:spcPct val="100000"/>
              </a:lnSpc>
              <a:spcBef>
                <a:spcPts val="0"/>
              </a:spcBef>
              <a:spcAft>
                <a:spcPts val="0"/>
              </a:spcAft>
              <a:buSzPts val="3000"/>
              <a:buNone/>
              <a:defRPr sz="3000"/>
            </a:lvl3pPr>
            <a:lvl4pPr lvl="3" rtl="0" algn="l">
              <a:lnSpc>
                <a:spcPct val="100000"/>
              </a:lnSpc>
              <a:spcBef>
                <a:spcPts val="0"/>
              </a:spcBef>
              <a:spcAft>
                <a:spcPts val="0"/>
              </a:spcAft>
              <a:buSzPts val="3000"/>
              <a:buNone/>
              <a:defRPr sz="3000"/>
            </a:lvl4pPr>
            <a:lvl5pPr lvl="4" rtl="0" algn="l">
              <a:lnSpc>
                <a:spcPct val="100000"/>
              </a:lnSpc>
              <a:spcBef>
                <a:spcPts val="0"/>
              </a:spcBef>
              <a:spcAft>
                <a:spcPts val="0"/>
              </a:spcAft>
              <a:buSzPts val="3000"/>
              <a:buNone/>
              <a:defRPr sz="3000"/>
            </a:lvl5pPr>
            <a:lvl6pPr lvl="5" rtl="0" algn="l">
              <a:lnSpc>
                <a:spcPct val="100000"/>
              </a:lnSpc>
              <a:spcBef>
                <a:spcPts val="0"/>
              </a:spcBef>
              <a:spcAft>
                <a:spcPts val="0"/>
              </a:spcAft>
              <a:buSzPts val="3000"/>
              <a:buNone/>
              <a:defRPr sz="3000"/>
            </a:lvl6pPr>
            <a:lvl7pPr lvl="6" rtl="0" algn="l">
              <a:lnSpc>
                <a:spcPct val="100000"/>
              </a:lnSpc>
              <a:spcBef>
                <a:spcPts val="0"/>
              </a:spcBef>
              <a:spcAft>
                <a:spcPts val="0"/>
              </a:spcAft>
              <a:buSzPts val="3000"/>
              <a:buNone/>
              <a:defRPr sz="3000"/>
            </a:lvl7pPr>
            <a:lvl8pPr lvl="7" rtl="0" algn="l">
              <a:lnSpc>
                <a:spcPct val="100000"/>
              </a:lnSpc>
              <a:spcBef>
                <a:spcPts val="0"/>
              </a:spcBef>
              <a:spcAft>
                <a:spcPts val="0"/>
              </a:spcAft>
              <a:buSzPts val="3000"/>
              <a:buNone/>
              <a:defRPr sz="3000"/>
            </a:lvl8pPr>
            <a:lvl9pPr lvl="8" rtl="0" algn="l">
              <a:lnSpc>
                <a:spcPct val="100000"/>
              </a:lnSpc>
              <a:spcBef>
                <a:spcPts val="0"/>
              </a:spcBef>
              <a:spcAft>
                <a:spcPts val="0"/>
              </a:spcAft>
              <a:buSzPts val="3000"/>
              <a:buNone/>
              <a:defRPr sz="30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466" name="Shape 1466"/>
        <p:cNvGrpSpPr/>
        <p:nvPr/>
      </p:nvGrpSpPr>
      <p:grpSpPr>
        <a:xfrm>
          <a:off x="0" y="0"/>
          <a:ext cx="0" cy="0"/>
          <a:chOff x="0" y="0"/>
          <a:chExt cx="0" cy="0"/>
        </a:xfrm>
      </p:grpSpPr>
      <p:sp>
        <p:nvSpPr>
          <p:cNvPr id="1467" name="Google Shape;1467;g2669109b303_0_2370"/>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5200"/>
              <a:buNone/>
              <a:defRPr sz="2400">
                <a:solidFill>
                  <a:schemeClr val="accent1"/>
                </a:solidFill>
              </a:defRPr>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1468" name="Google Shape;1468;g2669109b303_0_2370"/>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69" name="Google Shape;1469;g2669109b303_0_2370"/>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g2669109b303_0_2370"/>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g2669109b303_0_2370"/>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g2669109b303_0_2370"/>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g2669109b303_0_2370"/>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74" name="Google Shape;1474;g2669109b303_0_2370"/>
          <p:cNvGrpSpPr/>
          <p:nvPr/>
        </p:nvGrpSpPr>
        <p:grpSpPr>
          <a:xfrm>
            <a:off x="8217007" y="3576772"/>
            <a:ext cx="188886" cy="1181532"/>
            <a:chOff x="2877432" y="975334"/>
            <a:chExt cx="188886" cy="1181532"/>
          </a:xfrm>
        </p:grpSpPr>
        <p:sp>
          <p:nvSpPr>
            <p:cNvPr id="1475" name="Google Shape;1475;g2669109b303_0_237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g2669109b303_0_237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g2669109b303_0_237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8" name="Google Shape;1478;g2669109b303_0_2370"/>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79" name="Google Shape;1479;g2669109b303_0_2370"/>
          <p:cNvGrpSpPr/>
          <p:nvPr/>
        </p:nvGrpSpPr>
        <p:grpSpPr>
          <a:xfrm>
            <a:off x="7519346" y="3243318"/>
            <a:ext cx="98059" cy="1147595"/>
            <a:chOff x="3347921" y="16006"/>
            <a:chExt cx="98059" cy="1147595"/>
          </a:xfrm>
        </p:grpSpPr>
        <p:sp>
          <p:nvSpPr>
            <p:cNvPr id="1480" name="Google Shape;1480;g2669109b303_0_2370"/>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g2669109b303_0_2370"/>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2" name="Google Shape;1482;g2669109b303_0_2370"/>
          <p:cNvGrpSpPr/>
          <p:nvPr/>
        </p:nvGrpSpPr>
        <p:grpSpPr>
          <a:xfrm>
            <a:off x="805821" y="2953663"/>
            <a:ext cx="121172" cy="760495"/>
            <a:chOff x="5245196" y="3136513"/>
            <a:chExt cx="121172" cy="760495"/>
          </a:xfrm>
        </p:grpSpPr>
        <p:sp>
          <p:nvSpPr>
            <p:cNvPr id="1483" name="Google Shape;1483;g2669109b303_0_237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g2669109b303_0_237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85" name="Google Shape;1485;g2669109b303_0_2370"/>
          <p:cNvGrpSpPr/>
          <p:nvPr/>
        </p:nvGrpSpPr>
        <p:grpSpPr>
          <a:xfrm>
            <a:off x="250617" y="2402301"/>
            <a:ext cx="188650" cy="2468355"/>
            <a:chOff x="250617" y="2402301"/>
            <a:chExt cx="188650" cy="2468355"/>
          </a:xfrm>
        </p:grpSpPr>
        <p:sp>
          <p:nvSpPr>
            <p:cNvPr id="1486" name="Google Shape;1486;g2669109b303_0_2370"/>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g2669109b303_0_2370"/>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g2669109b303_0_2370"/>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g2669109b303_0_2370"/>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90" name="Google Shape;1490;g2669109b303_0_2370"/>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g2669109b303_0_2370"/>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2" name="Google Shape;1492;g2669109b303_0_2370"/>
          <p:cNvGrpSpPr/>
          <p:nvPr/>
        </p:nvGrpSpPr>
        <p:grpSpPr>
          <a:xfrm>
            <a:off x="2038689" y="173907"/>
            <a:ext cx="57599" cy="831799"/>
            <a:chOff x="2038689" y="173907"/>
            <a:chExt cx="57599" cy="831799"/>
          </a:xfrm>
        </p:grpSpPr>
        <p:sp>
          <p:nvSpPr>
            <p:cNvPr id="1493" name="Google Shape;1493;g2669109b303_0_2370"/>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g2669109b303_0_2370"/>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95" name="Google Shape;1495;g2669109b303_0_2370"/>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96" name="Google Shape;1496;g2669109b303_0_2370"/>
          <p:cNvGrpSpPr/>
          <p:nvPr/>
        </p:nvGrpSpPr>
        <p:grpSpPr>
          <a:xfrm>
            <a:off x="4920170" y="-496491"/>
            <a:ext cx="188886" cy="1181532"/>
            <a:chOff x="2877432" y="975334"/>
            <a:chExt cx="188886" cy="1181532"/>
          </a:xfrm>
        </p:grpSpPr>
        <p:sp>
          <p:nvSpPr>
            <p:cNvPr id="1497" name="Google Shape;1497;g2669109b303_0_2370"/>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g2669109b303_0_2370"/>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g2669109b303_0_2370"/>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00" name="Google Shape;1500;g2669109b303_0_2370"/>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01" name="Google Shape;1501;g2669109b303_0_2370"/>
          <p:cNvGrpSpPr/>
          <p:nvPr/>
        </p:nvGrpSpPr>
        <p:grpSpPr>
          <a:xfrm>
            <a:off x="3030471" y="-223849"/>
            <a:ext cx="121172" cy="760495"/>
            <a:chOff x="5245196" y="3136513"/>
            <a:chExt cx="121172" cy="760495"/>
          </a:xfrm>
        </p:grpSpPr>
        <p:sp>
          <p:nvSpPr>
            <p:cNvPr id="1502" name="Google Shape;1502;g2669109b303_0_2370"/>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g2669109b303_0_2370"/>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4" name="Google Shape;1504;g2669109b303_0_2370"/>
          <p:cNvGrpSpPr/>
          <p:nvPr/>
        </p:nvGrpSpPr>
        <p:grpSpPr>
          <a:xfrm>
            <a:off x="2306292" y="2569221"/>
            <a:ext cx="199237" cy="2828935"/>
            <a:chOff x="1608717" y="1280046"/>
            <a:chExt cx="199237" cy="2828935"/>
          </a:xfrm>
        </p:grpSpPr>
        <p:sp>
          <p:nvSpPr>
            <p:cNvPr id="1505" name="Google Shape;1505;g2669109b303_0_2370"/>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g2669109b303_0_2370"/>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g2669109b303_0_2370"/>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8" name="Shape 1508"/>
        <p:cNvGrpSpPr/>
        <p:nvPr/>
      </p:nvGrpSpPr>
      <p:grpSpPr>
        <a:xfrm>
          <a:off x="0" y="0"/>
          <a:ext cx="0" cy="0"/>
          <a:chOff x="0" y="0"/>
          <a:chExt cx="0" cy="0"/>
        </a:xfrm>
      </p:grpSpPr>
      <p:sp>
        <p:nvSpPr>
          <p:cNvPr id="1509" name="Google Shape;1509;g2669109b303_0_2412"/>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8000">
                <a:solidFill>
                  <a:schemeClr val="accent2"/>
                </a:solidFill>
              </a:defRPr>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1510" name="Google Shape;1510;g2669109b303_0_2412"/>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grpSp>
        <p:nvGrpSpPr>
          <p:cNvPr id="1511" name="Google Shape;1511;g2669109b303_0_2412"/>
          <p:cNvGrpSpPr/>
          <p:nvPr/>
        </p:nvGrpSpPr>
        <p:grpSpPr>
          <a:xfrm>
            <a:off x="722445" y="3412541"/>
            <a:ext cx="7699120" cy="1883463"/>
            <a:chOff x="4558950" y="838825"/>
            <a:chExt cx="2813800" cy="688350"/>
          </a:xfrm>
        </p:grpSpPr>
        <p:sp>
          <p:nvSpPr>
            <p:cNvPr id="1512" name="Google Shape;1512;g2669109b303_0_2412"/>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g2669109b303_0_2412"/>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g2669109b303_0_2412"/>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g2669109b303_0_2412"/>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g2669109b303_0_2412"/>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g2669109b303_0_2412"/>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g2669109b303_0_2412"/>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g2669109b303_0_2412"/>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g2669109b303_0_2412"/>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g2669109b303_0_2412"/>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g2669109b303_0_2412"/>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g2669109b303_0_2412"/>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g2669109b303_0_2412"/>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g2669109b303_0_2412"/>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g2669109b303_0_2412"/>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g2669109b303_0_2412"/>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g2669109b303_0_2412"/>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g2669109b303_0_2412"/>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g2669109b303_0_2412"/>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g2669109b303_0_2412"/>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g2669109b303_0_2412"/>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g2669109b303_0_2412"/>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g2669109b303_0_2412"/>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5" name="Google Shape;1535;g2669109b303_0_2412"/>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6" name="Google Shape;1536;g2669109b303_0_2412"/>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g2669109b303_0_2412"/>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g2669109b303_0_2412"/>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9" name="Google Shape;1539;g2669109b303_0_2412"/>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g2669109b303_0_2412"/>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g2669109b303_0_2412"/>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g2669109b303_0_2412"/>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g2669109b303_0_2412"/>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g2669109b303_0_2412"/>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5" name="Google Shape;1545;g2669109b303_0_2412"/>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6" name="Google Shape;1546;g2669109b303_0_2412"/>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547" name="Shape 1547"/>
        <p:cNvGrpSpPr/>
        <p:nvPr/>
      </p:nvGrpSpPr>
      <p:grpSpPr>
        <a:xfrm>
          <a:off x="0" y="0"/>
          <a:ext cx="0" cy="0"/>
          <a:chOff x="0" y="0"/>
          <a:chExt cx="0" cy="0"/>
        </a:xfrm>
      </p:grpSpPr>
      <p:sp>
        <p:nvSpPr>
          <p:cNvPr id="1548" name="Google Shape;1548;g2669109b303_0_2451"/>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549" name="Google Shape;1549;g2669109b303_0_2451"/>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g2669109b303_0_2451"/>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g2669109b303_0_2451"/>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2669109b303_0_2451"/>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g2669109b303_0_2451"/>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g2669109b303_0_2451"/>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g2669109b303_0_2451"/>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g2669109b303_0_2451"/>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g2669109b303_0_2451"/>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g2669109b303_0_2451"/>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9" name="Google Shape;1559;g2669109b303_0_2451"/>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560" name="Google Shape;1560;g2669109b303_0_2451"/>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561" name="Google Shape;1561;g2669109b303_0_2451"/>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2"/>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562" name="Google Shape;1562;g2669109b303_0_2451"/>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563" name="Google Shape;1563;g2669109b303_0_2451"/>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l">
              <a:lnSpc>
                <a:spcPct val="100000"/>
              </a:lnSpc>
              <a:spcBef>
                <a:spcPts val="0"/>
              </a:spcBef>
              <a:spcAft>
                <a:spcPts val="0"/>
              </a:spcAft>
              <a:buClr>
                <a:srgbClr val="000000"/>
              </a:buClr>
              <a:buSzPts val="1000"/>
              <a:buNone/>
              <a:defRPr sz="1000">
                <a:solidFill>
                  <a:srgbClr val="000000"/>
                </a:solidFill>
              </a:defRPr>
            </a:lvl2pPr>
            <a:lvl3pPr lvl="2" rtl="0" algn="l">
              <a:lnSpc>
                <a:spcPct val="100000"/>
              </a:lnSpc>
              <a:spcBef>
                <a:spcPts val="0"/>
              </a:spcBef>
              <a:spcAft>
                <a:spcPts val="0"/>
              </a:spcAft>
              <a:buClr>
                <a:srgbClr val="000000"/>
              </a:buClr>
              <a:buSzPts val="1000"/>
              <a:buNone/>
              <a:defRPr sz="1000">
                <a:solidFill>
                  <a:srgbClr val="000000"/>
                </a:solidFill>
              </a:defRPr>
            </a:lvl3pPr>
            <a:lvl4pPr lvl="3" rtl="0" algn="l">
              <a:lnSpc>
                <a:spcPct val="100000"/>
              </a:lnSpc>
              <a:spcBef>
                <a:spcPts val="0"/>
              </a:spcBef>
              <a:spcAft>
                <a:spcPts val="0"/>
              </a:spcAft>
              <a:buClr>
                <a:srgbClr val="000000"/>
              </a:buClr>
              <a:buSzPts val="1000"/>
              <a:buNone/>
              <a:defRPr sz="1000">
                <a:solidFill>
                  <a:srgbClr val="000000"/>
                </a:solidFill>
              </a:defRPr>
            </a:lvl4pPr>
            <a:lvl5pPr lvl="4" rtl="0" algn="l">
              <a:lnSpc>
                <a:spcPct val="100000"/>
              </a:lnSpc>
              <a:spcBef>
                <a:spcPts val="0"/>
              </a:spcBef>
              <a:spcAft>
                <a:spcPts val="0"/>
              </a:spcAft>
              <a:buClr>
                <a:srgbClr val="000000"/>
              </a:buClr>
              <a:buSzPts val="1000"/>
              <a:buNone/>
              <a:defRPr sz="1000">
                <a:solidFill>
                  <a:srgbClr val="000000"/>
                </a:solidFill>
              </a:defRPr>
            </a:lvl5pPr>
            <a:lvl6pPr lvl="5" rtl="0" algn="l">
              <a:lnSpc>
                <a:spcPct val="100000"/>
              </a:lnSpc>
              <a:spcBef>
                <a:spcPts val="0"/>
              </a:spcBef>
              <a:spcAft>
                <a:spcPts val="0"/>
              </a:spcAft>
              <a:buClr>
                <a:srgbClr val="000000"/>
              </a:buClr>
              <a:buSzPts val="1000"/>
              <a:buNone/>
              <a:defRPr sz="1000">
                <a:solidFill>
                  <a:srgbClr val="000000"/>
                </a:solidFill>
              </a:defRPr>
            </a:lvl6pPr>
            <a:lvl7pPr lvl="6" rtl="0" algn="l">
              <a:lnSpc>
                <a:spcPct val="100000"/>
              </a:lnSpc>
              <a:spcBef>
                <a:spcPts val="0"/>
              </a:spcBef>
              <a:spcAft>
                <a:spcPts val="0"/>
              </a:spcAft>
              <a:buClr>
                <a:srgbClr val="000000"/>
              </a:buClr>
              <a:buSzPts val="1000"/>
              <a:buNone/>
              <a:defRPr sz="1000">
                <a:solidFill>
                  <a:srgbClr val="000000"/>
                </a:solidFill>
              </a:defRPr>
            </a:lvl7pPr>
            <a:lvl8pPr lvl="7" rtl="0" algn="l">
              <a:lnSpc>
                <a:spcPct val="100000"/>
              </a:lnSpc>
              <a:spcBef>
                <a:spcPts val="0"/>
              </a:spcBef>
              <a:spcAft>
                <a:spcPts val="0"/>
              </a:spcAft>
              <a:buClr>
                <a:srgbClr val="000000"/>
              </a:buClr>
              <a:buSzPts val="1000"/>
              <a:buNone/>
              <a:defRPr sz="1000">
                <a:solidFill>
                  <a:srgbClr val="000000"/>
                </a:solidFill>
              </a:defRPr>
            </a:lvl8pPr>
            <a:lvl9pPr lvl="8" rtl="0" algn="l">
              <a:lnSpc>
                <a:spcPct val="100000"/>
              </a:lnSpc>
              <a:spcBef>
                <a:spcPts val="0"/>
              </a:spcBef>
              <a:spcAft>
                <a:spcPts val="0"/>
              </a:spcAft>
              <a:buClr>
                <a:srgbClr val="000000"/>
              </a:buClr>
              <a:buSzPts val="1000"/>
              <a:buNone/>
              <a:defRPr sz="1000">
                <a:solidFill>
                  <a:srgbClr val="000000"/>
                </a:solidFill>
              </a:defRPr>
            </a:lvl9pPr>
          </a:lstStyle>
          <a:p/>
        </p:txBody>
      </p:sp>
      <p:sp>
        <p:nvSpPr>
          <p:cNvPr id="1564" name="Google Shape;1564;g2669109b303_0_2451"/>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3"/>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565" name="Google Shape;1565;g2669109b303_0_2451"/>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566" name="Google Shape;1566;g2669109b303_0_2451"/>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1567" name="Google Shape;1567;g2669109b303_0_2451"/>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rgbClr val="000000"/>
              </a:buClr>
              <a:buSzPts val="4800"/>
              <a:buNone/>
              <a:defRPr sz="4800">
                <a:solidFill>
                  <a:schemeClr val="accent1"/>
                </a:solidFill>
              </a:defRPr>
            </a:lvl1pPr>
            <a:lvl2pPr lvl="1"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1568" name="Google Shape;1568;g2669109b303_0_2451"/>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1569" name="Shape 1569"/>
        <p:cNvGrpSpPr/>
        <p:nvPr/>
      </p:nvGrpSpPr>
      <p:grpSpPr>
        <a:xfrm>
          <a:off x="0" y="0"/>
          <a:ext cx="0" cy="0"/>
          <a:chOff x="0" y="0"/>
          <a:chExt cx="0" cy="0"/>
        </a:xfrm>
      </p:grpSpPr>
      <p:sp>
        <p:nvSpPr>
          <p:cNvPr id="1570" name="Google Shape;1570;g2669109b303_0_2473"/>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571" name="Google Shape;1571;g2669109b303_0_2473"/>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572" name="Google Shape;1572;g2669109b303_0_2473"/>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573" name="Google Shape;1573;g2669109b303_0_2473"/>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574" name="Google Shape;1574;g2669109b303_0_2473"/>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g2669109b303_0_2473"/>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g2669109b303_0_2473"/>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g2669109b303_0_2473"/>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78" name="Google Shape;1578;g2669109b303_0_2473"/>
          <p:cNvGrpSpPr/>
          <p:nvPr/>
        </p:nvGrpSpPr>
        <p:grpSpPr>
          <a:xfrm>
            <a:off x="6626134" y="-164562"/>
            <a:ext cx="121172" cy="760495"/>
            <a:chOff x="5245196" y="3136513"/>
            <a:chExt cx="121172" cy="760495"/>
          </a:xfrm>
        </p:grpSpPr>
        <p:sp>
          <p:nvSpPr>
            <p:cNvPr id="1579" name="Google Shape;1579;g2669109b303_0_2473"/>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g2669109b303_0_2473"/>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81" name="Google Shape;1581;g2669109b303_0_2473"/>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g2669109b303_0_2473"/>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g2669109b303_0_2473"/>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1584" name="Shape 1584"/>
        <p:cNvGrpSpPr/>
        <p:nvPr/>
      </p:nvGrpSpPr>
      <p:grpSpPr>
        <a:xfrm>
          <a:off x="0" y="0"/>
          <a:ext cx="0" cy="0"/>
          <a:chOff x="0" y="0"/>
          <a:chExt cx="0" cy="0"/>
        </a:xfrm>
      </p:grpSpPr>
      <p:sp>
        <p:nvSpPr>
          <p:cNvPr id="1585" name="Google Shape;1585;g2669109b303_0_2488"/>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g2669109b303_0_2488"/>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g2669109b303_0_2488"/>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g2669109b303_0_2488"/>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9" name="Google Shape;1589;g2669109b303_0_2488"/>
          <p:cNvGrpSpPr/>
          <p:nvPr/>
        </p:nvGrpSpPr>
        <p:grpSpPr>
          <a:xfrm>
            <a:off x="6626134" y="-164562"/>
            <a:ext cx="121172" cy="760495"/>
            <a:chOff x="5245196" y="3136513"/>
            <a:chExt cx="121172" cy="760495"/>
          </a:xfrm>
        </p:grpSpPr>
        <p:sp>
          <p:nvSpPr>
            <p:cNvPr id="1590" name="Google Shape;1590;g2669109b303_0_248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g2669109b303_0_248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92" name="Google Shape;1592;g2669109b303_0_2488"/>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g2669109b303_0_2488"/>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g2669109b303_0_2488"/>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595" name="Google Shape;1595;g2669109b303_0_2488"/>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596" name="Google Shape;1596;g2669109b303_0_2488"/>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597" name="Google Shape;1597;g2669109b303_0_2488"/>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598" name="Google Shape;1598;g2669109b303_0_2488"/>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599" name="Google Shape;1599;g2669109b303_0_2488"/>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00" name="Google Shape;1600;g2669109b303_0_2488"/>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601" name="Shape 1601"/>
        <p:cNvGrpSpPr/>
        <p:nvPr/>
      </p:nvGrpSpPr>
      <p:grpSpPr>
        <a:xfrm>
          <a:off x="0" y="0"/>
          <a:ext cx="0" cy="0"/>
          <a:chOff x="0" y="0"/>
          <a:chExt cx="0" cy="0"/>
        </a:xfrm>
      </p:grpSpPr>
      <p:sp>
        <p:nvSpPr>
          <p:cNvPr id="1602" name="Google Shape;1602;g2669109b303_0_2505"/>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03" name="Google Shape;1603;g2669109b303_0_2505"/>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04" name="Google Shape;1604;g2669109b303_0_2505"/>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05" name="Google Shape;1605;g2669109b303_0_2505"/>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06" name="Google Shape;1606;g2669109b303_0_2505"/>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07" name="Google Shape;1607;g2669109b303_0_2505"/>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08" name="Google Shape;1608;g2669109b303_0_2505"/>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609" name="Google Shape;1609;g2669109b303_0_2505"/>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10" name="Google Shape;1610;g2669109b303_0_2505"/>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11" name="Google Shape;1611;g2669109b303_0_2505"/>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12" name="Google Shape;1612;g2669109b303_0_2505"/>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13" name="Google Shape;1613;g2669109b303_0_2505"/>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14" name="Google Shape;1614;g2669109b303_0_2505"/>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15" name="Google Shape;1615;g2669109b303_0_2505"/>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g2669109b303_0_2505"/>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g2669109b303_0_2505"/>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g2669109b303_0_2505"/>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g2669109b303_0_2505"/>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0" name="Google Shape;1620;g2669109b303_0_2505"/>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g2669109b303_0_2505"/>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g2669109b303_0_2505"/>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g2669109b303_0_2505"/>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1624" name="Shape 1624"/>
        <p:cNvGrpSpPr/>
        <p:nvPr/>
      </p:nvGrpSpPr>
      <p:grpSpPr>
        <a:xfrm>
          <a:off x="0" y="0"/>
          <a:ext cx="0" cy="0"/>
          <a:chOff x="0" y="0"/>
          <a:chExt cx="0" cy="0"/>
        </a:xfrm>
      </p:grpSpPr>
      <p:sp>
        <p:nvSpPr>
          <p:cNvPr id="1625" name="Google Shape;1625;g2669109b303_0_2528"/>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26" name="Google Shape;1626;g2669109b303_0_2528"/>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27" name="Google Shape;1627;g2669109b303_0_2528"/>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28" name="Google Shape;1628;g2669109b303_0_2528"/>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29" name="Google Shape;1629;g2669109b303_0_2528"/>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30" name="Google Shape;1630;g2669109b303_0_2528"/>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31" name="Google Shape;1631;g2669109b303_0_2528"/>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1632" name="Google Shape;1632;g2669109b303_0_2528"/>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33" name="Google Shape;1633;g2669109b303_0_2528"/>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634" name="Google Shape;1634;g2669109b303_0_252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g2669109b303_0_252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g2669109b303_0_252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g2669109b303_0_252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g2669109b303_0_252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g2669109b303_0_252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g2669109b303_0_252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g2669109b303_0_252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g2669109b303_0_252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g2669109b303_0_252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1644" name="Shape 1644"/>
        <p:cNvGrpSpPr/>
        <p:nvPr/>
      </p:nvGrpSpPr>
      <p:grpSpPr>
        <a:xfrm>
          <a:off x="0" y="0"/>
          <a:ext cx="0" cy="0"/>
          <a:chOff x="0" y="0"/>
          <a:chExt cx="0" cy="0"/>
        </a:xfrm>
      </p:grpSpPr>
      <p:sp>
        <p:nvSpPr>
          <p:cNvPr id="1645" name="Google Shape;1645;g2669109b303_0_2548"/>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646" name="Google Shape;1646;g2669109b303_0_2548"/>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47" name="Google Shape;1647;g2669109b303_0_2548"/>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648" name="Google Shape;1648;g2669109b303_0_2548"/>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49" name="Google Shape;1649;g2669109b303_0_2548"/>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650" name="Google Shape;1650;g2669109b303_0_2548"/>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51" name="Google Shape;1651;g2669109b303_0_2548"/>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lnSpc>
                <a:spcPct val="100000"/>
              </a:lnSpc>
              <a:spcBef>
                <a:spcPts val="0"/>
              </a:spcBef>
              <a:spcAft>
                <a:spcPts val="0"/>
              </a:spcAft>
              <a:buClr>
                <a:srgbClr val="000000"/>
              </a:buClr>
              <a:buSzPts val="1800"/>
              <a:buNone/>
              <a:defRPr sz="1800">
                <a:solidFill>
                  <a:srgbClr val="000000"/>
                </a:solidFill>
              </a:defRPr>
            </a:lvl2pPr>
            <a:lvl3pPr lvl="2" rtl="0" algn="ctr">
              <a:lnSpc>
                <a:spcPct val="100000"/>
              </a:lnSpc>
              <a:spcBef>
                <a:spcPts val="0"/>
              </a:spcBef>
              <a:spcAft>
                <a:spcPts val="0"/>
              </a:spcAft>
              <a:buClr>
                <a:srgbClr val="000000"/>
              </a:buClr>
              <a:buSzPts val="1800"/>
              <a:buNone/>
              <a:defRPr sz="1800">
                <a:solidFill>
                  <a:srgbClr val="000000"/>
                </a:solidFill>
              </a:defRPr>
            </a:lvl3pPr>
            <a:lvl4pPr lvl="3" rtl="0" algn="ctr">
              <a:lnSpc>
                <a:spcPct val="100000"/>
              </a:lnSpc>
              <a:spcBef>
                <a:spcPts val="0"/>
              </a:spcBef>
              <a:spcAft>
                <a:spcPts val="0"/>
              </a:spcAft>
              <a:buClr>
                <a:srgbClr val="000000"/>
              </a:buClr>
              <a:buSzPts val="1800"/>
              <a:buNone/>
              <a:defRPr sz="1800">
                <a:solidFill>
                  <a:srgbClr val="000000"/>
                </a:solidFill>
              </a:defRPr>
            </a:lvl4pPr>
            <a:lvl5pPr lvl="4" rtl="0" algn="ctr">
              <a:lnSpc>
                <a:spcPct val="100000"/>
              </a:lnSpc>
              <a:spcBef>
                <a:spcPts val="0"/>
              </a:spcBef>
              <a:spcAft>
                <a:spcPts val="0"/>
              </a:spcAft>
              <a:buClr>
                <a:srgbClr val="000000"/>
              </a:buClr>
              <a:buSzPts val="1800"/>
              <a:buNone/>
              <a:defRPr sz="1800">
                <a:solidFill>
                  <a:srgbClr val="000000"/>
                </a:solidFill>
              </a:defRPr>
            </a:lvl5pPr>
            <a:lvl6pPr lvl="5" rtl="0" algn="ctr">
              <a:lnSpc>
                <a:spcPct val="100000"/>
              </a:lnSpc>
              <a:spcBef>
                <a:spcPts val="0"/>
              </a:spcBef>
              <a:spcAft>
                <a:spcPts val="0"/>
              </a:spcAft>
              <a:buClr>
                <a:srgbClr val="000000"/>
              </a:buClr>
              <a:buSzPts val="1800"/>
              <a:buNone/>
              <a:defRPr sz="1800">
                <a:solidFill>
                  <a:srgbClr val="000000"/>
                </a:solidFill>
              </a:defRPr>
            </a:lvl6pPr>
            <a:lvl7pPr lvl="6" rtl="0" algn="ctr">
              <a:lnSpc>
                <a:spcPct val="100000"/>
              </a:lnSpc>
              <a:spcBef>
                <a:spcPts val="0"/>
              </a:spcBef>
              <a:spcAft>
                <a:spcPts val="0"/>
              </a:spcAft>
              <a:buClr>
                <a:srgbClr val="000000"/>
              </a:buClr>
              <a:buSzPts val="1800"/>
              <a:buNone/>
              <a:defRPr sz="1800">
                <a:solidFill>
                  <a:srgbClr val="000000"/>
                </a:solidFill>
              </a:defRPr>
            </a:lvl7pPr>
            <a:lvl8pPr lvl="7" rtl="0" algn="ctr">
              <a:lnSpc>
                <a:spcPct val="100000"/>
              </a:lnSpc>
              <a:spcBef>
                <a:spcPts val="0"/>
              </a:spcBef>
              <a:spcAft>
                <a:spcPts val="0"/>
              </a:spcAft>
              <a:buClr>
                <a:srgbClr val="000000"/>
              </a:buClr>
              <a:buSzPts val="1800"/>
              <a:buNone/>
              <a:defRPr sz="1800">
                <a:solidFill>
                  <a:srgbClr val="000000"/>
                </a:solidFill>
              </a:defRPr>
            </a:lvl8pPr>
            <a:lvl9pPr lvl="8" rtl="0" algn="ctr">
              <a:lnSpc>
                <a:spcPct val="100000"/>
              </a:lnSpc>
              <a:spcBef>
                <a:spcPts val="0"/>
              </a:spcBef>
              <a:spcAft>
                <a:spcPts val="0"/>
              </a:spcAft>
              <a:buClr>
                <a:srgbClr val="000000"/>
              </a:buClr>
              <a:buSzPts val="1800"/>
              <a:buNone/>
              <a:defRPr sz="1800">
                <a:solidFill>
                  <a:srgbClr val="000000"/>
                </a:solidFill>
              </a:defRPr>
            </a:lvl9pPr>
          </a:lstStyle>
          <a:p/>
        </p:txBody>
      </p:sp>
      <p:sp>
        <p:nvSpPr>
          <p:cNvPr id="1652" name="Google Shape;1652;g2669109b303_0_2548"/>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1653" name="Google Shape;1653;g2669109b303_0_2548"/>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654" name="Google Shape;1654;g2669109b303_0_254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g2669109b303_0_254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g2669109b303_0_254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g2669109b303_0_254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g2669109b303_0_254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g2669109b303_0_254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g2669109b303_0_254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g2669109b303_0_254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g2669109b303_0_254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g2669109b303_0_254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664" name="Shape 1664"/>
        <p:cNvGrpSpPr/>
        <p:nvPr/>
      </p:nvGrpSpPr>
      <p:grpSpPr>
        <a:xfrm>
          <a:off x="0" y="0"/>
          <a:ext cx="0" cy="0"/>
          <a:chOff x="0" y="0"/>
          <a:chExt cx="0" cy="0"/>
        </a:xfrm>
      </p:grpSpPr>
      <p:sp>
        <p:nvSpPr>
          <p:cNvPr id="1665" name="Google Shape;1665;g2669109b303_0_2568"/>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7200">
                <a:solidFill>
                  <a:schemeClr val="lt1"/>
                </a:solidFill>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1666" name="Google Shape;1666;g2669109b303_0_2568"/>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667" name="Google Shape;1667;g2669109b303_0_2568"/>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1668" name="Google Shape;1668;g2669109b303_0_2568"/>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g2669109b303_0_2568"/>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g2669109b303_0_2568"/>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g2669109b303_0_2568"/>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g2669109b303_0_2568"/>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g2669109b303_0_2568"/>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g2669109b303_0_2568"/>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5" name="Google Shape;1675;g2669109b303_0_2568"/>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6" name="Google Shape;1676;g2669109b303_0_2568"/>
          <p:cNvGrpSpPr/>
          <p:nvPr/>
        </p:nvGrpSpPr>
        <p:grpSpPr>
          <a:xfrm>
            <a:off x="6669726" y="-389684"/>
            <a:ext cx="143766" cy="2106420"/>
            <a:chOff x="6780548" y="337714"/>
            <a:chExt cx="133252" cy="1952377"/>
          </a:xfrm>
        </p:grpSpPr>
        <p:sp>
          <p:nvSpPr>
            <p:cNvPr id="1677" name="Google Shape;1677;g2669109b303_0_256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g2669109b303_0_256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79" name="Google Shape;1679;g2669109b303_0_2568"/>
          <p:cNvGrpSpPr/>
          <p:nvPr/>
        </p:nvGrpSpPr>
        <p:grpSpPr>
          <a:xfrm>
            <a:off x="1510030" y="507749"/>
            <a:ext cx="203534" cy="2663108"/>
            <a:chOff x="250617" y="2402301"/>
            <a:chExt cx="188650" cy="2468355"/>
          </a:xfrm>
        </p:grpSpPr>
        <p:sp>
          <p:nvSpPr>
            <p:cNvPr id="1680" name="Google Shape;1680;g2669109b303_0_256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g2669109b303_0_256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g2669109b303_0_256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3" name="Google Shape;1683;g2669109b303_0_256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4" name="Google Shape;1684;g2669109b303_0_2568"/>
          <p:cNvGrpSpPr/>
          <p:nvPr/>
        </p:nvGrpSpPr>
        <p:grpSpPr>
          <a:xfrm>
            <a:off x="385355" y="1380671"/>
            <a:ext cx="199237" cy="2828935"/>
            <a:chOff x="1608717" y="1280046"/>
            <a:chExt cx="199237" cy="2828935"/>
          </a:xfrm>
        </p:grpSpPr>
        <p:sp>
          <p:nvSpPr>
            <p:cNvPr id="1685" name="Google Shape;1685;g2669109b303_0_256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g2669109b303_0_256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g2669109b303_0_256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88" name="Google Shape;1688;g2669109b303_0_2568"/>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g2669109b303_0_2568"/>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0" name="Google Shape;1690;g2669109b303_0_2568"/>
          <p:cNvGrpSpPr/>
          <p:nvPr/>
        </p:nvGrpSpPr>
        <p:grpSpPr>
          <a:xfrm>
            <a:off x="989025" y="-389666"/>
            <a:ext cx="62143" cy="897428"/>
            <a:chOff x="2038689" y="173907"/>
            <a:chExt cx="57599" cy="831799"/>
          </a:xfrm>
        </p:grpSpPr>
        <p:sp>
          <p:nvSpPr>
            <p:cNvPr id="1691" name="Google Shape;1691;g2669109b303_0_256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g2669109b303_0_256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93" name="Google Shape;1693;g2669109b303_0_2568"/>
          <p:cNvGrpSpPr/>
          <p:nvPr/>
        </p:nvGrpSpPr>
        <p:grpSpPr>
          <a:xfrm>
            <a:off x="8568730" y="2184809"/>
            <a:ext cx="214702" cy="2308597"/>
            <a:chOff x="8008096" y="2108910"/>
            <a:chExt cx="199001" cy="2139770"/>
          </a:xfrm>
        </p:grpSpPr>
        <p:sp>
          <p:nvSpPr>
            <p:cNvPr id="1694" name="Google Shape;1694;g2669109b303_0_256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5" name="Google Shape;1695;g2669109b303_0_256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96" name="Google Shape;1696;g2669109b303_0_2568"/>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7" name="Google Shape;1697;g2669109b303_0_2568"/>
          <p:cNvGrpSpPr/>
          <p:nvPr/>
        </p:nvGrpSpPr>
        <p:grpSpPr>
          <a:xfrm>
            <a:off x="8221230" y="9"/>
            <a:ext cx="214702" cy="2308597"/>
            <a:chOff x="8008096" y="2108910"/>
            <a:chExt cx="199001" cy="2139770"/>
          </a:xfrm>
        </p:grpSpPr>
        <p:sp>
          <p:nvSpPr>
            <p:cNvPr id="1698" name="Google Shape;1698;g2669109b303_0_256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9" name="Google Shape;1699;g2669109b303_0_256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1700" name="Shape 1700"/>
        <p:cNvGrpSpPr/>
        <p:nvPr/>
      </p:nvGrpSpPr>
      <p:grpSpPr>
        <a:xfrm>
          <a:off x="0" y="0"/>
          <a:ext cx="0" cy="0"/>
          <a:chOff x="0" y="0"/>
          <a:chExt cx="0" cy="0"/>
        </a:xfrm>
      </p:grpSpPr>
      <p:sp>
        <p:nvSpPr>
          <p:cNvPr id="1701" name="Google Shape;1701;g2669109b303_0_2604"/>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SzPts val="1000"/>
              <a:buFont typeface="Livvic Light"/>
              <a:buChar char="●"/>
              <a:defRPr sz="1200"/>
            </a:lvl1pPr>
            <a:lvl2pPr indent="-292100" lvl="1" marL="914400" rtl="0" algn="l">
              <a:lnSpc>
                <a:spcPct val="115000"/>
              </a:lnSpc>
              <a:spcBef>
                <a:spcPts val="1600"/>
              </a:spcBef>
              <a:spcAft>
                <a:spcPts val="0"/>
              </a:spcAft>
              <a:buSzPts val="1000"/>
              <a:buFont typeface="Nunito Light"/>
              <a:buChar char="○"/>
              <a:defRPr/>
            </a:lvl2pPr>
            <a:lvl3pPr indent="-292100" lvl="2" marL="1371600" rtl="0" algn="l">
              <a:lnSpc>
                <a:spcPct val="115000"/>
              </a:lnSpc>
              <a:spcBef>
                <a:spcPts val="1600"/>
              </a:spcBef>
              <a:spcAft>
                <a:spcPts val="0"/>
              </a:spcAft>
              <a:buSzPts val="1000"/>
              <a:buFont typeface="Nunito Light"/>
              <a:buChar char="■"/>
              <a:defRPr/>
            </a:lvl3pPr>
            <a:lvl4pPr indent="-292100" lvl="3" marL="1828800" rtl="0" algn="l">
              <a:lnSpc>
                <a:spcPct val="115000"/>
              </a:lnSpc>
              <a:spcBef>
                <a:spcPts val="1600"/>
              </a:spcBef>
              <a:spcAft>
                <a:spcPts val="0"/>
              </a:spcAft>
              <a:buSzPts val="1000"/>
              <a:buFont typeface="Nunito Light"/>
              <a:buChar char="●"/>
              <a:defRPr/>
            </a:lvl4pPr>
            <a:lvl5pPr indent="-292100" lvl="4" marL="2286000" rtl="0" algn="l">
              <a:lnSpc>
                <a:spcPct val="115000"/>
              </a:lnSpc>
              <a:spcBef>
                <a:spcPts val="1600"/>
              </a:spcBef>
              <a:spcAft>
                <a:spcPts val="0"/>
              </a:spcAft>
              <a:buSzPts val="1000"/>
              <a:buFont typeface="Nunito Light"/>
              <a:buChar char="○"/>
              <a:defRPr/>
            </a:lvl5pPr>
            <a:lvl6pPr indent="-292100" lvl="5" marL="2743200" rtl="0" algn="l">
              <a:lnSpc>
                <a:spcPct val="115000"/>
              </a:lnSpc>
              <a:spcBef>
                <a:spcPts val="1600"/>
              </a:spcBef>
              <a:spcAft>
                <a:spcPts val="0"/>
              </a:spcAft>
              <a:buSzPts val="1000"/>
              <a:buFont typeface="Nunito Light"/>
              <a:buChar char="■"/>
              <a:defRPr/>
            </a:lvl6pPr>
            <a:lvl7pPr indent="-292100" lvl="6" marL="3200400" rtl="0" algn="l">
              <a:lnSpc>
                <a:spcPct val="115000"/>
              </a:lnSpc>
              <a:spcBef>
                <a:spcPts val="1600"/>
              </a:spcBef>
              <a:spcAft>
                <a:spcPts val="0"/>
              </a:spcAft>
              <a:buSzPts val="1000"/>
              <a:buFont typeface="Nunito Light"/>
              <a:buChar char="●"/>
              <a:defRPr/>
            </a:lvl7pPr>
            <a:lvl8pPr indent="-292100" lvl="7" marL="3657600" rtl="0" algn="l">
              <a:lnSpc>
                <a:spcPct val="115000"/>
              </a:lnSpc>
              <a:spcBef>
                <a:spcPts val="1600"/>
              </a:spcBef>
              <a:spcAft>
                <a:spcPts val="0"/>
              </a:spcAft>
              <a:buSzPts val="1000"/>
              <a:buFont typeface="Nunito Light"/>
              <a:buChar char="○"/>
              <a:defRPr/>
            </a:lvl8pPr>
            <a:lvl9pPr indent="-292100" lvl="8" marL="4114800" rtl="0" algn="l">
              <a:lnSpc>
                <a:spcPct val="115000"/>
              </a:lnSpc>
              <a:spcBef>
                <a:spcPts val="1600"/>
              </a:spcBef>
              <a:spcAft>
                <a:spcPts val="1600"/>
              </a:spcAft>
              <a:buSzPts val="1000"/>
              <a:buFont typeface="Nunito Light"/>
              <a:buChar char="■"/>
              <a:defRPr/>
            </a:lvl9pPr>
          </a:lstStyle>
          <a:p/>
        </p:txBody>
      </p:sp>
      <p:sp>
        <p:nvSpPr>
          <p:cNvPr id="1702" name="Google Shape;1702;g2669109b303_0_260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rgbClr val="000000"/>
              </a:buClr>
              <a:buSzPts val="3600"/>
              <a:buNone/>
              <a:defRPr sz="3000"/>
            </a:lvl1pPr>
            <a:lvl2pPr lvl="1" rtl="0" algn="ctr">
              <a:lnSpc>
                <a:spcPct val="100000"/>
              </a:lnSpc>
              <a:spcBef>
                <a:spcPts val="0"/>
              </a:spcBef>
              <a:spcAft>
                <a:spcPts val="0"/>
              </a:spcAft>
              <a:buClr>
                <a:srgbClr val="D9D9D9"/>
              </a:buClr>
              <a:buSzPts val="1800"/>
              <a:buNone/>
              <a:defRPr sz="1800">
                <a:solidFill>
                  <a:srgbClr val="D9D9D9"/>
                </a:solidFill>
              </a:defRPr>
            </a:lvl2pPr>
            <a:lvl3pPr lvl="2" rtl="0" algn="ctr">
              <a:lnSpc>
                <a:spcPct val="100000"/>
              </a:lnSpc>
              <a:spcBef>
                <a:spcPts val="0"/>
              </a:spcBef>
              <a:spcAft>
                <a:spcPts val="0"/>
              </a:spcAft>
              <a:buClr>
                <a:srgbClr val="D9D9D9"/>
              </a:buClr>
              <a:buSzPts val="1800"/>
              <a:buNone/>
              <a:defRPr sz="1800">
                <a:solidFill>
                  <a:srgbClr val="D9D9D9"/>
                </a:solidFill>
              </a:defRPr>
            </a:lvl3pPr>
            <a:lvl4pPr lvl="3" rtl="0" algn="ctr">
              <a:lnSpc>
                <a:spcPct val="100000"/>
              </a:lnSpc>
              <a:spcBef>
                <a:spcPts val="0"/>
              </a:spcBef>
              <a:spcAft>
                <a:spcPts val="0"/>
              </a:spcAft>
              <a:buClr>
                <a:srgbClr val="D9D9D9"/>
              </a:buClr>
              <a:buSzPts val="1800"/>
              <a:buNone/>
              <a:defRPr sz="1800">
                <a:solidFill>
                  <a:srgbClr val="D9D9D9"/>
                </a:solidFill>
              </a:defRPr>
            </a:lvl4pPr>
            <a:lvl5pPr lvl="4" rtl="0" algn="ctr">
              <a:lnSpc>
                <a:spcPct val="100000"/>
              </a:lnSpc>
              <a:spcBef>
                <a:spcPts val="0"/>
              </a:spcBef>
              <a:spcAft>
                <a:spcPts val="0"/>
              </a:spcAft>
              <a:buClr>
                <a:srgbClr val="D9D9D9"/>
              </a:buClr>
              <a:buSzPts val="1800"/>
              <a:buNone/>
              <a:defRPr sz="1800">
                <a:solidFill>
                  <a:srgbClr val="D9D9D9"/>
                </a:solidFill>
              </a:defRPr>
            </a:lvl5pPr>
            <a:lvl6pPr lvl="5" rtl="0" algn="ctr">
              <a:lnSpc>
                <a:spcPct val="100000"/>
              </a:lnSpc>
              <a:spcBef>
                <a:spcPts val="0"/>
              </a:spcBef>
              <a:spcAft>
                <a:spcPts val="0"/>
              </a:spcAft>
              <a:buClr>
                <a:srgbClr val="D9D9D9"/>
              </a:buClr>
              <a:buSzPts val="1800"/>
              <a:buNone/>
              <a:defRPr sz="1800">
                <a:solidFill>
                  <a:srgbClr val="D9D9D9"/>
                </a:solidFill>
              </a:defRPr>
            </a:lvl6pPr>
            <a:lvl7pPr lvl="6" rtl="0" algn="ctr">
              <a:lnSpc>
                <a:spcPct val="100000"/>
              </a:lnSpc>
              <a:spcBef>
                <a:spcPts val="0"/>
              </a:spcBef>
              <a:spcAft>
                <a:spcPts val="0"/>
              </a:spcAft>
              <a:buClr>
                <a:srgbClr val="D9D9D9"/>
              </a:buClr>
              <a:buSzPts val="1800"/>
              <a:buNone/>
              <a:defRPr sz="1800">
                <a:solidFill>
                  <a:srgbClr val="D9D9D9"/>
                </a:solidFill>
              </a:defRPr>
            </a:lvl7pPr>
            <a:lvl8pPr lvl="7" rtl="0" algn="ctr">
              <a:lnSpc>
                <a:spcPct val="100000"/>
              </a:lnSpc>
              <a:spcBef>
                <a:spcPts val="0"/>
              </a:spcBef>
              <a:spcAft>
                <a:spcPts val="0"/>
              </a:spcAft>
              <a:buClr>
                <a:srgbClr val="D9D9D9"/>
              </a:buClr>
              <a:buSzPts val="1800"/>
              <a:buNone/>
              <a:defRPr sz="1800">
                <a:solidFill>
                  <a:srgbClr val="D9D9D9"/>
                </a:solidFill>
              </a:defRPr>
            </a:lvl8pPr>
            <a:lvl9pPr lvl="8" rtl="0" algn="ctr">
              <a:lnSpc>
                <a:spcPct val="100000"/>
              </a:lnSpc>
              <a:spcBef>
                <a:spcPts val="0"/>
              </a:spcBef>
              <a:spcAft>
                <a:spcPts val="0"/>
              </a:spcAft>
              <a:buClr>
                <a:srgbClr val="D9D9D9"/>
              </a:buClr>
              <a:buSzPts val="1800"/>
              <a:buNone/>
              <a:defRPr sz="1800">
                <a:solidFill>
                  <a:srgbClr val="D9D9D9"/>
                </a:solidFill>
              </a:defRPr>
            </a:lvl9pPr>
          </a:lstStyle>
          <a:p/>
        </p:txBody>
      </p:sp>
      <p:sp>
        <p:nvSpPr>
          <p:cNvPr id="1703" name="Google Shape;1703;g2669109b303_0_2604"/>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rtl="0" algn="l">
              <a:lnSpc>
                <a:spcPct val="100000"/>
              </a:lnSpc>
              <a:spcBef>
                <a:spcPts val="0"/>
              </a:spcBef>
              <a:spcAft>
                <a:spcPts val="0"/>
              </a:spcAft>
              <a:buClr>
                <a:srgbClr val="EC5D37"/>
              </a:buClr>
              <a:buSzPts val="1000"/>
              <a:buFont typeface="Livvic Light"/>
              <a:buChar char="●"/>
              <a:defRPr sz="1200"/>
            </a:lvl1pPr>
            <a:lvl2pPr indent="-292100" lvl="1" marL="914400" rtl="0" algn="l">
              <a:lnSpc>
                <a:spcPct val="115000"/>
              </a:lnSpc>
              <a:spcBef>
                <a:spcPts val="1600"/>
              </a:spcBef>
              <a:spcAft>
                <a:spcPts val="0"/>
              </a:spcAft>
              <a:buClr>
                <a:srgbClr val="FFC800"/>
              </a:buClr>
              <a:buSzPts val="1000"/>
              <a:buFont typeface="Nunito Light"/>
              <a:buChar char="○"/>
              <a:defRPr/>
            </a:lvl2pPr>
            <a:lvl3pPr indent="-292100" lvl="2" marL="1371600" rtl="0" algn="l">
              <a:lnSpc>
                <a:spcPct val="115000"/>
              </a:lnSpc>
              <a:spcBef>
                <a:spcPts val="1600"/>
              </a:spcBef>
              <a:spcAft>
                <a:spcPts val="0"/>
              </a:spcAft>
              <a:buClr>
                <a:srgbClr val="FFC800"/>
              </a:buClr>
              <a:buSzPts val="1000"/>
              <a:buFont typeface="Nunito Light"/>
              <a:buChar char="■"/>
              <a:defRPr/>
            </a:lvl3pPr>
            <a:lvl4pPr indent="-292100" lvl="3" marL="1828800" rtl="0" algn="l">
              <a:lnSpc>
                <a:spcPct val="115000"/>
              </a:lnSpc>
              <a:spcBef>
                <a:spcPts val="1600"/>
              </a:spcBef>
              <a:spcAft>
                <a:spcPts val="0"/>
              </a:spcAft>
              <a:buClr>
                <a:srgbClr val="FFC800"/>
              </a:buClr>
              <a:buSzPts val="1000"/>
              <a:buFont typeface="Nunito Light"/>
              <a:buChar char="●"/>
              <a:defRPr/>
            </a:lvl4pPr>
            <a:lvl5pPr indent="-292100" lvl="4" marL="2286000" rtl="0" algn="l">
              <a:lnSpc>
                <a:spcPct val="115000"/>
              </a:lnSpc>
              <a:spcBef>
                <a:spcPts val="1600"/>
              </a:spcBef>
              <a:spcAft>
                <a:spcPts val="0"/>
              </a:spcAft>
              <a:buClr>
                <a:srgbClr val="434343"/>
              </a:buClr>
              <a:buSzPts val="1000"/>
              <a:buFont typeface="Nunito Light"/>
              <a:buChar char="○"/>
              <a:defRPr/>
            </a:lvl5pPr>
            <a:lvl6pPr indent="-292100" lvl="5" marL="2743200" rtl="0" algn="l">
              <a:lnSpc>
                <a:spcPct val="115000"/>
              </a:lnSpc>
              <a:spcBef>
                <a:spcPts val="1600"/>
              </a:spcBef>
              <a:spcAft>
                <a:spcPts val="0"/>
              </a:spcAft>
              <a:buClr>
                <a:srgbClr val="434343"/>
              </a:buClr>
              <a:buSzPts val="1000"/>
              <a:buFont typeface="Nunito Light"/>
              <a:buChar char="■"/>
              <a:defRPr/>
            </a:lvl6pPr>
            <a:lvl7pPr indent="-292100" lvl="6" marL="3200400" rtl="0" algn="l">
              <a:lnSpc>
                <a:spcPct val="115000"/>
              </a:lnSpc>
              <a:spcBef>
                <a:spcPts val="1600"/>
              </a:spcBef>
              <a:spcAft>
                <a:spcPts val="0"/>
              </a:spcAft>
              <a:buClr>
                <a:srgbClr val="434343"/>
              </a:buClr>
              <a:buSzPts val="1000"/>
              <a:buFont typeface="Nunito Light"/>
              <a:buChar char="●"/>
              <a:defRPr/>
            </a:lvl7pPr>
            <a:lvl8pPr indent="-292100" lvl="7" marL="3657600" rtl="0" algn="l">
              <a:lnSpc>
                <a:spcPct val="115000"/>
              </a:lnSpc>
              <a:spcBef>
                <a:spcPts val="1600"/>
              </a:spcBef>
              <a:spcAft>
                <a:spcPts val="0"/>
              </a:spcAft>
              <a:buClr>
                <a:srgbClr val="434343"/>
              </a:buClr>
              <a:buSzPts val="1000"/>
              <a:buFont typeface="Nunito Light"/>
              <a:buChar char="○"/>
              <a:defRPr/>
            </a:lvl8pPr>
            <a:lvl9pPr indent="-292100" lvl="8" marL="4114800" rtl="0" algn="l">
              <a:lnSpc>
                <a:spcPct val="115000"/>
              </a:lnSpc>
              <a:spcBef>
                <a:spcPts val="1600"/>
              </a:spcBef>
              <a:spcAft>
                <a:spcPts val="1600"/>
              </a:spcAft>
              <a:buClr>
                <a:srgbClr val="434343"/>
              </a:buClr>
              <a:buSzPts val="1000"/>
              <a:buFont typeface="Nunito Light"/>
              <a:buChar char="■"/>
              <a:defRPr/>
            </a:lvl9pPr>
          </a:lstStyle>
          <a:p/>
        </p:txBody>
      </p:sp>
      <p:sp>
        <p:nvSpPr>
          <p:cNvPr id="1704" name="Google Shape;1704;g2669109b303_0_2604"/>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g2669109b303_0_2604"/>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g2669109b303_0_2604"/>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g2669109b303_0_2604"/>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g2669109b303_0_2604"/>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g2669109b303_0_2604"/>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0" name="Google Shape;1710;g2669109b303_0_2604"/>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g2669109b303_0_2604"/>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g2669109b303_0_2604"/>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g2669109b303_0_2604"/>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g2669109b303_0_2604"/>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1715" name="Shape 1715"/>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16" name="Shape 17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2.xml"/><Relationship Id="rId11" Type="http://schemas.openxmlformats.org/officeDocument/2006/relationships/slideLayout" Target="../slideLayouts/slideLayout33.xml"/><Relationship Id="rId22" Type="http://schemas.openxmlformats.org/officeDocument/2006/relationships/slideLayout" Target="../slideLayouts/slideLayout44.xml"/><Relationship Id="rId10" Type="http://schemas.openxmlformats.org/officeDocument/2006/relationships/slideLayout" Target="../slideLayouts/slideLayout32.xml"/><Relationship Id="rId21" Type="http://schemas.openxmlformats.org/officeDocument/2006/relationships/slideLayout" Target="../slideLayouts/slideLayout43.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23" Type="http://schemas.openxmlformats.org/officeDocument/2006/relationships/theme" Target="../theme/theme1.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5" Type="http://schemas.openxmlformats.org/officeDocument/2006/relationships/slideLayout" Target="../slideLayouts/slideLayout27.xml"/><Relationship Id="rId19" Type="http://schemas.openxmlformats.org/officeDocument/2006/relationships/slideLayout" Target="../slideLayouts/slideLayout41.xml"/><Relationship Id="rId6" Type="http://schemas.openxmlformats.org/officeDocument/2006/relationships/slideLayout" Target="../slideLayouts/slideLayout28.xml"/><Relationship Id="rId18" Type="http://schemas.openxmlformats.org/officeDocument/2006/relationships/slideLayout" Target="../slideLayouts/slideLayout40.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11" Type="http://schemas.openxmlformats.org/officeDocument/2006/relationships/slideLayout" Target="../slideLayouts/slideLayout55.xml"/><Relationship Id="rId22" Type="http://schemas.openxmlformats.org/officeDocument/2006/relationships/slideLayout" Target="../slideLayouts/slideLayout66.xml"/><Relationship Id="rId10" Type="http://schemas.openxmlformats.org/officeDocument/2006/relationships/slideLayout" Target="../slideLayouts/slideLayout54.xml"/><Relationship Id="rId21" Type="http://schemas.openxmlformats.org/officeDocument/2006/relationships/slideLayout" Target="../slideLayouts/slideLayout65.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23" Type="http://schemas.openxmlformats.org/officeDocument/2006/relationships/theme" Target="../theme/theme5.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5" Type="http://schemas.openxmlformats.org/officeDocument/2006/relationships/slideLayout" Target="../slideLayouts/slideLayout49.xml"/><Relationship Id="rId19" Type="http://schemas.openxmlformats.org/officeDocument/2006/relationships/slideLayout" Target="../slideLayouts/slideLayout63.xml"/><Relationship Id="rId6" Type="http://schemas.openxmlformats.org/officeDocument/2006/relationships/slideLayout" Target="../slideLayouts/slideLayout50.xml"/><Relationship Id="rId18" Type="http://schemas.openxmlformats.org/officeDocument/2006/relationships/slideLayout" Target="../slideLayouts/slideLayout62.xml"/><Relationship Id="rId7" Type="http://schemas.openxmlformats.org/officeDocument/2006/relationships/slideLayout" Target="../slideLayouts/slideLayout51.xml"/><Relationship Id="rId8"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6.xml"/><Relationship Id="rId11" Type="http://schemas.openxmlformats.org/officeDocument/2006/relationships/slideLayout" Target="../slideLayouts/slideLayout77.xml"/><Relationship Id="rId22" Type="http://schemas.openxmlformats.org/officeDocument/2006/relationships/slideLayout" Target="../slideLayouts/slideLayout88.xml"/><Relationship Id="rId10" Type="http://schemas.openxmlformats.org/officeDocument/2006/relationships/slideLayout" Target="../slideLayouts/slideLayout76.xml"/><Relationship Id="rId21" Type="http://schemas.openxmlformats.org/officeDocument/2006/relationships/slideLayout" Target="../slideLayouts/slideLayout87.xml"/><Relationship Id="rId13" Type="http://schemas.openxmlformats.org/officeDocument/2006/relationships/slideLayout" Target="../slideLayouts/slideLayout79.xml"/><Relationship Id="rId12" Type="http://schemas.openxmlformats.org/officeDocument/2006/relationships/slideLayout" Target="../slideLayouts/slideLayout78.xml"/><Relationship Id="rId23" Type="http://schemas.openxmlformats.org/officeDocument/2006/relationships/theme" Target="../theme/theme4.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5" Type="http://schemas.openxmlformats.org/officeDocument/2006/relationships/slideLayout" Target="../slideLayouts/slideLayout81.xml"/><Relationship Id="rId14" Type="http://schemas.openxmlformats.org/officeDocument/2006/relationships/slideLayout" Target="../slideLayouts/slideLayout80.xml"/><Relationship Id="rId17" Type="http://schemas.openxmlformats.org/officeDocument/2006/relationships/slideLayout" Target="../slideLayouts/slideLayout83.xml"/><Relationship Id="rId16" Type="http://schemas.openxmlformats.org/officeDocument/2006/relationships/slideLayout" Target="../slideLayouts/slideLayout82.xml"/><Relationship Id="rId5" Type="http://schemas.openxmlformats.org/officeDocument/2006/relationships/slideLayout" Target="../slideLayouts/slideLayout71.xml"/><Relationship Id="rId19" Type="http://schemas.openxmlformats.org/officeDocument/2006/relationships/slideLayout" Target="../slideLayouts/slideLayout85.xml"/><Relationship Id="rId6" Type="http://schemas.openxmlformats.org/officeDocument/2006/relationships/slideLayout" Target="../slideLayouts/slideLayout72.xml"/><Relationship Id="rId18" Type="http://schemas.openxmlformats.org/officeDocument/2006/relationships/slideLayout" Target="../slideLayouts/slideLayout84.xml"/><Relationship Id="rId7" Type="http://schemas.openxmlformats.org/officeDocument/2006/relationships/slideLayout" Target="../slideLayouts/slideLayout73.xml"/><Relationship Id="rId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433" name="Shape 433"/>
        <p:cNvGrpSpPr/>
        <p:nvPr/>
      </p:nvGrpSpPr>
      <p:grpSpPr>
        <a:xfrm>
          <a:off x="0" y="0"/>
          <a:ext cx="0" cy="0"/>
          <a:chOff x="0" y="0"/>
          <a:chExt cx="0" cy="0"/>
        </a:xfrm>
      </p:grpSpPr>
      <p:sp>
        <p:nvSpPr>
          <p:cNvPr id="434" name="Google Shape;434;g2669109b303_0_4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435" name="Google Shape;435;g2669109b303_0_4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861" name="Shape 861"/>
        <p:cNvGrpSpPr/>
        <p:nvPr/>
      </p:nvGrpSpPr>
      <p:grpSpPr>
        <a:xfrm>
          <a:off x="0" y="0"/>
          <a:ext cx="0" cy="0"/>
          <a:chOff x="0" y="0"/>
          <a:chExt cx="0" cy="0"/>
        </a:xfrm>
      </p:grpSpPr>
      <p:sp>
        <p:nvSpPr>
          <p:cNvPr id="862" name="Google Shape;862;g2669109b303_0_13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863" name="Google Shape;863;g2669109b303_0_13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289" name="Shape 1289"/>
        <p:cNvGrpSpPr/>
        <p:nvPr/>
      </p:nvGrpSpPr>
      <p:grpSpPr>
        <a:xfrm>
          <a:off x="0" y="0"/>
          <a:ext cx="0" cy="0"/>
          <a:chOff x="0" y="0"/>
          <a:chExt cx="0" cy="0"/>
        </a:xfrm>
      </p:grpSpPr>
      <p:sp>
        <p:nvSpPr>
          <p:cNvPr id="1290" name="Google Shape;1290;g2669109b303_0_21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1291" name="Google Shape;1291;g2669109b303_0_219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hyperlink" Target="https://docs.google.com/document/d/1AnezzzcW8-hx7FfdWLJ-K1Jl2eSHEFM0/edit" TargetMode="External"/><Relationship Id="rId4" Type="http://schemas.openxmlformats.org/officeDocument/2006/relationships/hyperlink" Target="https://docs.google.com/document/d/1beCczSxd5fknLnv6UyNCUrzkdA10BMtK/edit" TargetMode="External"/><Relationship Id="rId5" Type="http://schemas.openxmlformats.org/officeDocument/2006/relationships/hyperlink" Target="https://docs.google.com/document/d/1GOm0_bH9PQ_vsPivqeUPPzI207slyLYS/edit" TargetMode="External"/><Relationship Id="rId6" Type="http://schemas.openxmlformats.org/officeDocument/2006/relationships/hyperlink" Target="https://docs.google.com/document/d/1-qUWsr4RXkO4YktpdKWqlw0HvKRVFcXH/edi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xml"/><Relationship Id="rId3" Type="http://schemas.openxmlformats.org/officeDocument/2006/relationships/hyperlink" Target="https://www.indiabix.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2.xml"/><Relationship Id="rId3" Type="http://schemas.openxmlformats.org/officeDocument/2006/relationships/hyperlink" Target="https://codefile.io/f/khMdTT5RWx"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4.xml"/><Relationship Id="rId3" Type="http://schemas.openxmlformats.org/officeDocument/2006/relationships/hyperlink" Target="https://drive.google.com/file/d/1ip39WpDLXmh8-0JcYrjkMDI6gMwrCLrw/view?usp=drive_lin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5.xml"/><Relationship Id="rId3" Type="http://schemas.openxmlformats.org/officeDocument/2006/relationships/hyperlink" Target="https://drive.google.com/file/d/1ATHU37MvPt91ExRz1HtiToHlJkDFRnD3/view?usp=sharing" TargetMode="External"/><Relationship Id="rId4" Type="http://schemas.openxmlformats.org/officeDocument/2006/relationships/hyperlink" Target="https://www.programiz.com/sql/online-compil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8.xml"/><Relationship Id="rId3" Type="http://schemas.openxmlformats.org/officeDocument/2006/relationships/hyperlink" Target="https://www.geeksforgeeks.org/check-whether-two-strings-are-anagram-of-each-oth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1"/>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500"/>
              <a:buFont typeface="Arial"/>
              <a:buNone/>
            </a:pPr>
            <a:r>
              <a:rPr lang="en" sz="7500">
                <a:solidFill>
                  <a:srgbClr val="FFFFFF"/>
                </a:solidFill>
                <a:latin typeface="Share Tech"/>
                <a:ea typeface="Share Tech"/>
                <a:cs typeface="Share Tech"/>
                <a:sym typeface="Share Tech"/>
              </a:rPr>
              <a:t>ISS</a:t>
            </a:r>
            <a:endParaRPr b="0" i="0" sz="7500" u="none" cap="none" strike="noStrike">
              <a:solidFill>
                <a:srgbClr val="FFFFFF"/>
              </a:solidFill>
              <a:latin typeface="Share Tech"/>
              <a:ea typeface="Share Tech"/>
              <a:cs typeface="Share Tech"/>
              <a:sym typeface="Share Tech"/>
            </a:endParaRPr>
          </a:p>
        </p:txBody>
      </p:sp>
      <p:sp>
        <p:nvSpPr>
          <p:cNvPr id="1722" name="Google Shape;1722;p1"/>
          <p:cNvSpPr txBox="1"/>
          <p:nvPr/>
        </p:nvSpPr>
        <p:spPr>
          <a:xfrm>
            <a:off x="620225" y="2804499"/>
            <a:ext cx="7801500" cy="13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Placement Interview Experience by</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lt1"/>
                </a:solidFill>
                <a:latin typeface="Maven Pro"/>
                <a:ea typeface="Maven Pro"/>
                <a:cs typeface="Maven Pro"/>
                <a:sym typeface="Maven Pro"/>
              </a:rPr>
              <a:t>Isha Desai</a:t>
            </a:r>
            <a:endParaRPr sz="1800">
              <a:solidFill>
                <a:schemeClr val="lt1"/>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lt1"/>
                </a:solidFill>
                <a:latin typeface="Maven Pro"/>
                <a:ea typeface="Maven Pro"/>
                <a:cs typeface="Maven Pro"/>
                <a:sym typeface="Maven Pro"/>
              </a:rPr>
              <a:t>Teesha Karotra</a:t>
            </a:r>
            <a:endParaRPr sz="1800">
              <a:solidFill>
                <a:schemeClr val="lt1"/>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lt1"/>
                </a:solidFill>
                <a:latin typeface="Maven Pro"/>
                <a:ea typeface="Maven Pro"/>
                <a:cs typeface="Maven Pro"/>
                <a:sym typeface="Maven Pro"/>
              </a:rPr>
              <a:t>Japneet Rajput</a:t>
            </a:r>
            <a:endParaRPr sz="1800">
              <a:solidFill>
                <a:schemeClr val="lt1"/>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lang="en" sz="1800">
                <a:solidFill>
                  <a:schemeClr val="lt1"/>
                </a:solidFill>
                <a:latin typeface="Maven Pro"/>
                <a:ea typeface="Maven Pro"/>
                <a:cs typeface="Maven Pro"/>
                <a:sym typeface="Maven Pro"/>
              </a:rPr>
              <a:t>Omkar Mahajan</a:t>
            </a:r>
            <a:endParaRPr sz="1800">
              <a:solidFill>
                <a:schemeClr val="lt1"/>
              </a:solidFill>
              <a:latin typeface="Maven Pro"/>
              <a:ea typeface="Maven Pro"/>
              <a:cs typeface="Maven Pro"/>
              <a:sym typeface="Maven Pr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Computer Engineering Department, 202</a:t>
            </a:r>
            <a:r>
              <a:rPr lang="en" sz="1800">
                <a:solidFill>
                  <a:srgbClr val="FFFFFF"/>
                </a:solidFill>
                <a:latin typeface="Maven Pro"/>
                <a:ea typeface="Maven Pro"/>
                <a:cs typeface="Maven Pro"/>
                <a:sym typeface="Maven Pro"/>
              </a:rPr>
              <a:t>4</a:t>
            </a:r>
            <a:r>
              <a:rPr b="0" i="0" lang="en" sz="1800" u="none" cap="none" strike="noStrike">
                <a:solidFill>
                  <a:srgbClr val="FFFFFF"/>
                </a:solidFill>
                <a:latin typeface="Maven Pro"/>
                <a:ea typeface="Maven Pro"/>
                <a:cs typeface="Maven Pro"/>
                <a:sym typeface="Maven Pro"/>
              </a:rPr>
              <a:t> Batch</a:t>
            </a:r>
            <a:endParaRPr b="0" i="0" sz="1800" u="none" cap="none" strike="noStrike">
              <a:solidFill>
                <a:srgbClr val="FFFFFF"/>
              </a:solidFill>
              <a:latin typeface="Maven Pro"/>
              <a:ea typeface="Maven Pro"/>
              <a:cs typeface="Maven Pro"/>
              <a:sym typeface="Maven Pro"/>
            </a:endParaRPr>
          </a:p>
        </p:txBody>
      </p:sp>
      <p:pic>
        <p:nvPicPr>
          <p:cNvPr id="1723" name="Google Shape;1723;p1"/>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1724" name="Google Shape;1724;p1"/>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Montserrat"/>
                <a:ea typeface="Montserrat"/>
                <a:cs typeface="Montserrat"/>
                <a:sym typeface="Montserrat"/>
              </a:rPr>
              <a:t>VIVEKANAND EDUCATION SOCIETY</a:t>
            </a:r>
            <a:r>
              <a:rPr b="1" lang="en">
                <a:solidFill>
                  <a:srgbClr val="FFFFFF"/>
                </a:solidFill>
                <a:latin typeface="Montserrat"/>
                <a:ea typeface="Montserrat"/>
                <a:cs typeface="Montserrat"/>
                <a:sym typeface="Montserrat"/>
              </a:rPr>
              <a:t>’S</a:t>
            </a:r>
            <a:r>
              <a:rPr b="1" i="0" lang="en" sz="1400" u="none" cap="none" strike="noStrike">
                <a:solidFill>
                  <a:srgbClr val="FFFFFF"/>
                </a:solidFill>
                <a:latin typeface="Montserrat"/>
                <a:ea typeface="Montserrat"/>
                <a:cs typeface="Montserrat"/>
                <a:sym typeface="Montserrat"/>
              </a:rPr>
              <a:t> INSTITUTE OF TECHNOLOGY (MUMBAI UNIVERSITY)</a:t>
            </a:r>
            <a:endParaRPr b="1" i="0" sz="1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a:ea typeface="Montserrat"/>
                <a:cs typeface="Montserrat"/>
                <a:sym typeface="Montserrat"/>
              </a:rPr>
              <a:t>Department of Computer Engineering</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Montserrat"/>
              <a:ea typeface="Montserrat"/>
              <a:cs typeface="Montserrat"/>
              <a:sym typeface="Montserrat"/>
            </a:endParaRPr>
          </a:p>
        </p:txBody>
      </p:sp>
      <p:pic>
        <p:nvPicPr>
          <p:cNvPr id="1725" name="Google Shape;1725;p1"/>
          <p:cNvPicPr preferRelativeResize="0"/>
          <p:nvPr/>
        </p:nvPicPr>
        <p:blipFill rotWithShape="1">
          <a:blip r:embed="rId4">
            <a:alphaModFix/>
          </a:blip>
          <a:srcRect b="0" l="0" r="0" t="0"/>
          <a:stretch/>
        </p:blipFill>
        <p:spPr>
          <a:xfrm>
            <a:off x="0" y="0"/>
            <a:ext cx="2075943" cy="1046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g2669109b303_0_43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About ISS:</a:t>
            </a:r>
            <a:endParaRPr>
              <a:latin typeface="Times New Roman"/>
              <a:ea typeface="Times New Roman"/>
              <a:cs typeface="Times New Roman"/>
              <a:sym typeface="Times New Roman"/>
            </a:endParaRPr>
          </a:p>
        </p:txBody>
      </p:sp>
      <p:sp>
        <p:nvSpPr>
          <p:cNvPr id="1731" name="Google Shape;1731;g2669109b303_0_435"/>
          <p:cNvSpPr txBox="1"/>
          <p:nvPr>
            <p:ph idx="1" type="body"/>
          </p:nvPr>
        </p:nvSpPr>
        <p:spPr>
          <a:xfrm>
            <a:off x="1211775" y="1385375"/>
            <a:ext cx="7038900" cy="32010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SzPts val="1700"/>
              <a:buFont typeface="Times New Roman"/>
              <a:buChar char="●"/>
            </a:pPr>
            <a:r>
              <a:rPr lang="en" sz="1900">
                <a:latin typeface="Times New Roman"/>
                <a:ea typeface="Times New Roman"/>
                <a:cs typeface="Times New Roman"/>
                <a:sym typeface="Times New Roman"/>
              </a:rPr>
              <a:t>Institutional Shareholder Services is a product based multinational company.</a:t>
            </a:r>
            <a:endParaRPr sz="1900">
              <a:latin typeface="Times New Roman"/>
              <a:ea typeface="Times New Roman"/>
              <a:cs typeface="Times New Roman"/>
              <a:sym typeface="Times New Roman"/>
            </a:endParaRPr>
          </a:p>
          <a:p>
            <a:pPr indent="-336550" lvl="0" marL="457200" rtl="0" algn="l">
              <a:lnSpc>
                <a:spcPct val="115000"/>
              </a:lnSpc>
              <a:spcBef>
                <a:spcPts val="0"/>
              </a:spcBef>
              <a:spcAft>
                <a:spcPts val="0"/>
              </a:spcAft>
              <a:buSzPts val="1700"/>
              <a:buFont typeface="Times New Roman"/>
              <a:buChar char="●"/>
            </a:pPr>
            <a:r>
              <a:rPr lang="en" sz="1900">
                <a:latin typeface="Times New Roman"/>
                <a:ea typeface="Times New Roman"/>
                <a:cs typeface="Times New Roman"/>
                <a:sym typeface="Times New Roman"/>
              </a:rPr>
              <a:t>Institutional Shareholder Services is the world's leading provider of corporate governance and responsible investment solutions.</a:t>
            </a:r>
            <a:endParaRPr sz="1900">
              <a:latin typeface="Times New Roman"/>
              <a:ea typeface="Times New Roman"/>
              <a:cs typeface="Times New Roman"/>
              <a:sym typeface="Times New Roman"/>
            </a:endParaRPr>
          </a:p>
          <a:p>
            <a:pPr indent="-349250" lvl="0" marL="457200" rtl="0" algn="l">
              <a:lnSpc>
                <a:spcPct val="115000"/>
              </a:lnSpc>
              <a:spcBef>
                <a:spcPts val="0"/>
              </a:spcBef>
              <a:spcAft>
                <a:spcPts val="0"/>
              </a:spcAft>
              <a:buSzPts val="1900"/>
              <a:buFont typeface="Times New Roman"/>
              <a:buChar char="●"/>
            </a:pPr>
            <a:r>
              <a:rPr lang="en" sz="1900">
                <a:latin typeface="Times New Roman"/>
                <a:ea typeface="Times New Roman"/>
                <a:cs typeface="Times New Roman"/>
                <a:sym typeface="Times New Roman"/>
              </a:rPr>
              <a:t>ISS’ solutions include objective governance research and recommendations; RI data, analytics, and research; end-to-end proxy voting and distribution solutions; turnkey securities class-action claims management; and reliable global governance data and modeling tools.</a:t>
            </a:r>
            <a:endParaRPr sz="19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g2669109b303_0_1311"/>
          <p:cNvSpPr txBox="1"/>
          <p:nvPr>
            <p:ph type="title"/>
          </p:nvPr>
        </p:nvSpPr>
        <p:spPr>
          <a:xfrm>
            <a:off x="1290475" y="321475"/>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Company Details</a:t>
            </a:r>
            <a:endParaRPr>
              <a:latin typeface="Times New Roman"/>
              <a:ea typeface="Times New Roman"/>
              <a:cs typeface="Times New Roman"/>
              <a:sym typeface="Times New Roman"/>
            </a:endParaRPr>
          </a:p>
        </p:txBody>
      </p:sp>
      <p:sp>
        <p:nvSpPr>
          <p:cNvPr id="1737" name="Google Shape;1737;g2669109b303_0_1311"/>
          <p:cNvSpPr txBox="1"/>
          <p:nvPr>
            <p:ph idx="1" type="body"/>
          </p:nvPr>
        </p:nvSpPr>
        <p:spPr>
          <a:xfrm>
            <a:off x="1039675" y="781750"/>
            <a:ext cx="7540500" cy="407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b="1" lang="en" sz="1500">
                <a:latin typeface="Times New Roman"/>
                <a:ea typeface="Times New Roman"/>
                <a:cs typeface="Times New Roman"/>
                <a:sym typeface="Times New Roman"/>
              </a:rPr>
              <a:t>N</a:t>
            </a:r>
            <a:r>
              <a:rPr b="1" lang="en" sz="1500">
                <a:latin typeface="Times New Roman"/>
                <a:ea typeface="Times New Roman"/>
                <a:cs typeface="Times New Roman"/>
                <a:sym typeface="Times New Roman"/>
              </a:rPr>
              <a:t>ame of the Company:</a:t>
            </a:r>
            <a:r>
              <a:rPr lang="en" sz="1500">
                <a:latin typeface="Times New Roman"/>
                <a:ea typeface="Times New Roman"/>
                <a:cs typeface="Times New Roman"/>
                <a:sym typeface="Times New Roman"/>
              </a:rPr>
              <a:t> </a:t>
            </a:r>
            <a:r>
              <a:rPr lang="en" sz="1500">
                <a:latin typeface="Times New Roman"/>
                <a:ea typeface="Times New Roman"/>
                <a:cs typeface="Times New Roman"/>
                <a:sym typeface="Times New Roman"/>
              </a:rPr>
              <a:t> ISS (Institutional Shareholder Services)</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Company status : </a:t>
            </a:r>
            <a:r>
              <a:rPr lang="en" sz="1500">
                <a:latin typeface="Times New Roman"/>
                <a:ea typeface="Times New Roman"/>
                <a:cs typeface="Times New Roman"/>
                <a:sym typeface="Times New Roman"/>
              </a:rPr>
              <a:t>Dream</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Branches Eligible:</a:t>
            </a:r>
            <a:r>
              <a:rPr lang="en" sz="1500">
                <a:latin typeface="Times New Roman"/>
                <a:ea typeface="Times New Roman"/>
                <a:cs typeface="Times New Roman"/>
                <a:sym typeface="Times New Roman"/>
              </a:rPr>
              <a:t> BE (CS, IT, EXTC, ETRX, AIDS)</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Eligibility Criteria: </a:t>
            </a:r>
            <a:r>
              <a:rPr lang="en" sz="1500">
                <a:latin typeface="Times New Roman"/>
                <a:ea typeface="Times New Roman"/>
                <a:cs typeface="Times New Roman"/>
                <a:sym typeface="Times New Roman"/>
              </a:rPr>
              <a:t>no live ATKT, no gaps during engineering</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None/>
            </a:pPr>
            <a:r>
              <a:rPr b="1" lang="en" sz="1500">
                <a:latin typeface="Times New Roman"/>
                <a:ea typeface="Times New Roman"/>
                <a:cs typeface="Times New Roman"/>
                <a:sym typeface="Times New Roman"/>
              </a:rPr>
              <a:t>Eligibility Criteria: </a:t>
            </a:r>
            <a:r>
              <a:rPr lang="en" sz="1500">
                <a:latin typeface="Times New Roman"/>
                <a:ea typeface="Times New Roman"/>
                <a:cs typeface="Times New Roman"/>
                <a:sym typeface="Times New Roman"/>
              </a:rPr>
              <a:t>no live ATKT, no gaps during engineering,  No percentage criteria for 10th, 12th/ diploma</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Salary: </a:t>
            </a:r>
            <a:r>
              <a:rPr lang="en" sz="1500">
                <a:latin typeface="Times New Roman"/>
                <a:ea typeface="Times New Roman"/>
                <a:cs typeface="Times New Roman"/>
                <a:sym typeface="Times New Roman"/>
              </a:rPr>
              <a:t>Fixed CTC: 13 LPA </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Position :</a:t>
            </a:r>
            <a:r>
              <a:rPr lang="en" sz="1500">
                <a:latin typeface="Times New Roman"/>
                <a:ea typeface="Times New Roman"/>
                <a:cs typeface="Times New Roman"/>
                <a:sym typeface="Times New Roman"/>
              </a:rPr>
              <a:t> Junior Analyst</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Roles: </a:t>
            </a:r>
            <a:r>
              <a:rPr lang="en" sz="1500">
                <a:latin typeface="Times New Roman"/>
                <a:ea typeface="Times New Roman"/>
                <a:cs typeface="Times New Roman"/>
                <a:sym typeface="Times New Roman"/>
              </a:rPr>
              <a:t>Analytical Verification/ Software Engineer/ </a:t>
            </a:r>
            <a:r>
              <a:rPr lang="en" sz="1500">
                <a:latin typeface="Times New Roman"/>
                <a:ea typeface="Times New Roman"/>
                <a:cs typeface="Times New Roman"/>
                <a:sym typeface="Times New Roman"/>
              </a:rPr>
              <a:t>Software Engineer in Test</a:t>
            </a:r>
            <a:r>
              <a:rPr lang="en" sz="1500">
                <a:latin typeface="Times New Roman"/>
                <a:ea typeface="Times New Roman"/>
                <a:cs typeface="Times New Roman"/>
                <a:sym typeface="Times New Roman"/>
              </a:rPr>
              <a:t>/ SQL Developer</a:t>
            </a:r>
            <a:endParaRPr sz="1500">
              <a:latin typeface="Times New Roman"/>
              <a:ea typeface="Times New Roman"/>
              <a:cs typeface="Times New Roman"/>
              <a:sym typeface="Times New Roman"/>
            </a:endParaRPr>
          </a:p>
          <a:p>
            <a:pPr indent="0" lvl="0" marL="0" rtl="0" algn="l">
              <a:lnSpc>
                <a:spcPct val="100000"/>
              </a:lnSpc>
              <a:spcBef>
                <a:spcPts val="1600"/>
              </a:spcBef>
              <a:spcAft>
                <a:spcPts val="0"/>
              </a:spcAft>
              <a:buSzPts val="1300"/>
              <a:buNone/>
            </a:pPr>
            <a:r>
              <a:rPr b="1" lang="en" sz="1500">
                <a:latin typeface="Times New Roman"/>
                <a:ea typeface="Times New Roman"/>
                <a:cs typeface="Times New Roman"/>
                <a:sym typeface="Times New Roman"/>
              </a:rPr>
              <a:t>Date of Drive: </a:t>
            </a:r>
            <a:r>
              <a:rPr lang="en" sz="1500">
                <a:latin typeface="Times New Roman"/>
                <a:ea typeface="Times New Roman"/>
                <a:cs typeface="Times New Roman"/>
                <a:sym typeface="Times New Roman"/>
              </a:rPr>
              <a:t>17th </a:t>
            </a:r>
            <a:r>
              <a:rPr lang="en" sz="1500">
                <a:latin typeface="Times New Roman"/>
                <a:ea typeface="Times New Roman"/>
                <a:cs typeface="Times New Roman"/>
                <a:sym typeface="Times New Roman"/>
              </a:rPr>
              <a:t>July(PPT), 18th July 2023(Drive)</a:t>
            </a:r>
            <a:endParaRPr sz="1700">
              <a:latin typeface="Times New Roman"/>
              <a:ea typeface="Times New Roman"/>
              <a:cs typeface="Times New Roman"/>
              <a:sym typeface="Times New Roman"/>
            </a:endParaRPr>
          </a:p>
          <a:p>
            <a:pPr indent="0" lvl="0" marL="0" rtl="0" algn="l">
              <a:lnSpc>
                <a:spcPct val="100000"/>
              </a:lnSpc>
              <a:spcBef>
                <a:spcPts val="1600"/>
              </a:spcBef>
              <a:spcAft>
                <a:spcPts val="1600"/>
              </a:spcAft>
              <a:buSzPts val="1300"/>
              <a:buNone/>
            </a:pPr>
            <a:r>
              <a:t/>
            </a:r>
            <a:endParaRPr>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1" name="Shape 1741"/>
        <p:cNvGrpSpPr/>
        <p:nvPr/>
      </p:nvGrpSpPr>
      <p:grpSpPr>
        <a:xfrm>
          <a:off x="0" y="0"/>
          <a:ext cx="0" cy="0"/>
          <a:chOff x="0" y="0"/>
          <a:chExt cx="0" cy="0"/>
        </a:xfrm>
      </p:grpSpPr>
      <p:sp>
        <p:nvSpPr>
          <p:cNvPr id="1742" name="Google Shape;1742;g2669109b303_0_131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JD of different profiles</a:t>
            </a:r>
            <a:endParaRPr>
              <a:latin typeface="Times New Roman"/>
              <a:ea typeface="Times New Roman"/>
              <a:cs typeface="Times New Roman"/>
              <a:sym typeface="Times New Roman"/>
            </a:endParaRPr>
          </a:p>
        </p:txBody>
      </p:sp>
      <p:sp>
        <p:nvSpPr>
          <p:cNvPr id="1743" name="Google Shape;1743;g2669109b303_0_1316"/>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342900" lvl="0" marL="457200" rtl="0" algn="l">
              <a:spcBef>
                <a:spcPts val="1600"/>
              </a:spcBef>
              <a:spcAft>
                <a:spcPts val="0"/>
              </a:spcAft>
              <a:buSzPts val="1800"/>
              <a:buFont typeface="Times New Roman"/>
              <a:buChar char="●"/>
            </a:pPr>
            <a:r>
              <a:rPr lang="en" sz="1700" u="sng">
                <a:solidFill>
                  <a:schemeClr val="hlink"/>
                </a:solidFill>
                <a:latin typeface="Times New Roman"/>
                <a:ea typeface="Times New Roman"/>
                <a:cs typeface="Times New Roman"/>
                <a:sym typeface="Times New Roman"/>
                <a:hlinkClick r:id="rId3"/>
              </a:rPr>
              <a:t>Analytical Verification</a:t>
            </a:r>
            <a:endParaRPr sz="1700">
              <a:latin typeface="Times New Roman"/>
              <a:ea typeface="Times New Roman"/>
              <a:cs typeface="Times New Roman"/>
              <a:sym typeface="Times New Roman"/>
            </a:endParaRPr>
          </a:p>
          <a:p>
            <a:pPr indent="-342900" lvl="0" marL="457200" rtl="0" algn="l">
              <a:spcBef>
                <a:spcPts val="1600"/>
              </a:spcBef>
              <a:spcAft>
                <a:spcPts val="0"/>
              </a:spcAft>
              <a:buSzPts val="1800"/>
              <a:buFont typeface="Times New Roman"/>
              <a:buChar char="●"/>
            </a:pPr>
            <a:r>
              <a:rPr lang="en" sz="1700" u="sng">
                <a:solidFill>
                  <a:schemeClr val="hlink"/>
                </a:solidFill>
                <a:latin typeface="Times New Roman"/>
                <a:ea typeface="Times New Roman"/>
                <a:cs typeface="Times New Roman"/>
                <a:sym typeface="Times New Roman"/>
                <a:hlinkClick r:id="rId4"/>
              </a:rPr>
              <a:t>Software Engineer</a:t>
            </a:r>
            <a:endParaRPr sz="1700">
              <a:latin typeface="Times New Roman"/>
              <a:ea typeface="Times New Roman"/>
              <a:cs typeface="Times New Roman"/>
              <a:sym typeface="Times New Roman"/>
            </a:endParaRPr>
          </a:p>
          <a:p>
            <a:pPr indent="-342900" lvl="0" marL="457200" rtl="0" algn="l">
              <a:spcBef>
                <a:spcPts val="1600"/>
              </a:spcBef>
              <a:spcAft>
                <a:spcPts val="0"/>
              </a:spcAft>
              <a:buSzPts val="1800"/>
              <a:buFont typeface="Times New Roman"/>
              <a:buChar char="●"/>
            </a:pPr>
            <a:r>
              <a:rPr lang="en" sz="1700" u="sng">
                <a:solidFill>
                  <a:schemeClr val="hlink"/>
                </a:solidFill>
                <a:latin typeface="Times New Roman"/>
                <a:ea typeface="Times New Roman"/>
                <a:cs typeface="Times New Roman"/>
                <a:sym typeface="Times New Roman"/>
                <a:hlinkClick r:id="rId5"/>
              </a:rPr>
              <a:t>Software Engineer in Test</a:t>
            </a:r>
            <a:endParaRPr sz="1700">
              <a:latin typeface="Times New Roman"/>
              <a:ea typeface="Times New Roman"/>
              <a:cs typeface="Times New Roman"/>
              <a:sym typeface="Times New Roman"/>
            </a:endParaRPr>
          </a:p>
          <a:p>
            <a:pPr indent="-342900" lvl="0" marL="457200" rtl="0" algn="l">
              <a:spcBef>
                <a:spcPts val="1600"/>
              </a:spcBef>
              <a:spcAft>
                <a:spcPts val="0"/>
              </a:spcAft>
              <a:buSzPts val="1800"/>
              <a:buFont typeface="Times New Roman"/>
              <a:buChar char="●"/>
            </a:pPr>
            <a:r>
              <a:rPr lang="en" sz="1700" u="sng">
                <a:solidFill>
                  <a:schemeClr val="hlink"/>
                </a:solidFill>
                <a:latin typeface="Times New Roman"/>
                <a:ea typeface="Times New Roman"/>
                <a:cs typeface="Times New Roman"/>
                <a:sym typeface="Times New Roman"/>
                <a:hlinkClick r:id="rId6"/>
              </a:rPr>
              <a:t>SQL Developer</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g2669109b303_0_1321"/>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Placement Process</a:t>
            </a:r>
            <a:endParaRPr>
              <a:latin typeface="Times New Roman"/>
              <a:ea typeface="Times New Roman"/>
              <a:cs typeface="Times New Roman"/>
              <a:sym typeface="Times New Roman"/>
            </a:endParaRPr>
          </a:p>
        </p:txBody>
      </p:sp>
      <p:sp>
        <p:nvSpPr>
          <p:cNvPr id="1749" name="Google Shape;1749;g2669109b303_0_1321"/>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300"/>
              <a:buNone/>
            </a:pPr>
            <a:r>
              <a:rPr lang="en">
                <a:solidFill>
                  <a:srgbClr val="FFFFFF"/>
                </a:solidFill>
                <a:latin typeface="Times New Roman"/>
                <a:ea typeface="Times New Roman"/>
                <a:cs typeface="Times New Roman"/>
                <a:sym typeface="Times New Roman"/>
              </a:rPr>
              <a:t>Round 1: Aptitude, </a:t>
            </a:r>
            <a:r>
              <a:rPr lang="en" sz="1900">
                <a:latin typeface="Times New Roman"/>
                <a:ea typeface="Times New Roman"/>
                <a:cs typeface="Times New Roman"/>
                <a:sym typeface="Times New Roman"/>
              </a:rPr>
              <a:t>JAVA, Python, MCQ [300+ attempted, 47 selected]</a:t>
            </a:r>
            <a:endParaRPr>
              <a:solidFill>
                <a:srgbClr val="FFFFFF"/>
              </a:solidFill>
              <a:latin typeface="Times New Roman"/>
              <a:ea typeface="Times New Roman"/>
              <a:cs typeface="Times New Roman"/>
              <a:sym typeface="Times New Roman"/>
            </a:endParaRPr>
          </a:p>
          <a:p>
            <a:pPr indent="0" lvl="0" marL="0" rtl="0" algn="l">
              <a:lnSpc>
                <a:spcPct val="115000"/>
              </a:lnSpc>
              <a:spcBef>
                <a:spcPts val="1600"/>
              </a:spcBef>
              <a:spcAft>
                <a:spcPts val="0"/>
              </a:spcAft>
              <a:buSzPts val="1300"/>
              <a:buNone/>
            </a:pPr>
            <a:r>
              <a:rPr lang="en">
                <a:solidFill>
                  <a:srgbClr val="FFFFFF"/>
                </a:solidFill>
                <a:latin typeface="Times New Roman"/>
                <a:ea typeface="Times New Roman"/>
                <a:cs typeface="Times New Roman"/>
                <a:sym typeface="Times New Roman"/>
              </a:rPr>
              <a:t>Round 2: Technical Interview [15 </a:t>
            </a:r>
            <a:r>
              <a:rPr lang="en">
                <a:solidFill>
                  <a:srgbClr val="FFFFFF"/>
                </a:solidFill>
                <a:latin typeface="Times New Roman"/>
                <a:ea typeface="Times New Roman"/>
                <a:cs typeface="Times New Roman"/>
                <a:sym typeface="Times New Roman"/>
              </a:rPr>
              <a:t>students </a:t>
            </a:r>
            <a:r>
              <a:rPr lang="en">
                <a:solidFill>
                  <a:srgbClr val="FFFFFF"/>
                </a:solidFill>
                <a:latin typeface="Times New Roman"/>
                <a:ea typeface="Times New Roman"/>
                <a:cs typeface="Times New Roman"/>
                <a:sym typeface="Times New Roman"/>
              </a:rPr>
              <a:t>were able to clear this round]</a:t>
            </a:r>
            <a:endParaRPr>
              <a:solidFill>
                <a:srgbClr val="FFFFFF"/>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SzPts val="1300"/>
              <a:buNone/>
            </a:pPr>
            <a:r>
              <a:rPr lang="en">
                <a:solidFill>
                  <a:srgbClr val="FFFFFF"/>
                </a:solidFill>
                <a:latin typeface="Times New Roman"/>
                <a:ea typeface="Times New Roman"/>
                <a:cs typeface="Times New Roman"/>
                <a:sym typeface="Times New Roman"/>
              </a:rPr>
              <a:t>Round 3: HR Interview [All 15 were shortlisted]</a:t>
            </a:r>
            <a:endParaRPr>
              <a:solidFill>
                <a:srgbClr val="FFFFF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g2669109b303_0_2641"/>
          <p:cNvSpPr txBox="1"/>
          <p:nvPr>
            <p:ph idx="1" type="body"/>
          </p:nvPr>
        </p:nvSpPr>
        <p:spPr>
          <a:xfrm>
            <a:off x="1145100" y="10341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800">
                <a:latin typeface="Share Tech"/>
                <a:ea typeface="Share Tech"/>
                <a:cs typeface="Share Tech"/>
                <a:sym typeface="Share Tech"/>
              </a:rPr>
              <a:t>Aptitude </a:t>
            </a:r>
            <a:r>
              <a:rPr lang="en" sz="5800">
                <a:latin typeface="Share Tech"/>
                <a:ea typeface="Share Tech"/>
                <a:cs typeface="Share Tech"/>
                <a:sym typeface="Share Tech"/>
              </a:rPr>
              <a:t>Round</a:t>
            </a:r>
            <a:endParaRPr sz="5800">
              <a:latin typeface="Share Tech"/>
              <a:ea typeface="Share Tech"/>
              <a:cs typeface="Share Tech"/>
              <a:sym typeface="Share Tech"/>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g2669109b303_0_2188"/>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Aptitude Round</a:t>
            </a:r>
            <a:endParaRPr>
              <a:latin typeface="Times New Roman"/>
              <a:ea typeface="Times New Roman"/>
              <a:cs typeface="Times New Roman"/>
              <a:sym typeface="Times New Roman"/>
            </a:endParaRPr>
          </a:p>
        </p:txBody>
      </p:sp>
      <p:sp>
        <p:nvSpPr>
          <p:cNvPr id="1760" name="Google Shape;1760;g2669109b303_0_2188"/>
          <p:cNvSpPr txBox="1"/>
          <p:nvPr>
            <p:ph idx="1" type="body"/>
          </p:nvPr>
        </p:nvSpPr>
        <p:spPr>
          <a:xfrm>
            <a:off x="1054825" y="1084950"/>
            <a:ext cx="7281600" cy="392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2000">
                <a:latin typeface="Times New Roman"/>
                <a:ea typeface="Times New Roman"/>
                <a:cs typeface="Times New Roman"/>
                <a:sym typeface="Times New Roman"/>
              </a:rPr>
              <a:t>Round 1:</a:t>
            </a:r>
            <a:endParaRPr/>
          </a:p>
          <a:p>
            <a:pPr indent="-285750" lvl="0" marL="400050" rtl="0" algn="l">
              <a:lnSpc>
                <a:spcPct val="115000"/>
              </a:lnSpc>
              <a:spcBef>
                <a:spcPts val="0"/>
              </a:spcBef>
              <a:spcAft>
                <a:spcPts val="0"/>
              </a:spcAft>
              <a:buClr>
                <a:schemeClr val="lt1"/>
              </a:buClr>
              <a:buSzPts val="1800"/>
              <a:buFont typeface="Arial"/>
              <a:buChar char="•"/>
            </a:pPr>
            <a:r>
              <a:rPr lang="en" sz="1800">
                <a:latin typeface="Times New Roman"/>
                <a:ea typeface="Times New Roman"/>
                <a:cs typeface="Times New Roman"/>
                <a:sym typeface="Times New Roman"/>
              </a:rPr>
              <a:t>Four </a:t>
            </a:r>
            <a:r>
              <a:rPr lang="en" sz="1800">
                <a:solidFill>
                  <a:schemeClr val="lt1"/>
                </a:solidFill>
                <a:latin typeface="Times New Roman"/>
                <a:ea typeface="Times New Roman"/>
                <a:cs typeface="Times New Roman"/>
                <a:sym typeface="Times New Roman"/>
              </a:rPr>
              <a:t>sections - Java,Python, SQL &amp; Quantitative aptitude</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Total 70 questions ( </a:t>
            </a:r>
            <a:r>
              <a:rPr lang="en" sz="1800">
                <a:latin typeface="Times New Roman"/>
                <a:ea typeface="Times New Roman"/>
                <a:cs typeface="Times New Roman"/>
                <a:sym typeface="Times New Roman"/>
              </a:rPr>
              <a:t>Java-20, Python - 20, SQL - 5, Aptitude - 25</a:t>
            </a:r>
            <a:r>
              <a:rPr lang="en" sz="1800">
                <a:solidFill>
                  <a:schemeClr val="lt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Time limit: 90 mins</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Difficulty: Moderate to Tough</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Test was held on Google Forms, Venue -</a:t>
            </a:r>
            <a:r>
              <a:rPr lang="en">
                <a:latin typeface="Times New Roman"/>
                <a:ea typeface="Times New Roman"/>
                <a:cs typeface="Times New Roman"/>
                <a:sym typeface="Times New Roman"/>
              </a:rPr>
              <a:t> Assigned Labs</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It was a lengthy test </a:t>
            </a:r>
            <a:r>
              <a:rPr lang="en" sz="1800">
                <a:latin typeface="Times New Roman"/>
                <a:ea typeface="Times New Roman"/>
                <a:cs typeface="Times New Roman"/>
                <a:sym typeface="Times New Roman"/>
              </a:rPr>
              <a:t>with invigilators from the company</a:t>
            </a:r>
            <a:endParaRPr/>
          </a:p>
          <a:p>
            <a:pPr indent="-285750" lvl="0" marL="400050" rtl="0" algn="l">
              <a:lnSpc>
                <a:spcPct val="115000"/>
              </a:lnSpc>
              <a:spcBef>
                <a:spcPts val="0"/>
              </a:spcBef>
              <a:spcAft>
                <a:spcPts val="0"/>
              </a:spcAft>
              <a:buClr>
                <a:schemeClr val="lt1"/>
              </a:buClr>
              <a:buSzPts val="1800"/>
              <a:buFont typeface="Arial"/>
              <a:buChar char="•"/>
            </a:pPr>
            <a:r>
              <a:rPr b="1" lang="en" sz="1800">
                <a:solidFill>
                  <a:schemeClr val="lt1"/>
                </a:solidFill>
                <a:latin typeface="Times New Roman"/>
                <a:ea typeface="Times New Roman"/>
                <a:cs typeface="Times New Roman"/>
                <a:sym typeface="Times New Roman"/>
              </a:rPr>
              <a:t>Negative Marking (1 mark if correct, -0.25 if wrong)</a:t>
            </a:r>
            <a:endParaRPr/>
          </a:p>
          <a:p>
            <a:pPr indent="-285750" lvl="0" marL="400050" rtl="0" algn="l">
              <a:lnSpc>
                <a:spcPct val="115000"/>
              </a:lnSpc>
              <a:spcBef>
                <a:spcPts val="0"/>
              </a:spcBef>
              <a:spcAft>
                <a:spcPts val="0"/>
              </a:spcAft>
              <a:buClr>
                <a:schemeClr val="lt1"/>
              </a:buClr>
              <a:buSzPts val="1800"/>
              <a:buFont typeface="Arial"/>
              <a:buChar char="•"/>
            </a:pPr>
            <a:r>
              <a:rPr lang="en" sz="1800">
                <a:solidFill>
                  <a:schemeClr val="lt1"/>
                </a:solidFill>
                <a:latin typeface="Times New Roman"/>
                <a:ea typeface="Times New Roman"/>
                <a:cs typeface="Times New Roman"/>
                <a:sym typeface="Times New Roman"/>
              </a:rPr>
              <a:t>Sources of Preparation: GeeksForGeeks, </a:t>
            </a:r>
            <a:r>
              <a:rPr lang="en" sz="1800" u="sng">
                <a:solidFill>
                  <a:schemeClr val="hlink"/>
                </a:solidFill>
                <a:latin typeface="Times New Roman"/>
                <a:ea typeface="Times New Roman"/>
                <a:cs typeface="Times New Roman"/>
                <a:sym typeface="Times New Roman"/>
                <a:hlinkClick r:id="rId3"/>
              </a:rPr>
              <a:t>Indiabix.com</a:t>
            </a:r>
            <a:r>
              <a:rPr lang="en" sz="1800">
                <a:solidFill>
                  <a:schemeClr val="lt1"/>
                </a:solidFill>
                <a:latin typeface="Times New Roman"/>
                <a:ea typeface="Times New Roman"/>
                <a:cs typeface="Times New Roman"/>
                <a:sym typeface="Times New Roman"/>
              </a:rPr>
              <a:t>, RS Aggarwal book, Javat</a:t>
            </a:r>
            <a:r>
              <a:rPr lang="en" sz="1800">
                <a:latin typeface="Times New Roman"/>
                <a:ea typeface="Times New Roman"/>
                <a:cs typeface="Times New Roman"/>
                <a:sym typeface="Times New Roman"/>
              </a:rPr>
              <a:t>Point</a:t>
            </a:r>
            <a:endParaRPr/>
          </a:p>
          <a:p>
            <a:pPr indent="-285750" lvl="0" marL="400050" rtl="0" algn="l">
              <a:lnSpc>
                <a:spcPct val="115000"/>
              </a:lnSpc>
              <a:spcBef>
                <a:spcPts val="0"/>
              </a:spcBef>
              <a:spcAft>
                <a:spcPts val="0"/>
              </a:spcAft>
              <a:buClr>
                <a:schemeClr val="lt1"/>
              </a:buClr>
              <a:buSzPts val="1800"/>
              <a:buFont typeface="Arial"/>
              <a:buChar char="•"/>
            </a:pPr>
            <a:r>
              <a:rPr b="1" lang="en" sz="1800">
                <a:solidFill>
                  <a:schemeClr val="lt1"/>
                </a:solidFill>
                <a:latin typeface="Times New Roman"/>
                <a:ea typeface="Times New Roman"/>
                <a:cs typeface="Times New Roman"/>
                <a:sym typeface="Times New Roman"/>
              </a:rPr>
              <a:t>Total shortlisted students: </a:t>
            </a:r>
            <a:r>
              <a:rPr b="1" lang="en">
                <a:latin typeface="Times New Roman"/>
                <a:ea typeface="Times New Roman"/>
                <a:cs typeface="Times New Roman"/>
                <a:sym typeface="Times New Roman"/>
              </a:rPr>
              <a:t>47</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g2669109b303_0_2652"/>
          <p:cNvSpPr txBox="1"/>
          <p:nvPr>
            <p:ph idx="1" type="body"/>
          </p:nvPr>
        </p:nvSpPr>
        <p:spPr>
          <a:xfrm>
            <a:off x="1145100" y="10341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800">
                <a:latin typeface="Share Tech"/>
                <a:ea typeface="Share Tech"/>
                <a:cs typeface="Share Tech"/>
                <a:sym typeface="Share Tech"/>
              </a:rPr>
              <a:t>Technical Round</a:t>
            </a:r>
            <a:endParaRPr sz="5800">
              <a:latin typeface="Share Tech"/>
              <a:ea typeface="Share Tech"/>
              <a:cs typeface="Share Tech"/>
              <a:sym typeface="Share Tech"/>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9" name="Shape 1769"/>
        <p:cNvGrpSpPr/>
        <p:nvPr/>
      </p:nvGrpSpPr>
      <p:grpSpPr>
        <a:xfrm>
          <a:off x="0" y="0"/>
          <a:ext cx="0" cy="0"/>
          <a:chOff x="0" y="0"/>
          <a:chExt cx="0" cy="0"/>
        </a:xfrm>
      </p:grpSpPr>
      <p:sp>
        <p:nvSpPr>
          <p:cNvPr id="1770" name="Google Shape;1770;g2669109b303_5_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Omkar Mahajan</a:t>
            </a:r>
            <a:endParaRPr/>
          </a:p>
          <a:p>
            <a:pPr indent="0" lvl="0" marL="0" rtl="0" algn="l">
              <a:spcBef>
                <a:spcPts val="0"/>
              </a:spcBef>
              <a:spcAft>
                <a:spcPts val="0"/>
              </a:spcAft>
              <a:buNone/>
            </a:pPr>
            <a:r>
              <a:rPr lang="en" sz="1900"/>
              <a:t>Role: Software Engineer</a:t>
            </a:r>
            <a:endParaRPr sz="1900"/>
          </a:p>
        </p:txBody>
      </p:sp>
      <p:sp>
        <p:nvSpPr>
          <p:cNvPr id="1771" name="Google Shape;1771;g2669109b303_5_7"/>
          <p:cNvSpPr txBox="1"/>
          <p:nvPr>
            <p:ph idx="1" type="body"/>
          </p:nvPr>
        </p:nvSpPr>
        <p:spPr>
          <a:xfrm>
            <a:off x="365100" y="1321050"/>
            <a:ext cx="8540400" cy="3813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Duration - 25 mins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Interviewers</a:t>
            </a:r>
            <a:r>
              <a:rPr lang="en">
                <a:latin typeface="Share Tech"/>
                <a:ea typeface="Share Tech"/>
                <a:cs typeface="Share Tech"/>
                <a:sym typeface="Share Tech"/>
              </a:rPr>
              <a:t> asked language preference.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Live code on laptop - Fibonacci, word with max frequency in a given paragraph.(edge cases were tested).</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It was a oops heavy interview - in depth explanation with examples for all pillars.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Be confident with your answers.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Interviewers</a:t>
            </a:r>
            <a:r>
              <a:rPr lang="en">
                <a:latin typeface="Share Tech"/>
                <a:ea typeface="Share Tech"/>
                <a:cs typeface="Share Tech"/>
                <a:sym typeface="Share Tech"/>
              </a:rPr>
              <a:t> were concerned about interview performance rather than resume.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For SQL dev - SQL joins, </a:t>
            </a:r>
            <a:r>
              <a:rPr lang="en">
                <a:latin typeface="Share Tech"/>
                <a:ea typeface="Share Tech"/>
                <a:cs typeface="Share Tech"/>
                <a:sym typeface="Share Tech"/>
              </a:rPr>
              <a:t>left join problem with explanation (It was my second preference)</a:t>
            </a:r>
            <a:endParaRPr>
              <a:latin typeface="Share Tech"/>
              <a:ea typeface="Share Tech"/>
              <a:cs typeface="Share Tech"/>
              <a:sym typeface="Share Tech"/>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g2669109b303_0_26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Teesha Karotra</a:t>
            </a:r>
            <a:endParaRPr/>
          </a:p>
          <a:p>
            <a:pPr indent="0" lvl="0" marL="0" rtl="0" algn="l">
              <a:spcBef>
                <a:spcPts val="0"/>
              </a:spcBef>
              <a:spcAft>
                <a:spcPts val="0"/>
              </a:spcAft>
              <a:buNone/>
            </a:pPr>
            <a:r>
              <a:rPr lang="en" sz="1900"/>
              <a:t>Role: Software Engineer</a:t>
            </a:r>
            <a:endParaRPr sz="1900"/>
          </a:p>
        </p:txBody>
      </p:sp>
      <p:sp>
        <p:nvSpPr>
          <p:cNvPr id="1777" name="Google Shape;1777;g2669109b303_0_2621"/>
          <p:cNvSpPr txBox="1"/>
          <p:nvPr>
            <p:ph idx="1" type="body"/>
          </p:nvPr>
        </p:nvSpPr>
        <p:spPr>
          <a:xfrm>
            <a:off x="365100" y="1321050"/>
            <a:ext cx="8311500" cy="317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hare Tech"/>
                <a:ea typeface="Share Tech"/>
                <a:cs typeface="Share Tech"/>
                <a:sym typeface="Share Tech"/>
              </a:rPr>
              <a:t>Duration : 30 - 45 minutes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My interview questions were purely Java based.</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First the interviewer told me to introduce myself. He wanted a short, no-nonsense introduction.</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Next he asked my </a:t>
            </a:r>
            <a:r>
              <a:rPr lang="en">
                <a:latin typeface="Share Tech"/>
                <a:ea typeface="Share Tech"/>
                <a:cs typeface="Share Tech"/>
                <a:sym typeface="Share Tech"/>
              </a:rPr>
              <a:t>preferred</a:t>
            </a:r>
            <a:r>
              <a:rPr lang="en">
                <a:latin typeface="Share Tech"/>
                <a:ea typeface="Share Tech"/>
                <a:cs typeface="Share Tech"/>
                <a:sym typeface="Share Tech"/>
              </a:rPr>
              <a:t> language. I said Java. But all the projects listed in my resume were in Python so the </a:t>
            </a:r>
            <a:r>
              <a:rPr lang="en">
                <a:latin typeface="Share Tech"/>
                <a:ea typeface="Share Tech"/>
                <a:cs typeface="Share Tech"/>
                <a:sym typeface="Share Tech"/>
              </a:rPr>
              <a:t>interviewer wanted to know the reason behind my answer. I said that the product that I was working on during my second internship was being developed in Java which required me to learn the language. This showed that I was adaptable to the requirements of the company and open to learning new things.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After this the technical questions started</a:t>
            </a:r>
            <a:endParaRPr>
              <a:latin typeface="Share Tech"/>
              <a:ea typeface="Share Tech"/>
              <a:cs typeface="Share Tech"/>
              <a:sym typeface="Share Tech"/>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sp>
        <p:nvSpPr>
          <p:cNvPr id="1782" name="Google Shape;1782;g2b39ddb754b_0_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Teesha Karotra</a:t>
            </a:r>
            <a:endParaRPr/>
          </a:p>
          <a:p>
            <a:pPr indent="0" lvl="0" marL="0" rtl="0" algn="l">
              <a:spcBef>
                <a:spcPts val="0"/>
              </a:spcBef>
              <a:spcAft>
                <a:spcPts val="0"/>
              </a:spcAft>
              <a:buNone/>
            </a:pPr>
            <a:r>
              <a:rPr lang="en" sz="1900"/>
              <a:t>Role: Software Engineer</a:t>
            </a:r>
            <a:endParaRPr sz="1900"/>
          </a:p>
        </p:txBody>
      </p:sp>
      <p:sp>
        <p:nvSpPr>
          <p:cNvPr id="1783" name="Google Shape;1783;g2b39ddb754b_0_0"/>
          <p:cNvSpPr txBox="1"/>
          <p:nvPr>
            <p:ph idx="1" type="body"/>
          </p:nvPr>
        </p:nvSpPr>
        <p:spPr>
          <a:xfrm>
            <a:off x="208450" y="1321050"/>
            <a:ext cx="8708100" cy="3179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Only name basic concepts of Java (Inheritance, Abstraction, etc)</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Explain Abstraction</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How else besides abstract classes can abstraction be achieved in Java (Interface)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Which all data structures are present in the collections framework (HashSet, Vectors, etc)</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Difference between Set and Map</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Supermost class of all classes (Object class)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Some of the methods of Object class (equals, hashCode)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Any other method you can think of (toString)</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After that the interviewer wanted to know the answer I selected for 3 Java MCQ questions from the Aptitude round and the approach I took. The questions were based on method overloading, method overriding and TreeSet</a:t>
            </a:r>
            <a:endParaRPr>
              <a:latin typeface="Share Tech"/>
              <a:ea typeface="Share Tech"/>
              <a:cs typeface="Share Tech"/>
              <a:sym typeface="Share Tech"/>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g2b39ddb754b_0_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Teesha Karotra</a:t>
            </a:r>
            <a:endParaRPr/>
          </a:p>
          <a:p>
            <a:pPr indent="0" lvl="0" marL="0" rtl="0" algn="l">
              <a:spcBef>
                <a:spcPts val="0"/>
              </a:spcBef>
              <a:spcAft>
                <a:spcPts val="0"/>
              </a:spcAft>
              <a:buNone/>
            </a:pPr>
            <a:r>
              <a:rPr lang="en" sz="1900"/>
              <a:t>Role: Software Engineer</a:t>
            </a:r>
            <a:endParaRPr sz="1900"/>
          </a:p>
        </p:txBody>
      </p:sp>
      <p:sp>
        <p:nvSpPr>
          <p:cNvPr id="1789" name="Google Shape;1789;g2b39ddb754b_0_18"/>
          <p:cNvSpPr txBox="1"/>
          <p:nvPr>
            <p:ph idx="1" type="body"/>
          </p:nvPr>
        </p:nvSpPr>
        <p:spPr>
          <a:xfrm>
            <a:off x="208450" y="1321050"/>
            <a:ext cx="8708100" cy="3179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Next there was a coding question. Just run the Java code in the given </a:t>
            </a:r>
            <a:r>
              <a:rPr lang="en" u="sng">
                <a:solidFill>
                  <a:schemeClr val="hlink"/>
                </a:solidFill>
                <a:latin typeface="Share Tech"/>
                <a:ea typeface="Share Tech"/>
                <a:cs typeface="Share Tech"/>
                <a:sym typeface="Share Tech"/>
                <a:hlinkClick r:id="rId3"/>
              </a:rPr>
              <a:t>link</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 output looks something like this - </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 interviewer asked me to make modifications inside the                                Employee class only so that the output displayed the name,                                        age and employeeId of each of the employees in the List</a:t>
            </a:r>
            <a:endParaRPr>
              <a:latin typeface="Share Tech"/>
              <a:ea typeface="Share Tech"/>
              <a:cs typeface="Share Tech"/>
              <a:sym typeface="Share Tech"/>
            </a:endParaRPr>
          </a:p>
          <a:p>
            <a:pPr indent="0" lvl="0" marL="457200" rtl="0" algn="l">
              <a:spcBef>
                <a:spcPts val="0"/>
              </a:spcBef>
              <a:spcAft>
                <a:spcPts val="0"/>
              </a:spcAft>
              <a:buNone/>
            </a:pPr>
            <a:r>
              <a:rPr lang="en">
                <a:latin typeface="Share Tech"/>
                <a:ea typeface="Share Tech"/>
                <a:cs typeface="Share Tech"/>
                <a:sym typeface="Share Tech"/>
              </a:rPr>
              <a:t>(The solution is the </a:t>
            </a:r>
            <a:r>
              <a:rPr lang="en">
                <a:latin typeface="Share Tech"/>
                <a:ea typeface="Share Tech"/>
                <a:cs typeface="Share Tech"/>
                <a:sym typeface="Share Tech"/>
              </a:rPr>
              <a:t>commented part in the Employee class)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Next the interviewer asked what annotation to use when overriding a method in Java (@Override)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Next they wanted to know if I have any questions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Last when I was about to leave the classroom the interviewer stopped me and asked where I stayed (Mumbai) and whether travelling would be a problem or not</a:t>
            </a:r>
            <a:endParaRPr>
              <a:latin typeface="Share Tech"/>
              <a:ea typeface="Share Tech"/>
              <a:cs typeface="Share Tech"/>
              <a:sym typeface="Share Tech"/>
            </a:endParaRPr>
          </a:p>
        </p:txBody>
      </p:sp>
      <p:pic>
        <p:nvPicPr>
          <p:cNvPr id="1790" name="Google Shape;1790;g2b39ddb754b_0_18"/>
          <p:cNvPicPr preferRelativeResize="0"/>
          <p:nvPr/>
        </p:nvPicPr>
        <p:blipFill>
          <a:blip r:embed="rId4">
            <a:alphaModFix/>
          </a:blip>
          <a:stretch>
            <a:fillRect/>
          </a:stretch>
        </p:blipFill>
        <p:spPr>
          <a:xfrm>
            <a:off x="6270425" y="1703025"/>
            <a:ext cx="2458525" cy="106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g2669109b303_0_265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Isha Desai</a:t>
            </a:r>
            <a:endParaRPr/>
          </a:p>
          <a:p>
            <a:pPr indent="0" lvl="0" marL="0" rtl="0" algn="l">
              <a:spcBef>
                <a:spcPts val="0"/>
              </a:spcBef>
              <a:spcAft>
                <a:spcPts val="0"/>
              </a:spcAft>
              <a:buNone/>
            </a:pPr>
            <a:r>
              <a:rPr lang="en" sz="1900"/>
              <a:t>Role: Analytical Verification</a:t>
            </a:r>
            <a:endParaRPr sz="1900"/>
          </a:p>
        </p:txBody>
      </p:sp>
      <p:sp>
        <p:nvSpPr>
          <p:cNvPr id="1796" name="Google Shape;1796;g2669109b303_0_2656"/>
          <p:cNvSpPr txBox="1"/>
          <p:nvPr>
            <p:ph idx="1" type="body"/>
          </p:nvPr>
        </p:nvSpPr>
        <p:spPr>
          <a:xfrm>
            <a:off x="365100" y="1321050"/>
            <a:ext cx="8540400" cy="3813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This role is related to data quality assurance. So Python and SQL programming are the main requirements.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Apart from the programming questions the interviewer asked me the following:</a:t>
            </a:r>
            <a:endParaRPr>
              <a:latin typeface="Share Tech"/>
              <a:ea typeface="Share Tech"/>
              <a:cs typeface="Share Tech"/>
              <a:sym typeface="Share Tech"/>
            </a:endParaRPr>
          </a:p>
          <a:p>
            <a:pPr indent="-311150" lvl="0" marL="914400" rtl="0" algn="l">
              <a:spcBef>
                <a:spcPts val="0"/>
              </a:spcBef>
              <a:spcAft>
                <a:spcPts val="0"/>
              </a:spcAft>
              <a:buSzPts val="1300"/>
              <a:buFont typeface="Share Tech"/>
              <a:buAutoNum type="arabicPeriod"/>
            </a:pPr>
            <a:r>
              <a:rPr lang="en">
                <a:latin typeface="Share Tech"/>
                <a:ea typeface="Share Tech"/>
                <a:cs typeface="Share Tech"/>
                <a:sym typeface="Share Tech"/>
              </a:rPr>
              <a:t>Why did you choose data analytics instead of development?</a:t>
            </a:r>
            <a:endParaRPr>
              <a:latin typeface="Share Tech"/>
              <a:ea typeface="Share Tech"/>
              <a:cs typeface="Share Tech"/>
              <a:sym typeface="Share Tech"/>
            </a:endParaRPr>
          </a:p>
          <a:p>
            <a:pPr indent="-311150" lvl="0" marL="914400" rtl="0" algn="l">
              <a:spcBef>
                <a:spcPts val="0"/>
              </a:spcBef>
              <a:spcAft>
                <a:spcPts val="0"/>
              </a:spcAft>
              <a:buSzPts val="1300"/>
              <a:buFont typeface="Share Tech"/>
              <a:buAutoNum type="arabicPeriod"/>
            </a:pPr>
            <a:r>
              <a:rPr lang="en">
                <a:latin typeface="Share Tech"/>
                <a:ea typeface="Share Tech"/>
                <a:cs typeface="Share Tech"/>
                <a:sym typeface="Share Tech"/>
              </a:rPr>
              <a:t>Have you participated in any data related hackathon?</a:t>
            </a:r>
            <a:endParaRPr>
              <a:latin typeface="Share Tech"/>
              <a:ea typeface="Share Tech"/>
              <a:cs typeface="Share Tech"/>
              <a:sym typeface="Share Tech"/>
            </a:endParaRPr>
          </a:p>
          <a:p>
            <a:pPr indent="-311150" lvl="0" marL="914400" rtl="0" algn="l">
              <a:spcBef>
                <a:spcPts val="0"/>
              </a:spcBef>
              <a:spcAft>
                <a:spcPts val="0"/>
              </a:spcAft>
              <a:buSzPts val="1300"/>
              <a:buFont typeface="Share Tech"/>
              <a:buAutoNum type="arabicPeriod"/>
            </a:pPr>
            <a:r>
              <a:rPr lang="en">
                <a:latin typeface="Share Tech"/>
                <a:ea typeface="Share Tech"/>
                <a:cs typeface="Share Tech"/>
                <a:sym typeface="Share Tech"/>
              </a:rPr>
              <a:t>He went through my entire resume and asked me regarding the tech stack used in each project, why have I used the said tech stack instead of the other available ones.</a:t>
            </a:r>
            <a:endParaRPr>
              <a:latin typeface="Share Tech"/>
              <a:ea typeface="Share Tech"/>
              <a:cs typeface="Share Tech"/>
              <a:sym typeface="Share Tech"/>
            </a:endParaRPr>
          </a:p>
          <a:p>
            <a:pPr indent="-311150" lvl="0" marL="914400" rtl="0" algn="l">
              <a:spcBef>
                <a:spcPts val="0"/>
              </a:spcBef>
              <a:spcAft>
                <a:spcPts val="0"/>
              </a:spcAft>
              <a:buSzPts val="1300"/>
              <a:buFont typeface="Share Tech"/>
              <a:buAutoNum type="arabicPeriod"/>
            </a:pPr>
            <a:r>
              <a:rPr lang="en">
                <a:latin typeface="Share Tech"/>
                <a:ea typeface="Share Tech"/>
                <a:cs typeface="Share Tech"/>
                <a:sym typeface="Share Tech"/>
              </a:rPr>
              <a:t>Also he asked me to elaborate on my work that I have done in my internships. (Ensure that you have done some data science or analytics related internship, he was not interested in development internships.)</a:t>
            </a:r>
            <a:endParaRPr>
              <a:latin typeface="Share Tech"/>
              <a:ea typeface="Share Tech"/>
              <a:cs typeface="Share Tech"/>
              <a:sym typeface="Share Tech"/>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g2669109b303_0_2626"/>
          <p:cNvSpPr txBox="1"/>
          <p:nvPr>
            <p:ph type="title"/>
          </p:nvPr>
        </p:nvSpPr>
        <p:spPr>
          <a:xfrm>
            <a:off x="1297500" y="2413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Isha Desai</a:t>
            </a:r>
            <a:endParaRPr/>
          </a:p>
          <a:p>
            <a:pPr indent="0" lvl="0" marL="0" rtl="0" algn="l">
              <a:spcBef>
                <a:spcPts val="0"/>
              </a:spcBef>
              <a:spcAft>
                <a:spcPts val="0"/>
              </a:spcAft>
              <a:buNone/>
            </a:pPr>
            <a:r>
              <a:rPr lang="en" sz="1900"/>
              <a:t>Role: Analytical Verification</a:t>
            </a:r>
            <a:endParaRPr sz="1900"/>
          </a:p>
        </p:txBody>
      </p:sp>
      <p:sp>
        <p:nvSpPr>
          <p:cNvPr id="1802" name="Google Shape;1802;g2669109b303_0_2626"/>
          <p:cNvSpPr txBox="1"/>
          <p:nvPr>
            <p:ph idx="1" type="body"/>
          </p:nvPr>
        </p:nvSpPr>
        <p:spPr>
          <a:xfrm>
            <a:off x="132500" y="1271975"/>
            <a:ext cx="9144000" cy="37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u="sng">
                <a:latin typeface="Share Tech"/>
                <a:ea typeface="Share Tech"/>
                <a:cs typeface="Share Tech"/>
                <a:sym typeface="Share Tech"/>
              </a:rPr>
              <a:t>Python: </a:t>
            </a:r>
            <a:endParaRPr sz="1600" u="sng">
              <a:latin typeface="Share Tech"/>
              <a:ea typeface="Share Tech"/>
              <a:cs typeface="Share Tech"/>
              <a:sym typeface="Share Tech"/>
            </a:endParaRPr>
          </a:p>
          <a:p>
            <a:pPr indent="-330200" lvl="0" marL="457200" rtl="0" algn="l">
              <a:lnSpc>
                <a:spcPct val="100000"/>
              </a:lnSpc>
              <a:spcBef>
                <a:spcPts val="1200"/>
              </a:spcBef>
              <a:spcAft>
                <a:spcPts val="0"/>
              </a:spcAft>
              <a:buSzPts val="1600"/>
              <a:buFont typeface="Share Tech"/>
              <a:buAutoNum type="arabicPeriod"/>
            </a:pPr>
            <a:r>
              <a:rPr lang="en" sz="1600">
                <a:latin typeface="Share Tech"/>
                <a:ea typeface="Share Tech"/>
                <a:cs typeface="Share Tech"/>
                <a:sym typeface="Share Tech"/>
              </a:rPr>
              <a:t>Mostly the questions were based on aggregation and grouping along with sorts.</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AutoNum type="arabicPeriod"/>
            </a:pPr>
            <a:r>
              <a:rPr lang="en" sz="1600">
                <a:latin typeface="Share Tech"/>
                <a:ea typeface="Share Tech"/>
                <a:cs typeface="Share Tech"/>
                <a:sym typeface="Share Tech"/>
              </a:rPr>
              <a:t>Few questions required label encoding to show correlation values between columns. But the interviewer realised that I had understood what was to be done so he didn’t ask me to execute it.</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AutoNum type="arabicPeriod"/>
            </a:pPr>
            <a:r>
              <a:rPr lang="en" sz="1600">
                <a:latin typeface="Share Tech"/>
                <a:ea typeface="Share Tech"/>
                <a:cs typeface="Share Tech"/>
                <a:sym typeface="Share Tech"/>
              </a:rPr>
              <a:t>Thorough knowledge of functions in pandas is needed as you will not be able to google in front of the interviewer.</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AutoNum type="arabicPeriod"/>
            </a:pPr>
            <a:r>
              <a:rPr lang="en" sz="1600">
                <a:latin typeface="Share Tech"/>
                <a:ea typeface="Share Tech"/>
                <a:cs typeface="Share Tech"/>
                <a:sym typeface="Share Tech"/>
              </a:rPr>
              <a:t>Preferred if you bring your own laptops.</a:t>
            </a:r>
            <a:endParaRPr sz="1600">
              <a:latin typeface="Share Tech"/>
              <a:ea typeface="Share Tech"/>
              <a:cs typeface="Share Tech"/>
              <a:sym typeface="Share Tech"/>
            </a:endParaRPr>
          </a:p>
          <a:p>
            <a:pPr indent="0" lvl="0" marL="0" rtl="0" algn="l">
              <a:lnSpc>
                <a:spcPct val="100000"/>
              </a:lnSpc>
              <a:spcBef>
                <a:spcPts val="1200"/>
              </a:spcBef>
              <a:spcAft>
                <a:spcPts val="0"/>
              </a:spcAft>
              <a:buNone/>
            </a:pPr>
            <a:r>
              <a:rPr lang="en" sz="1600">
                <a:latin typeface="Share Tech"/>
                <a:ea typeface="Share Tech"/>
                <a:cs typeface="Share Tech"/>
                <a:sym typeface="Share Tech"/>
              </a:rPr>
              <a:t>Dataset provided: </a:t>
            </a:r>
            <a:r>
              <a:rPr lang="en" sz="1600" u="sng">
                <a:latin typeface="Share Tech"/>
                <a:ea typeface="Share Tech"/>
                <a:cs typeface="Share Tech"/>
                <a:sym typeface="Share Tech"/>
                <a:hlinkClick r:id="rId3"/>
              </a:rPr>
              <a:t>https://drive.google.com/file/d/1ip39WpDLXmh8-0JcYrjkMDI6gMwrCLrw/view?usp=drive_link</a:t>
            </a:r>
            <a:endParaRPr sz="1600" u="sng">
              <a:latin typeface="Share Tech"/>
              <a:ea typeface="Share Tech"/>
              <a:cs typeface="Share Tech"/>
              <a:sym typeface="Share Tech"/>
            </a:endParaRPr>
          </a:p>
          <a:p>
            <a:pPr indent="0" lvl="0" marL="0" rtl="0" algn="l">
              <a:lnSpc>
                <a:spcPct val="100000"/>
              </a:lnSpc>
              <a:spcBef>
                <a:spcPts val="1200"/>
              </a:spcBef>
              <a:spcAft>
                <a:spcPts val="0"/>
              </a:spcAft>
              <a:buNone/>
            </a:pPr>
            <a:r>
              <a:rPr lang="en" sz="1600">
                <a:latin typeface="Share Tech"/>
                <a:ea typeface="Share Tech"/>
                <a:cs typeface="Share Tech"/>
                <a:sym typeface="Share Tech"/>
              </a:rPr>
              <a:t>Questions asked: </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Char char="●"/>
            </a:pPr>
            <a:r>
              <a:rPr lang="en" sz="1600">
                <a:latin typeface="Share Tech"/>
                <a:ea typeface="Share Tech"/>
                <a:cs typeface="Share Tech"/>
                <a:sym typeface="Share Tech"/>
              </a:rPr>
              <a:t>Most popular hosts.</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Char char="●"/>
            </a:pPr>
            <a:r>
              <a:rPr lang="en" sz="1600">
                <a:latin typeface="Share Tech"/>
                <a:ea typeface="Share Tech"/>
                <a:cs typeface="Share Tech"/>
                <a:sym typeface="Share Tech"/>
              </a:rPr>
              <a:t>Neighborhood vs Price correlation.</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Char char="●"/>
            </a:pPr>
            <a:r>
              <a:rPr lang="en" sz="1600">
                <a:latin typeface="Share Tech"/>
                <a:ea typeface="Share Tech"/>
                <a:cs typeface="Share Tech"/>
                <a:sym typeface="Share Tech"/>
              </a:rPr>
              <a:t>Popular room types.</a:t>
            </a:r>
            <a:endParaRPr sz="1600">
              <a:latin typeface="Share Tech"/>
              <a:ea typeface="Share Tech"/>
              <a:cs typeface="Share Tech"/>
              <a:sym typeface="Share Tech"/>
            </a:endParaRPr>
          </a:p>
          <a:p>
            <a:pPr indent="-330200" lvl="0" marL="457200" rtl="0" algn="l">
              <a:lnSpc>
                <a:spcPct val="100000"/>
              </a:lnSpc>
              <a:spcBef>
                <a:spcPts val="0"/>
              </a:spcBef>
              <a:spcAft>
                <a:spcPts val="0"/>
              </a:spcAft>
              <a:buSzPts val="1600"/>
              <a:buFont typeface="Share Tech"/>
              <a:buChar char="●"/>
            </a:pPr>
            <a:r>
              <a:rPr lang="en" sz="1600">
                <a:latin typeface="Share Tech"/>
                <a:ea typeface="Share Tech"/>
                <a:cs typeface="Share Tech"/>
                <a:sym typeface="Share Tech"/>
              </a:rPr>
              <a:t>Room type vs Price correlation.</a:t>
            </a:r>
            <a:endParaRPr sz="1600">
              <a:latin typeface="Share Tech"/>
              <a:ea typeface="Share Tech"/>
              <a:cs typeface="Share Tech"/>
              <a:sym typeface="Share Tech"/>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g2669109b303_0_2631"/>
          <p:cNvSpPr txBox="1"/>
          <p:nvPr>
            <p:ph type="title"/>
          </p:nvPr>
        </p:nvSpPr>
        <p:spPr>
          <a:xfrm>
            <a:off x="1297500" y="2413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Isha Desai</a:t>
            </a:r>
            <a:endParaRPr/>
          </a:p>
          <a:p>
            <a:pPr indent="0" lvl="0" marL="0" rtl="0" algn="l">
              <a:spcBef>
                <a:spcPts val="0"/>
              </a:spcBef>
              <a:spcAft>
                <a:spcPts val="0"/>
              </a:spcAft>
              <a:buNone/>
            </a:pPr>
            <a:r>
              <a:rPr lang="en" sz="1900"/>
              <a:t>Role: Analytical Verification</a:t>
            </a:r>
            <a:endParaRPr sz="1900"/>
          </a:p>
        </p:txBody>
      </p:sp>
      <p:sp>
        <p:nvSpPr>
          <p:cNvPr id="1808" name="Google Shape;1808;g2669109b303_0_2631"/>
          <p:cNvSpPr txBox="1"/>
          <p:nvPr>
            <p:ph idx="1" type="body"/>
          </p:nvPr>
        </p:nvSpPr>
        <p:spPr>
          <a:xfrm>
            <a:off x="132600" y="1312750"/>
            <a:ext cx="9011400" cy="37344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 sz="1700">
                <a:latin typeface="Share Tech"/>
                <a:ea typeface="Share Tech"/>
                <a:cs typeface="Share Tech"/>
                <a:sym typeface="Share Tech"/>
              </a:rPr>
              <a:t>For SQL, the interviewer gave me a few scenarios and asked me what exactly did I understand from the questions. I gave him a thorough description of what exactly the question was asking for, and then began to write the queries.</a:t>
            </a:r>
            <a:endParaRPr sz="1700">
              <a:latin typeface="Share Tech"/>
              <a:ea typeface="Share Tech"/>
              <a:cs typeface="Share Tech"/>
              <a:sym typeface="Share Tech"/>
            </a:endParaRPr>
          </a:p>
          <a:p>
            <a:pPr indent="0" lvl="0" marL="0" rtl="0" algn="l">
              <a:lnSpc>
                <a:spcPct val="100000"/>
              </a:lnSpc>
              <a:spcBef>
                <a:spcPts val="1200"/>
              </a:spcBef>
              <a:spcAft>
                <a:spcPts val="0"/>
              </a:spcAft>
              <a:buNone/>
            </a:pPr>
            <a:r>
              <a:rPr lang="en" sz="1700">
                <a:latin typeface="Share Tech"/>
                <a:ea typeface="Share Tech"/>
                <a:cs typeface="Share Tech"/>
                <a:sym typeface="Share Tech"/>
              </a:rPr>
              <a:t>Create Table Query: </a:t>
            </a:r>
            <a:r>
              <a:rPr lang="en" sz="1700" u="sng">
                <a:latin typeface="Share Tech"/>
                <a:ea typeface="Share Tech"/>
                <a:cs typeface="Share Tech"/>
                <a:sym typeface="Share Tech"/>
                <a:hlinkClick r:id="rId3"/>
              </a:rPr>
              <a:t>https://drive.google.com/file/d/1ATHU37MvPt91ExRz1HtiToHlJkDFRnD3/view?usp=sharing</a:t>
            </a:r>
            <a:endParaRPr sz="1700" u="sng">
              <a:latin typeface="Share Tech"/>
              <a:ea typeface="Share Tech"/>
              <a:cs typeface="Share Tech"/>
              <a:sym typeface="Share Tech"/>
            </a:endParaRPr>
          </a:p>
          <a:p>
            <a:pPr indent="0" lvl="0" marL="0" rtl="0" algn="l">
              <a:lnSpc>
                <a:spcPct val="100000"/>
              </a:lnSpc>
              <a:spcBef>
                <a:spcPts val="1200"/>
              </a:spcBef>
              <a:spcAft>
                <a:spcPts val="0"/>
              </a:spcAft>
              <a:buNone/>
            </a:pPr>
            <a:r>
              <a:rPr lang="en" sz="1700">
                <a:latin typeface="Share Tech"/>
                <a:ea typeface="Share Tech"/>
                <a:cs typeface="Share Tech"/>
                <a:sym typeface="Share Tech"/>
              </a:rPr>
              <a:t>Programming IDE:</a:t>
            </a:r>
            <a:endParaRPr sz="1700">
              <a:latin typeface="Share Tech"/>
              <a:ea typeface="Share Tech"/>
              <a:cs typeface="Share Tech"/>
              <a:sym typeface="Share Tech"/>
            </a:endParaRPr>
          </a:p>
          <a:p>
            <a:pPr indent="0" lvl="0" marL="0" rtl="0" algn="l">
              <a:lnSpc>
                <a:spcPct val="100000"/>
              </a:lnSpc>
              <a:spcBef>
                <a:spcPts val="0"/>
              </a:spcBef>
              <a:spcAft>
                <a:spcPts val="0"/>
              </a:spcAft>
              <a:buNone/>
            </a:pPr>
            <a:r>
              <a:rPr lang="en" sz="1700" u="sng">
                <a:highlight>
                  <a:schemeClr val="dk2"/>
                </a:highlight>
                <a:latin typeface="Arial"/>
                <a:ea typeface="Arial"/>
                <a:cs typeface="Arial"/>
                <a:sym typeface="Arial"/>
                <a:hlinkClick r:id="rId4"/>
              </a:rPr>
              <a:t>https://www.programiz.com/sql/online-compiler/</a:t>
            </a:r>
            <a:endParaRPr sz="1700" u="sng">
              <a:highlight>
                <a:schemeClr val="dk2"/>
              </a:highlight>
              <a:latin typeface="Share Tech"/>
              <a:ea typeface="Share Tech"/>
              <a:cs typeface="Share Tech"/>
              <a:sym typeface="Share Tech"/>
            </a:endParaRPr>
          </a:p>
          <a:p>
            <a:pPr indent="0" lvl="0" marL="0" rtl="0" algn="l">
              <a:lnSpc>
                <a:spcPct val="100000"/>
              </a:lnSpc>
              <a:spcBef>
                <a:spcPts val="1200"/>
              </a:spcBef>
              <a:spcAft>
                <a:spcPts val="0"/>
              </a:spcAft>
              <a:buNone/>
            </a:pPr>
            <a:r>
              <a:rPr lang="en" sz="1700">
                <a:latin typeface="Share Tech"/>
                <a:ea typeface="Share Tech"/>
                <a:cs typeface="Share Tech"/>
                <a:sym typeface="Share Tech"/>
              </a:rPr>
              <a:t>Questions:</a:t>
            </a:r>
            <a:endParaRPr sz="1700">
              <a:latin typeface="Share Tech"/>
              <a:ea typeface="Share Tech"/>
              <a:cs typeface="Share Tech"/>
              <a:sym typeface="Share Tech"/>
            </a:endParaRPr>
          </a:p>
          <a:p>
            <a:pPr indent="-336550" lvl="0" marL="457200" rtl="0" algn="l">
              <a:lnSpc>
                <a:spcPct val="100000"/>
              </a:lnSpc>
              <a:spcBef>
                <a:spcPts val="0"/>
              </a:spcBef>
              <a:spcAft>
                <a:spcPts val="0"/>
              </a:spcAft>
              <a:buSzPts val="1700"/>
              <a:buFont typeface="Share Tech"/>
              <a:buChar char="●"/>
            </a:pPr>
            <a:r>
              <a:rPr lang="en" sz="1700">
                <a:latin typeface="Share Tech"/>
                <a:ea typeface="Share Tech"/>
                <a:cs typeface="Share Tech"/>
                <a:sym typeface="Share Tech"/>
              </a:rPr>
              <a:t>Run the queries to make the tables.</a:t>
            </a:r>
            <a:endParaRPr sz="1700">
              <a:latin typeface="Share Tech"/>
              <a:ea typeface="Share Tech"/>
              <a:cs typeface="Share Tech"/>
              <a:sym typeface="Share Tech"/>
            </a:endParaRPr>
          </a:p>
          <a:p>
            <a:pPr indent="-336550" lvl="0" marL="457200" rtl="0" algn="l">
              <a:lnSpc>
                <a:spcPct val="100000"/>
              </a:lnSpc>
              <a:spcBef>
                <a:spcPts val="0"/>
              </a:spcBef>
              <a:spcAft>
                <a:spcPts val="0"/>
              </a:spcAft>
              <a:buSzPts val="1700"/>
              <a:buFont typeface="Share Tech"/>
              <a:buChar char="●"/>
            </a:pPr>
            <a:r>
              <a:rPr lang="en" sz="1700">
                <a:latin typeface="Share Tech"/>
                <a:ea typeface="Share Tech"/>
                <a:cs typeface="Share Tech"/>
                <a:sym typeface="Share Tech"/>
              </a:rPr>
              <a:t>Return the names of customers and salesmen who live in the same city.</a:t>
            </a:r>
            <a:endParaRPr sz="1700">
              <a:latin typeface="Share Tech"/>
              <a:ea typeface="Share Tech"/>
              <a:cs typeface="Share Tech"/>
              <a:sym typeface="Share Tech"/>
            </a:endParaRPr>
          </a:p>
          <a:p>
            <a:pPr indent="-336550" lvl="0" marL="457200" rtl="0" algn="l">
              <a:lnSpc>
                <a:spcPct val="100000"/>
              </a:lnSpc>
              <a:spcBef>
                <a:spcPts val="0"/>
              </a:spcBef>
              <a:spcAft>
                <a:spcPts val="0"/>
              </a:spcAft>
              <a:buSzPts val="1700"/>
              <a:buFont typeface="Share Tech"/>
              <a:buChar char="●"/>
            </a:pPr>
            <a:r>
              <a:rPr lang="en" sz="1700">
                <a:latin typeface="Share Tech"/>
                <a:ea typeface="Share Tech"/>
                <a:cs typeface="Share Tech"/>
                <a:sym typeface="Share Tech"/>
              </a:rPr>
              <a:t>Return company name with maximum sales.</a:t>
            </a:r>
            <a:endParaRPr sz="1700">
              <a:latin typeface="Share Tech"/>
              <a:ea typeface="Share Tech"/>
              <a:cs typeface="Share Tech"/>
              <a:sym typeface="Share Tech"/>
            </a:endParaRPr>
          </a:p>
          <a:p>
            <a:pPr indent="-336550" lvl="0" marL="457200" rtl="0" algn="l">
              <a:lnSpc>
                <a:spcPct val="100000"/>
              </a:lnSpc>
              <a:spcBef>
                <a:spcPts val="0"/>
              </a:spcBef>
              <a:spcAft>
                <a:spcPts val="0"/>
              </a:spcAft>
              <a:buSzPts val="1700"/>
              <a:buFont typeface="Share Tech"/>
              <a:buChar char="●"/>
            </a:pPr>
            <a:r>
              <a:rPr lang="en" sz="1700">
                <a:latin typeface="Share Tech"/>
                <a:ea typeface="Share Tech"/>
                <a:cs typeface="Share Tech"/>
                <a:sym typeface="Share Tech"/>
              </a:rPr>
              <a:t>Average commission of salesmen in different cities. </a:t>
            </a:r>
            <a:endParaRPr sz="1700" u="sng">
              <a:latin typeface="Share Tech"/>
              <a:ea typeface="Share Tech"/>
              <a:cs typeface="Share Tech"/>
              <a:sym typeface="Share Tech"/>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g2669109b303_0_266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Japneet Rajput</a:t>
            </a:r>
            <a:endParaRPr/>
          </a:p>
          <a:p>
            <a:pPr indent="0" lvl="0" marL="0" rtl="0" algn="l">
              <a:spcBef>
                <a:spcPts val="0"/>
              </a:spcBef>
              <a:spcAft>
                <a:spcPts val="0"/>
              </a:spcAft>
              <a:buNone/>
            </a:pPr>
            <a:r>
              <a:rPr lang="en" sz="1900"/>
              <a:t>Role: </a:t>
            </a:r>
            <a:r>
              <a:rPr lang="en" sz="1900"/>
              <a:t>Software Engineer</a:t>
            </a:r>
            <a:endParaRPr sz="1900"/>
          </a:p>
        </p:txBody>
      </p:sp>
      <p:sp>
        <p:nvSpPr>
          <p:cNvPr id="1814" name="Google Shape;1814;g2669109b303_0_2662"/>
          <p:cNvSpPr txBox="1"/>
          <p:nvPr>
            <p:ph idx="1" type="body"/>
          </p:nvPr>
        </p:nvSpPr>
        <p:spPr>
          <a:xfrm>
            <a:off x="365100" y="1321050"/>
            <a:ext cx="8347800" cy="319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Duration : </a:t>
            </a:r>
            <a:r>
              <a:rPr lang="en">
                <a:latin typeface="Share Tech"/>
                <a:ea typeface="Share Tech"/>
                <a:cs typeface="Share Tech"/>
                <a:sym typeface="Share Tech"/>
              </a:rPr>
              <a:t>4</a:t>
            </a:r>
            <a:r>
              <a:rPr lang="en">
                <a:latin typeface="Share Tech"/>
                <a:ea typeface="Share Tech"/>
                <a:cs typeface="Share Tech"/>
                <a:sym typeface="Share Tech"/>
              </a:rPr>
              <a:t>5mins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 interview started with my introduction, I took this opportunity to share my development journey. A good introduction in my opinion is very important, since we have the control here and can lead them to our strengths. They liked my introduction and commended me for the same.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They went through my resume and asked me to share my experiences in each role, specifically mentioning the tech stack used. They asked some questions while I was sharing my internship experience. This was another example where I took control of the interview and maneuvered the conversation to my advantage.</a:t>
            </a:r>
            <a:endParaRPr>
              <a:latin typeface="Share Tech"/>
              <a:ea typeface="Share Tech"/>
              <a:cs typeface="Share Tech"/>
              <a:sym typeface="Share Tech"/>
            </a:endParaRPr>
          </a:p>
          <a:p>
            <a:pPr indent="0" lvl="0" marL="0" rtl="0" algn="l">
              <a:spcBef>
                <a:spcPts val="0"/>
              </a:spcBef>
              <a:spcAft>
                <a:spcPts val="0"/>
              </a:spcAft>
              <a:buNone/>
            </a:pPr>
            <a:r>
              <a:t/>
            </a:r>
            <a:endParaRPr>
              <a:latin typeface="Share Tech"/>
              <a:ea typeface="Share Tech"/>
              <a:cs typeface="Share Tech"/>
              <a:sym typeface="Share Tech"/>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g2669109b303_6_4"/>
          <p:cNvSpPr txBox="1"/>
          <p:nvPr>
            <p:ph idx="1" type="body"/>
          </p:nvPr>
        </p:nvSpPr>
        <p:spPr>
          <a:xfrm>
            <a:off x="365100" y="1321050"/>
            <a:ext cx="8347800" cy="319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They asked me my preferred language (I said Java). This led to a series of questions on polymorphism and inheritance (in depth explanation, types, why is it used, etc).</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OOPs is very IMPORTANT!</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After this they showed me a couple of aptitude questions and asked me how I had solved them. This included a question on “Generics in Java”. Although I successfully explained my solution, I confessed that I wasn't familiar with the name of the concept :p. They assisted me by guiding me to the answer. They believed that it was an advanced concept for a fresher and were interested in understanding my thought process behind it.</a:t>
            </a:r>
            <a:endParaRPr>
              <a:latin typeface="Share Tech"/>
              <a:ea typeface="Share Tech"/>
              <a:cs typeface="Share Tech"/>
              <a:sym typeface="Share Tech"/>
            </a:endParaRPr>
          </a:p>
        </p:txBody>
      </p:sp>
      <p:sp>
        <p:nvSpPr>
          <p:cNvPr id="1820" name="Google Shape;1820;g2669109b303_6_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Japneet Rajput</a:t>
            </a:r>
            <a:endParaRPr/>
          </a:p>
          <a:p>
            <a:pPr indent="0" lvl="0" marL="0" rtl="0" algn="l">
              <a:spcBef>
                <a:spcPts val="0"/>
              </a:spcBef>
              <a:spcAft>
                <a:spcPts val="0"/>
              </a:spcAft>
              <a:buNone/>
            </a:pPr>
            <a:r>
              <a:rPr lang="en" sz="1900"/>
              <a:t>Role: Software Engineer</a:t>
            </a:r>
            <a:endParaRPr sz="1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g2669109b303_6_1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Japneet Rajput</a:t>
            </a:r>
            <a:endParaRPr/>
          </a:p>
          <a:p>
            <a:pPr indent="0" lvl="0" marL="0" rtl="0" algn="l">
              <a:spcBef>
                <a:spcPts val="0"/>
              </a:spcBef>
              <a:spcAft>
                <a:spcPts val="0"/>
              </a:spcAft>
              <a:buNone/>
            </a:pPr>
            <a:r>
              <a:rPr lang="en" sz="1900"/>
              <a:t>Role: Software Engineer</a:t>
            </a:r>
            <a:endParaRPr sz="1900"/>
          </a:p>
        </p:txBody>
      </p:sp>
      <p:sp>
        <p:nvSpPr>
          <p:cNvPr id="1826" name="Google Shape;1826;g2669109b303_6_13"/>
          <p:cNvSpPr txBox="1"/>
          <p:nvPr>
            <p:ph idx="1" type="body"/>
          </p:nvPr>
        </p:nvSpPr>
        <p:spPr>
          <a:xfrm>
            <a:off x="365100" y="1321050"/>
            <a:ext cx="8347800" cy="319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They gave me a simple DSA question: to determine whether two strings are anagrams of each other </a:t>
            </a:r>
            <a:r>
              <a:rPr lang="en" u="sng">
                <a:solidFill>
                  <a:srgbClr val="00CFCC"/>
                </a:solidFill>
                <a:latin typeface="Share Tech"/>
                <a:ea typeface="Share Tech"/>
                <a:cs typeface="Share Tech"/>
                <a:sym typeface="Share Tech"/>
                <a:hlinkClick r:id="rId3">
                  <a:extLst>
                    <a:ext uri="{A12FA001-AC4F-418D-AE19-62706E023703}">
                      <ahyp:hlinkClr val="tx"/>
                    </a:ext>
                  </a:extLst>
                </a:hlinkClick>
              </a:rPr>
              <a:t>(Link)</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They asked me to solve the problem whilst explaining my thought process. They wanted to assess my problem solving skills. </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 started by explaining my analysis of the problem statement and came out with some constraints that will help in eliminating the edge cases. Then I solved the problem using primitive data structures, to which they asked whether the problem could be solved using complex data structure, if so, which ones?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 started with the most basic approach and implemented 2 more approaches, after which they asked me to compare all of the approaches. (Time and space complexity)</a:t>
            </a:r>
            <a:endParaRPr>
              <a:latin typeface="Share Tech"/>
              <a:ea typeface="Share Tech"/>
              <a:cs typeface="Share Tech"/>
              <a:sym typeface="Share Tech"/>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0" name="Shape 1830"/>
        <p:cNvGrpSpPr/>
        <p:nvPr/>
      </p:nvGrpSpPr>
      <p:grpSpPr>
        <a:xfrm>
          <a:off x="0" y="0"/>
          <a:ext cx="0" cy="0"/>
          <a:chOff x="0" y="0"/>
          <a:chExt cx="0" cy="0"/>
        </a:xfrm>
      </p:grpSpPr>
      <p:sp>
        <p:nvSpPr>
          <p:cNvPr id="1831" name="Google Shape;1831;g2669109b303_0_2648"/>
          <p:cNvSpPr txBox="1"/>
          <p:nvPr>
            <p:ph idx="1" type="body"/>
          </p:nvPr>
        </p:nvSpPr>
        <p:spPr>
          <a:xfrm>
            <a:off x="1145100" y="10341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800">
                <a:latin typeface="Share Tech"/>
                <a:ea typeface="Share Tech"/>
                <a:cs typeface="Share Tech"/>
                <a:sym typeface="Share Tech"/>
              </a:rPr>
              <a:t>HR </a:t>
            </a:r>
            <a:r>
              <a:rPr lang="en" sz="5800">
                <a:latin typeface="Share Tech"/>
                <a:ea typeface="Share Tech"/>
                <a:cs typeface="Share Tech"/>
                <a:sym typeface="Share Tech"/>
              </a:rPr>
              <a:t>Round</a:t>
            </a:r>
            <a:endParaRPr sz="5800">
              <a:latin typeface="Share Tech"/>
              <a:ea typeface="Share Tech"/>
              <a:cs typeface="Share Tech"/>
              <a:sym typeface="Share Tech"/>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g2669109b303_5_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Omkar Mahajan</a:t>
            </a:r>
            <a:endParaRPr/>
          </a:p>
          <a:p>
            <a:pPr indent="0" lvl="0" marL="0" rtl="0" algn="l">
              <a:spcBef>
                <a:spcPts val="0"/>
              </a:spcBef>
              <a:spcAft>
                <a:spcPts val="0"/>
              </a:spcAft>
              <a:buNone/>
            </a:pPr>
            <a:r>
              <a:rPr lang="en" sz="1900"/>
              <a:t>Role: </a:t>
            </a:r>
            <a:r>
              <a:rPr lang="en" sz="1900"/>
              <a:t> Software Engineer</a:t>
            </a:r>
            <a:endParaRPr sz="1900"/>
          </a:p>
          <a:p>
            <a:pPr indent="0" lvl="0" marL="0" rtl="0" algn="l">
              <a:spcBef>
                <a:spcPts val="0"/>
              </a:spcBef>
              <a:spcAft>
                <a:spcPts val="0"/>
              </a:spcAft>
              <a:buNone/>
            </a:pPr>
            <a:r>
              <a:t/>
            </a:r>
            <a:endParaRPr/>
          </a:p>
        </p:txBody>
      </p:sp>
      <p:sp>
        <p:nvSpPr>
          <p:cNvPr id="1837" name="Google Shape;1837;g2669109b303_5_0"/>
          <p:cNvSpPr txBox="1"/>
          <p:nvPr>
            <p:ph idx="1" type="body"/>
          </p:nvPr>
        </p:nvSpPr>
        <p:spPr>
          <a:xfrm>
            <a:off x="1297500" y="1307850"/>
            <a:ext cx="70389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Share Tech"/>
                <a:ea typeface="Share Tech"/>
                <a:cs typeface="Share Tech"/>
                <a:sym typeface="Share Tech"/>
              </a:rPr>
              <a:t>HR Round (20 minutes):</a:t>
            </a:r>
            <a:endParaRPr>
              <a:latin typeface="Share Tech"/>
              <a:ea typeface="Share Tech"/>
              <a:cs typeface="Share Tech"/>
              <a:sym typeface="Share Tech"/>
            </a:endParaRPr>
          </a:p>
          <a:p>
            <a:pPr indent="-342900" lvl="0" marL="457200" rtl="0" algn="l">
              <a:lnSpc>
                <a:spcPct val="100000"/>
              </a:lnSpc>
              <a:spcBef>
                <a:spcPts val="1200"/>
              </a:spcBef>
              <a:spcAft>
                <a:spcPts val="0"/>
              </a:spcAft>
              <a:buSzPts val="1800"/>
              <a:buFont typeface="Share Tech"/>
              <a:buAutoNum type="arabicPeriod"/>
            </a:pPr>
            <a:r>
              <a:rPr lang="en">
                <a:latin typeface="Share Tech"/>
                <a:ea typeface="Share Tech"/>
                <a:cs typeface="Share Tech"/>
                <a:sym typeface="Share Tech"/>
              </a:rPr>
              <a:t>They </a:t>
            </a:r>
            <a:r>
              <a:rPr lang="en">
                <a:latin typeface="Share Tech"/>
                <a:ea typeface="Share Tech"/>
                <a:cs typeface="Share Tech"/>
                <a:sym typeface="Share Tech"/>
              </a:rPr>
              <a:t>asked to give a tour through my resume, starting with my family background. </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What is your favorite project and why? Your contributions to it and tech stack used </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What fascinates you?</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Why do you want to join ISS?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What is your weakness?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Are you okay with talking to new people?</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Where do you see yourself in 2 years?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Are you okay with traveling? (if you stay far from office)</a:t>
            </a:r>
            <a:endParaRPr>
              <a:latin typeface="Share Tech"/>
              <a:ea typeface="Share Tech"/>
              <a:cs typeface="Share Tech"/>
              <a:sym typeface="Share Tech"/>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g2669109b303_0_267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Teesha Karotra</a:t>
            </a:r>
            <a:endParaRPr/>
          </a:p>
          <a:p>
            <a:pPr indent="0" lvl="0" marL="0" rtl="0" algn="l">
              <a:spcBef>
                <a:spcPts val="0"/>
              </a:spcBef>
              <a:spcAft>
                <a:spcPts val="0"/>
              </a:spcAft>
              <a:buNone/>
            </a:pPr>
            <a:r>
              <a:rPr lang="en" sz="1900"/>
              <a:t>Role: Software Engineer</a:t>
            </a:r>
            <a:endParaRPr sz="1900"/>
          </a:p>
        </p:txBody>
      </p:sp>
      <p:sp>
        <p:nvSpPr>
          <p:cNvPr id="1843" name="Google Shape;1843;g2669109b303_0_2679"/>
          <p:cNvSpPr txBox="1"/>
          <p:nvPr>
            <p:ph idx="1" type="body"/>
          </p:nvPr>
        </p:nvSpPr>
        <p:spPr>
          <a:xfrm>
            <a:off x="365100" y="1321050"/>
            <a:ext cx="8540400" cy="381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hare Tech"/>
                <a:ea typeface="Share Tech"/>
                <a:cs typeface="Share Tech"/>
                <a:sym typeface="Share Tech"/>
              </a:rPr>
              <a:t>HR Questions:</a:t>
            </a:r>
            <a:endParaRPr>
              <a:latin typeface="Share Tech"/>
              <a:ea typeface="Share Tech"/>
              <a:cs typeface="Share Tech"/>
              <a:sym typeface="Share Tech"/>
            </a:endParaRPr>
          </a:p>
          <a:p>
            <a:pPr indent="0" lvl="0" marL="0" rtl="0" algn="l">
              <a:spcBef>
                <a:spcPts val="0"/>
              </a:spcBef>
              <a:spcAft>
                <a:spcPts val="0"/>
              </a:spcAft>
              <a:buNone/>
            </a:pPr>
            <a:r>
              <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Introduce yourself, family background, educational background, internships and projects done.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Since you have been </a:t>
            </a:r>
            <a:r>
              <a:rPr lang="en">
                <a:latin typeface="Share Tech"/>
                <a:ea typeface="Share Tech"/>
                <a:cs typeface="Share Tech"/>
                <a:sym typeface="Share Tech"/>
              </a:rPr>
              <a:t>scoring</a:t>
            </a:r>
            <a:r>
              <a:rPr lang="en">
                <a:latin typeface="Share Tech"/>
                <a:ea typeface="Share Tech"/>
                <a:cs typeface="Share Tech"/>
                <a:sym typeface="Share Tech"/>
              </a:rPr>
              <a:t> well academically why are you not pursuing further studies? (Further questions based on my answer)</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Since parents are business owners are you not interested in joining the family business? </a:t>
            </a:r>
            <a:r>
              <a:rPr lang="en">
                <a:latin typeface="Share Tech"/>
                <a:ea typeface="Share Tech"/>
                <a:cs typeface="Share Tech"/>
                <a:sym typeface="Share Tech"/>
              </a:rPr>
              <a:t>(Further questions based on my answer)</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Short term and long term goals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Are you fine with travelling to Goregaon on a daily basis?</a:t>
            </a:r>
            <a:endParaRPr>
              <a:latin typeface="Share Tech"/>
              <a:ea typeface="Share Tech"/>
              <a:cs typeface="Share Tech"/>
              <a:sym typeface="Share Tech"/>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sp>
        <p:nvSpPr>
          <p:cNvPr id="1848" name="Google Shape;1848;g2669109b303_0_26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Isha Desai</a:t>
            </a:r>
            <a:endParaRPr/>
          </a:p>
          <a:p>
            <a:pPr indent="0" lvl="0" marL="0" rtl="0" algn="l">
              <a:spcBef>
                <a:spcPts val="0"/>
              </a:spcBef>
              <a:spcAft>
                <a:spcPts val="0"/>
              </a:spcAft>
              <a:buNone/>
            </a:pPr>
            <a:r>
              <a:rPr lang="en" sz="1900"/>
              <a:t>Role: Analytical Verification</a:t>
            </a:r>
            <a:endParaRPr sz="1900"/>
          </a:p>
          <a:p>
            <a:pPr indent="0" lvl="0" marL="0" rtl="0" algn="l">
              <a:spcBef>
                <a:spcPts val="0"/>
              </a:spcBef>
              <a:spcAft>
                <a:spcPts val="0"/>
              </a:spcAft>
              <a:buNone/>
            </a:pPr>
            <a:r>
              <a:t/>
            </a:r>
            <a:endParaRPr/>
          </a:p>
        </p:txBody>
      </p:sp>
      <p:sp>
        <p:nvSpPr>
          <p:cNvPr id="1849" name="Google Shape;1849;g2669109b303_0_2636"/>
          <p:cNvSpPr txBox="1"/>
          <p:nvPr>
            <p:ph idx="1" type="body"/>
          </p:nvPr>
        </p:nvSpPr>
        <p:spPr>
          <a:xfrm>
            <a:off x="924075" y="1567550"/>
            <a:ext cx="75237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Share Tech"/>
                <a:ea typeface="Share Tech"/>
                <a:cs typeface="Share Tech"/>
                <a:sym typeface="Share Tech"/>
              </a:rPr>
              <a:t>HR Questions:</a:t>
            </a:r>
            <a:endParaRPr>
              <a:latin typeface="Share Tech"/>
              <a:ea typeface="Share Tech"/>
              <a:cs typeface="Share Tech"/>
              <a:sym typeface="Share Tech"/>
            </a:endParaRPr>
          </a:p>
          <a:p>
            <a:pPr indent="-342900" lvl="0" marL="457200" rtl="0" algn="l">
              <a:lnSpc>
                <a:spcPct val="100000"/>
              </a:lnSpc>
              <a:spcBef>
                <a:spcPts val="1200"/>
              </a:spcBef>
              <a:spcAft>
                <a:spcPts val="0"/>
              </a:spcAft>
              <a:buSzPts val="1800"/>
              <a:buFont typeface="Share Tech"/>
              <a:buAutoNum type="arabicPeriod"/>
            </a:pPr>
            <a:r>
              <a:rPr lang="en">
                <a:latin typeface="Share Tech"/>
                <a:ea typeface="Share Tech"/>
                <a:cs typeface="Share Tech"/>
                <a:sym typeface="Share Tech"/>
              </a:rPr>
              <a:t>Why are you interested in ISS?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Educational Background.</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Family Background.</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Future plans.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Brief description of my projects.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Are you aware of the routes in which you are going to reach the company?</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Hobbies</a:t>
            </a:r>
            <a:endParaRPr>
              <a:latin typeface="Share Tech"/>
              <a:ea typeface="Share Tech"/>
              <a:cs typeface="Share Tech"/>
              <a:sym typeface="Share Tech"/>
            </a:endParaRPr>
          </a:p>
          <a:p>
            <a:pPr indent="-342900" lvl="0" marL="457200" rtl="0" algn="l">
              <a:lnSpc>
                <a:spcPct val="100000"/>
              </a:lnSpc>
              <a:spcBef>
                <a:spcPts val="0"/>
              </a:spcBef>
              <a:spcAft>
                <a:spcPts val="0"/>
              </a:spcAft>
              <a:buSzPts val="1800"/>
              <a:buFont typeface="Share Tech"/>
              <a:buAutoNum type="arabicPeriod"/>
            </a:pPr>
            <a:r>
              <a:rPr lang="en">
                <a:latin typeface="Share Tech"/>
                <a:ea typeface="Share Tech"/>
                <a:cs typeface="Share Tech"/>
                <a:sym typeface="Share Tech"/>
              </a:rPr>
              <a:t>If I had any questions for them.</a:t>
            </a:r>
            <a:endParaRPr>
              <a:latin typeface="Share Tech"/>
              <a:ea typeface="Share Tech"/>
              <a:cs typeface="Share Tech"/>
              <a:sym typeface="Share Tech"/>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g2669109b303_0_268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Japneet Rajput</a:t>
            </a:r>
            <a:endParaRPr/>
          </a:p>
          <a:p>
            <a:pPr indent="0" lvl="0" marL="0" rtl="0" algn="l">
              <a:spcBef>
                <a:spcPts val="0"/>
              </a:spcBef>
              <a:spcAft>
                <a:spcPts val="0"/>
              </a:spcAft>
              <a:buNone/>
            </a:pPr>
            <a:r>
              <a:rPr lang="en" sz="1900"/>
              <a:t>Role: Software Engineer</a:t>
            </a:r>
            <a:endParaRPr sz="1900"/>
          </a:p>
        </p:txBody>
      </p:sp>
      <p:sp>
        <p:nvSpPr>
          <p:cNvPr id="1855" name="Google Shape;1855;g2669109b303_0_2684"/>
          <p:cNvSpPr txBox="1"/>
          <p:nvPr>
            <p:ph idx="1" type="body"/>
          </p:nvPr>
        </p:nvSpPr>
        <p:spPr>
          <a:xfrm>
            <a:off x="546750" y="1460250"/>
            <a:ext cx="8165700" cy="381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Share Tech"/>
                <a:ea typeface="Share Tech"/>
                <a:cs typeface="Share Tech"/>
                <a:sym typeface="Share Tech"/>
              </a:rPr>
              <a:t>HR Questions:</a:t>
            </a:r>
            <a:endParaRPr>
              <a:latin typeface="Share Tech"/>
              <a:ea typeface="Share Tech"/>
              <a:cs typeface="Share Tech"/>
              <a:sym typeface="Share Tech"/>
            </a:endParaRPr>
          </a:p>
          <a:p>
            <a:pPr indent="0" lvl="0" marL="0" rtl="0" algn="l">
              <a:spcBef>
                <a:spcPts val="0"/>
              </a:spcBef>
              <a:spcAft>
                <a:spcPts val="0"/>
              </a:spcAft>
              <a:buNone/>
            </a:pPr>
            <a:r>
              <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Tell us about yourself?</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Some questions on the stacks I’ve worked on (After glancing through my resume)</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Something which is not on your resume (I had purposely kept my Google Devfest speaker title out of my resume to answer this question)</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Family and education background</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Why ISS?</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Remote vs in office (Which one do you prefer?)</a:t>
            </a:r>
            <a:endParaRPr>
              <a:latin typeface="Share Tech"/>
              <a:ea typeface="Share Tech"/>
              <a:cs typeface="Share Tech"/>
              <a:sym typeface="Share Tech"/>
            </a:endParaRPr>
          </a:p>
          <a:p>
            <a:pPr indent="-311150" lvl="0" marL="457200" rtl="0" algn="l">
              <a:spcBef>
                <a:spcPts val="0"/>
              </a:spcBef>
              <a:spcAft>
                <a:spcPts val="0"/>
              </a:spcAft>
              <a:buSzPts val="1300"/>
              <a:buFont typeface="Share Tech"/>
              <a:buChar char="●"/>
            </a:pPr>
            <a:r>
              <a:rPr lang="en">
                <a:latin typeface="Share Tech"/>
                <a:ea typeface="Share Tech"/>
                <a:cs typeface="Share Tech"/>
                <a:sym typeface="Share Tech"/>
              </a:rPr>
              <a:t>If I have any plans for studying abroad</a:t>
            </a:r>
            <a:endParaRPr>
              <a:latin typeface="Share Tech"/>
              <a:ea typeface="Share Tech"/>
              <a:cs typeface="Share Tech"/>
              <a:sym typeface="Share Tech"/>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g2b3d6362d20_0_0"/>
          <p:cNvSpPr txBox="1"/>
          <p:nvPr>
            <p:ph idx="1" type="body"/>
          </p:nvPr>
        </p:nvSpPr>
        <p:spPr>
          <a:xfrm>
            <a:off x="1145100" y="1034150"/>
            <a:ext cx="7038900" cy="29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800">
                <a:latin typeface="Share Tech"/>
                <a:ea typeface="Share Tech"/>
                <a:cs typeface="Share Tech"/>
                <a:sym typeface="Share Tech"/>
              </a:rPr>
              <a:t>Any Questions?</a:t>
            </a:r>
            <a:endParaRPr sz="5800">
              <a:latin typeface="Share Tech"/>
              <a:ea typeface="Share Tech"/>
              <a:cs typeface="Share Tech"/>
              <a:sym typeface="Share Tech"/>
            </a:endParaRPr>
          </a:p>
        </p:txBody>
      </p:sp>
    </p:spTree>
  </p:cSld>
  <p:clrMapOvr>
    <a:masterClrMapping/>
  </p:clrMapOvr>
</p:sld>
</file>

<file path=ppt/theme/theme1.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