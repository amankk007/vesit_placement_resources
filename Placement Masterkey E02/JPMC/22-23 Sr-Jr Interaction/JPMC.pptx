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Advent Pro SemiBold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Fira Sans Extra Condensed Medium"/>
      <p:regular r:id="rId43"/>
      <p:bold r:id="rId44"/>
      <p:italic r:id="rId45"/>
      <p:boldItalic r:id="rId46"/>
    </p:embeddedFont>
    <p:embeddedFont>
      <p:font typeface="Fira Sans Condensed Medium"/>
      <p:regular r:id="rId47"/>
      <p:bold r:id="rId48"/>
      <p:italic r:id="rId49"/>
      <p:boldItalic r:id="rId50"/>
    </p:embeddedFont>
    <p:embeddedFont>
      <p:font typeface="Maven Pro"/>
      <p:regular r:id="rId51"/>
      <p:bold r:id="rId52"/>
    </p:embeddedFont>
    <p:embeddedFont>
      <p:font typeface="Share Tech"/>
      <p:regular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44" Type="http://schemas.openxmlformats.org/officeDocument/2006/relationships/font" Target="fonts/FiraSansExtraCondensedMedium-bold.fntdata"/><Relationship Id="rId43" Type="http://schemas.openxmlformats.org/officeDocument/2006/relationships/font" Target="fonts/FiraSansExtraCondensedMedium-regular.fntdata"/><Relationship Id="rId46" Type="http://schemas.openxmlformats.org/officeDocument/2006/relationships/font" Target="fonts/FiraSansExtraCondensedMedium-boldItalic.fntdata"/><Relationship Id="rId45" Type="http://schemas.openxmlformats.org/officeDocument/2006/relationships/font" Target="fonts/FiraSansExtraCondensed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CondensedMedium-bold.fntdata"/><Relationship Id="rId47" Type="http://schemas.openxmlformats.org/officeDocument/2006/relationships/font" Target="fonts/FiraSansCondensedMedium-regular.fntdata"/><Relationship Id="rId49" Type="http://schemas.openxmlformats.org/officeDocument/2006/relationships/font" Target="fonts/FiraSansCondensed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dventProSemiBold-regular.fntdata"/><Relationship Id="rId30" Type="http://schemas.openxmlformats.org/officeDocument/2006/relationships/slide" Target="slides/slide25.xml"/><Relationship Id="rId33" Type="http://schemas.openxmlformats.org/officeDocument/2006/relationships/font" Target="fonts/AdventProSemiBold-italic.fntdata"/><Relationship Id="rId32" Type="http://schemas.openxmlformats.org/officeDocument/2006/relationships/font" Target="fonts/AdventProSemiBold-bold.fntdata"/><Relationship Id="rId35" Type="http://schemas.openxmlformats.org/officeDocument/2006/relationships/font" Target="fonts/Montserrat-regular.fntdata"/><Relationship Id="rId34" Type="http://schemas.openxmlformats.org/officeDocument/2006/relationships/font" Target="fonts/AdventProSemiBold-boldItalic.fntdata"/><Relationship Id="rId37" Type="http://schemas.openxmlformats.org/officeDocument/2006/relationships/font" Target="fonts/Montserrat-italic.fntdata"/><Relationship Id="rId36" Type="http://schemas.openxmlformats.org/officeDocument/2006/relationships/font" Target="fonts/Montserrat-bold.fntdata"/><Relationship Id="rId39" Type="http://schemas.openxmlformats.org/officeDocument/2006/relationships/font" Target="fonts/Lato-regular.fntdata"/><Relationship Id="rId38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avenPro-regular.fntdata"/><Relationship Id="rId50" Type="http://schemas.openxmlformats.org/officeDocument/2006/relationships/font" Target="fonts/FiraSansCondensedMedium-boldItalic.fntdata"/><Relationship Id="rId53" Type="http://schemas.openxmlformats.org/officeDocument/2006/relationships/font" Target="fonts/ShareTech-regular.fntdata"/><Relationship Id="rId52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0f4d0ba1e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20f4d0ba1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0f4d0ba1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0f4d0ba1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0f4d0ba1e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0f4d0ba1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0f4d0ba1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20f4d0ba1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0f4d0ba1ee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20f4d0ba1e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0f4d0ba1e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20f4d0ba1e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0f4d0ba1e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0f4d0ba1e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0f4d0ba1ee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20f4d0ba1e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0f7dd9c4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0f7dd9c4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0f4d0ba1e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0f4d0ba1e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0f4d0ba1ee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20f4d0ba1e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0f4d0ba1e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0f4d0ba1e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0f4d0ba1ee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20f4d0ba1e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0f4d0ba1ee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20f4d0ba1e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0f4d0ba1ee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20f4d0ba1e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0f4d0ba1ee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20f4d0ba1e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0f4d0ba1ee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20f4d0ba1e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0f4d0ba1e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0f4d0ba1e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0f4d0ba1e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0f4d0ba1e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0f4d0ba1ee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0f4d0ba1ee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0f4d0ba1e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0f4d0ba1e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0f4d0ba1e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0f4d0ba1e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0f4d0ba1e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20f4d0ba1e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0f4d0ba1e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0f4d0ba1e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0f4d0ba1e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0f4d0ba1e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8" name="Google Shape;18;p2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23" name="Google Shape;23;p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29" name="Google Shape;29;p2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42" name="Google Shape;42;p3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51" name="Google Shape;51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520996" y="1091548"/>
            <a:ext cx="199001" cy="2139769"/>
            <a:chOff x="8008096" y="2108910"/>
            <a:chExt cx="199001" cy="2139769"/>
          </a:xfrm>
        </p:grpSpPr>
        <p:sp>
          <p:nvSpPr>
            <p:cNvPr id="54" name="Google Shape;54;p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3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3"/>
          <p:cNvSpPr txBox="1"/>
          <p:nvPr>
            <p:ph hasCustomPrompt="1"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2" name="Google Shape;62;p4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4"/>
          <p:cNvGrpSpPr/>
          <p:nvPr/>
        </p:nvGrpSpPr>
        <p:grpSpPr>
          <a:xfrm>
            <a:off x="8148521" y="3004593"/>
            <a:ext cx="98059" cy="1147596"/>
            <a:chOff x="3347921" y="16006"/>
            <a:chExt cx="98059" cy="1147596"/>
          </a:xfrm>
        </p:grpSpPr>
        <p:sp>
          <p:nvSpPr>
            <p:cNvPr id="68" name="Google Shape;68;p4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4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4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4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0" name="Google Shape;80;p5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2" name="Google Shape;82;p5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3" name="Google Shape;83;p5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4" name="Google Shape;84;p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5" name="Google Shape;95;p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7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08" name="Google Shape;108;p7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7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7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7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8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8"/>
          <p:cNvGrpSpPr/>
          <p:nvPr/>
        </p:nvGrpSpPr>
        <p:grpSpPr>
          <a:xfrm>
            <a:off x="8263682" y="-434366"/>
            <a:ext cx="188886" cy="1181531"/>
            <a:chOff x="2877432" y="975334"/>
            <a:chExt cx="188886" cy="1181531"/>
          </a:xfrm>
        </p:grpSpPr>
        <p:sp>
          <p:nvSpPr>
            <p:cNvPr id="126" name="Google Shape;126;p8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8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8"/>
          <p:cNvGrpSpPr/>
          <p:nvPr/>
        </p:nvGrpSpPr>
        <p:grpSpPr>
          <a:xfrm>
            <a:off x="3090746" y="-533657"/>
            <a:ext cx="98059" cy="1147596"/>
            <a:chOff x="3347921" y="16006"/>
            <a:chExt cx="98059" cy="1147596"/>
          </a:xfrm>
        </p:grpSpPr>
        <p:sp>
          <p:nvSpPr>
            <p:cNvPr id="133" name="Google Shape;133;p8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42" name="Google Shape;142;p8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8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8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8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8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8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55" name="Google Shape;155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8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8"/>
          <p:cNvGrpSpPr/>
          <p:nvPr/>
        </p:nvGrpSpPr>
        <p:grpSpPr>
          <a:xfrm>
            <a:off x="4095146" y="-859690"/>
            <a:ext cx="199001" cy="2139769"/>
            <a:chOff x="8008096" y="2108910"/>
            <a:chExt cx="199001" cy="2139769"/>
          </a:xfrm>
        </p:grpSpPr>
        <p:sp>
          <p:nvSpPr>
            <p:cNvPr id="159" name="Google Shape;159;p8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8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8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8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8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1" name="Google Shape;17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7" name="Google Shape;177;p11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11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8217007" y="3576772"/>
            <a:ext cx="188886" cy="1181531"/>
            <a:chOff x="2877432" y="975334"/>
            <a:chExt cx="188886" cy="1181531"/>
          </a:xfrm>
        </p:grpSpPr>
        <p:sp>
          <p:nvSpPr>
            <p:cNvPr id="184" name="Google Shape;184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1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11"/>
          <p:cNvGrpSpPr/>
          <p:nvPr/>
        </p:nvGrpSpPr>
        <p:grpSpPr>
          <a:xfrm>
            <a:off x="7519346" y="3243318"/>
            <a:ext cx="98059" cy="1147596"/>
            <a:chOff x="3347921" y="16006"/>
            <a:chExt cx="98059" cy="1147596"/>
          </a:xfrm>
        </p:grpSpPr>
        <p:sp>
          <p:nvSpPr>
            <p:cNvPr id="189" name="Google Shape;189;p11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297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11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2" name="Google Shape;192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95" name="Google Shape;195;p11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11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11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2" name="Google Shape;202;p11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1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11"/>
          <p:cNvGrpSpPr/>
          <p:nvPr/>
        </p:nvGrpSpPr>
        <p:grpSpPr>
          <a:xfrm>
            <a:off x="4920170" y="-496491"/>
            <a:ext cx="188886" cy="1181531"/>
            <a:chOff x="2877432" y="975334"/>
            <a:chExt cx="188886" cy="1181531"/>
          </a:xfrm>
        </p:grpSpPr>
        <p:sp>
          <p:nvSpPr>
            <p:cNvPr id="206" name="Google Shape;206;p11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5750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41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2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11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" name="Google Shape;210;p11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1" name="Google Shape;211;p1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1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4" name="Google Shape;214;p11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12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12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1" name="Google Shape;221;p12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8" name="Google Shape;258;p13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69" name="Google Shape;269;p13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" name="Google Shape;270;p13"/>
          <p:cNvSpPr txBox="1"/>
          <p:nvPr>
            <p:ph hasCustomPrompt="1"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2" name="Google Shape;272;p13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3" name="Google Shape;273;p13"/>
          <p:cNvSpPr txBox="1"/>
          <p:nvPr>
            <p:ph hasCustomPrompt="1"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5" name="Google Shape;275;p13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hasCustomPrompt="1"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0" name="Google Shape;280;p14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14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2" name="Google Shape;282;p14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3" name="Google Shape;283;p14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" name="Google Shape;287;p14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8" name="Google Shape;288;p14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14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1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9" name="Google Shape;299;p1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5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5" name="Google Shape;305;p15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6" name="Google Shape;306;p15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7" name="Google Shape;307;p15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8" name="Google Shape;308;p15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9" name="Google Shape;309;p15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2" name="Google Shape;312;p16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3" name="Google Shape;313;p16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4" name="Google Shape;314;p16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5" name="Google Shape;315;p16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6" name="Google Shape;316;p16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4" name="Google Shape;324;p16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6" name="Google Shape;336;p17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7" name="Google Shape;337;p17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8" name="Google Shape;338;p17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9" name="Google Shape;339;p17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0" name="Google Shape;340;p17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3" name="Google Shape;343;p17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5" name="Google Shape;355;p18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p18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7" name="Google Shape;357;p18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18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18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18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18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18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3" name="Google Shape;363;p18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19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19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lang="en" sz="1000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000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29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137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297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19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6" name="Google Shape;386;p19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9"/>
          <p:cNvGrpSpPr/>
          <p:nvPr/>
        </p:nvGrpSpPr>
        <p:grpSpPr>
          <a:xfrm>
            <a:off x="1510029" y="507749"/>
            <a:ext cx="203534" cy="2663107"/>
            <a:chOff x="250617" y="2402301"/>
            <a:chExt cx="188650" cy="2468354"/>
          </a:xfrm>
        </p:grpSpPr>
        <p:sp>
          <p:nvSpPr>
            <p:cNvPr id="389" name="Google Shape;389;p19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5750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41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2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9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4" name="Google Shape;394;p19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9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19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0" name="Google Shape;400;p19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297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19"/>
          <p:cNvGrpSpPr/>
          <p:nvPr/>
        </p:nvGrpSpPr>
        <p:grpSpPr>
          <a:xfrm>
            <a:off x="8568723" y="2184809"/>
            <a:ext cx="214702" cy="2308597"/>
            <a:chOff x="8008096" y="2108910"/>
            <a:chExt cx="199001" cy="2139769"/>
          </a:xfrm>
        </p:grpSpPr>
        <p:sp>
          <p:nvSpPr>
            <p:cNvPr id="403" name="Google Shape;403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19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19"/>
          <p:cNvGrpSpPr/>
          <p:nvPr/>
        </p:nvGrpSpPr>
        <p:grpSpPr>
          <a:xfrm>
            <a:off x="8221223" y="9"/>
            <a:ext cx="214702" cy="2308597"/>
            <a:chOff x="8008096" y="2108910"/>
            <a:chExt cx="199001" cy="2139769"/>
          </a:xfrm>
        </p:grpSpPr>
        <p:sp>
          <p:nvSpPr>
            <p:cNvPr id="407" name="Google Shape;407;p19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9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1" name="Google Shape;411;p20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rtl="0"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3" name="Google Shape;413;p20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28" name="Google Shape;428;p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" name="Google Shape;43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1" name="Google Shape;431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2" name="Google Shape;4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2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5" name="Google Shape;435;p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7" name="Google Shape;437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8" name="Google Shape;4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3" name="Google Shape;4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4" name="Google Shape;44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sz="28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leetcode.com/problems/break-a-palindrome/" TargetMode="External"/><Relationship Id="rId4" Type="http://schemas.openxmlformats.org/officeDocument/2006/relationships/hyperlink" Target="https://leetcode.com/problems/uncommon-words-from-two-sentence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etcode.com/discuss/interview-question/1448681/morgan-stanley-assessment-question-identical-distribution" TargetMode="External"/><Relationship Id="rId4" Type="http://schemas.openxmlformats.org/officeDocument/2006/relationships/hyperlink" Target="https://leetcode.com/problems/maximum-units-on-a-truck/" TargetMode="External"/><Relationship Id="rId5" Type="http://schemas.openxmlformats.org/officeDocument/2006/relationships/hyperlink" Target="https://dev.to/seanpgallivan/solution-maximum-units-on-a-truck-ak2" TargetMode="External"/><Relationship Id="rId6" Type="http://schemas.openxmlformats.org/officeDocument/2006/relationships/hyperlink" Target="https://www.geeksforgeeks.org/reduce-the-array-to-a-single-element-with-the-given-operation/" TargetMode="External"/><Relationship Id="rId7" Type="http://schemas.openxmlformats.org/officeDocument/2006/relationships/hyperlink" Target="https://stackoverflow.com/questions/25188968/reverse-complement-of-dna-strand-using-pytho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LJWJIPK--zgpg6DJm23pRVFAKMA_kz01/view" TargetMode="External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F525WwvA3RM" TargetMode="External"/><Relationship Id="rId4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leetcode.com/problemset/all/" TargetMode="External"/><Relationship Id="rId4" Type="http://schemas.openxmlformats.org/officeDocument/2006/relationships/hyperlink" Target="https://practice.geeksforgeeks.org/" TargetMode="External"/><Relationship Id="rId5" Type="http://schemas.openxmlformats.org/officeDocument/2006/relationships/hyperlink" Target="https://docs.google.com/document/d/15sd76anr1w1JyuyrNE0Ry6XLgPphkfp60aZkj9abLOo/edit?usp=sharing" TargetMode="External"/><Relationship Id="rId6" Type="http://schemas.openxmlformats.org/officeDocument/2006/relationships/hyperlink" Target="https://drive.google.com/file/d/1HgCugnuCNI4EhAKZlprphD374kDJGa9j/view?usp=share_link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2019khushboo.bajaj@ves.ac.in" TargetMode="External"/><Relationship Id="rId4" Type="http://schemas.openxmlformats.org/officeDocument/2006/relationships/hyperlink" Target="mailto:2019gauri.mahajan@ves.ac.in" TargetMode="External"/><Relationship Id="rId5" Type="http://schemas.openxmlformats.org/officeDocument/2006/relationships/hyperlink" Target="mailto:-2019shubhangi.zope@ves.ac.in" TargetMode="External"/><Relationship Id="rId6" Type="http://schemas.openxmlformats.org/officeDocument/2006/relationships/hyperlink" Target="mailto:-2019gunjan.lalwani@ves.ac.in" TargetMode="External"/><Relationship Id="rId7" Type="http://schemas.openxmlformats.org/officeDocument/2006/relationships/hyperlink" Target="mailto:-2019minal.katware@ves.ac.in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"/>
          <p:cNvSpPr txBox="1"/>
          <p:nvPr/>
        </p:nvSpPr>
        <p:spPr>
          <a:xfrm>
            <a:off x="2459550" y="1502000"/>
            <a:ext cx="422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Sr. Jr. Interaction Session</a:t>
            </a:r>
            <a:endParaRPr b="1" i="0" sz="3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0" name="Google Shape;4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950" y="455300"/>
            <a:ext cx="10467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7"/>
          <p:cNvSpPr txBox="1"/>
          <p:nvPr/>
        </p:nvSpPr>
        <p:spPr>
          <a:xfrm>
            <a:off x="2029650" y="455300"/>
            <a:ext cx="508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VIVEKANAND EDUCATION SOCIETY INSTITUTE OF TECHNOLOGY (MUMBAI UNIVERSITY)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Department of Computer Engineering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2" name="Google Shape;4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4350" y="504475"/>
            <a:ext cx="587375" cy="9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7"/>
          <p:cNvSpPr txBox="1"/>
          <p:nvPr/>
        </p:nvSpPr>
        <p:spPr>
          <a:xfrm>
            <a:off x="5083300" y="3254375"/>
            <a:ext cx="373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Presenters:</a:t>
            </a:r>
            <a:endParaRPr b="1" sz="16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Shubhangi Zope D17B</a:t>
            </a:r>
            <a:endParaRPr sz="16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Gauri Mahajan     D17C</a:t>
            </a:r>
            <a:endParaRPr sz="16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Khushboo Bajaj   D17A</a:t>
            </a:r>
            <a:endParaRPr sz="16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Minal Katware      D17A</a:t>
            </a:r>
            <a:endParaRPr sz="16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Gunjan Lalwani    D17A</a:t>
            </a:r>
            <a:endParaRPr sz="16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54" name="Google Shape;454;p27"/>
          <p:cNvGrpSpPr/>
          <p:nvPr/>
        </p:nvGrpSpPr>
        <p:grpSpPr>
          <a:xfrm>
            <a:off x="604922" y="3561057"/>
            <a:ext cx="1321362" cy="1260806"/>
            <a:chOff x="5080188" y="927900"/>
            <a:chExt cx="961200" cy="961200"/>
          </a:xfrm>
        </p:grpSpPr>
        <p:sp>
          <p:nvSpPr>
            <p:cNvPr id="455" name="Google Shape;455;p27"/>
            <p:cNvSpPr/>
            <p:nvPr/>
          </p:nvSpPr>
          <p:spPr>
            <a:xfrm>
              <a:off x="5201900" y="1050116"/>
              <a:ext cx="716700" cy="716700"/>
            </a:xfrm>
            <a:prstGeom prst="donut">
              <a:avLst>
                <a:gd fmla="val 4716" name="adj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fmla="val 5814" name="adj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5339279" y="1187526"/>
              <a:ext cx="441900" cy="441600"/>
            </a:xfrm>
            <a:prstGeom prst="donut">
              <a:avLst>
                <a:gd fmla="val 7648" name="adj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fmla="val 10182" name="adj"/>
              </a:avLst>
            </a:prstGeom>
            <a:noFill/>
            <a:ln cap="flat" cmpd="sng" w="9525">
              <a:solidFill>
                <a:srgbClr val="667E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fmla="val 5266439" name="adj1"/>
                <a:gd fmla="val 19995741" name="adj2"/>
                <a:gd fmla="val 4692" name="adj3"/>
              </a:avLst>
            </a:pr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7"/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fmla="val 3085776" name="adj1"/>
                <a:gd fmla="val 20100839" name="adj2"/>
                <a:gd fmla="val 5564" name="adj3"/>
              </a:avLst>
            </a:pr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7"/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fmla="val 8884448" name="adj1"/>
                <a:gd fmla="val 20414899" name="adj2"/>
                <a:gd fmla="val 7688" name="adj3"/>
              </a:avLst>
            </a:pr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fmla="val 6490304" name="adj1"/>
                <a:gd fmla="val 20700625" name="adj2"/>
                <a:gd fmla="val 10156" name="adj3"/>
              </a:avLst>
            </a:pr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28"/>
          <p:cNvPicPr preferRelativeResize="0"/>
          <p:nvPr/>
        </p:nvPicPr>
        <p:blipFill rotWithShape="1">
          <a:blip r:embed="rId3">
            <a:alphaModFix/>
          </a:blip>
          <a:srcRect b="0" l="0" r="0" t="19015"/>
          <a:stretch/>
        </p:blipFill>
        <p:spPr>
          <a:xfrm>
            <a:off x="2412650" y="832125"/>
            <a:ext cx="4808600" cy="259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8"/>
          <p:cNvSpPr txBox="1"/>
          <p:nvPr/>
        </p:nvSpPr>
        <p:spPr>
          <a:xfrm>
            <a:off x="2342100" y="3781525"/>
            <a:ext cx="494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Naam toh suna hi hoga!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475" y="76200"/>
            <a:ext cx="7039049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About JPMC:</a:t>
            </a:r>
            <a:endParaRPr b="1"/>
          </a:p>
        </p:txBody>
      </p:sp>
      <p:sp>
        <p:nvSpPr>
          <p:cNvPr id="479" name="Google Shape;479;p30"/>
          <p:cNvSpPr txBox="1"/>
          <p:nvPr>
            <p:ph idx="1" type="body"/>
          </p:nvPr>
        </p:nvSpPr>
        <p:spPr>
          <a:xfrm>
            <a:off x="1194625" y="1028625"/>
            <a:ext cx="69483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JPMorgan Chase &amp; Co. is an American multinational financial services company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Largest bank in the United States and the world's largest bank by market capitalization (as of 2023)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Leader in investment banking, financial services for consumers and small business, commercial banking, financial transactions processing and asset management.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$3.774 trillion  worth of total assets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Fifth-largest banking institution in the world.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By revenue, it is the largest investment bank in the world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80" name="Google Shape;480;p30"/>
          <p:cNvGrpSpPr/>
          <p:nvPr/>
        </p:nvGrpSpPr>
        <p:grpSpPr>
          <a:xfrm>
            <a:off x="7830438" y="3609163"/>
            <a:ext cx="885509" cy="914087"/>
            <a:chOff x="4891198" y="2925108"/>
            <a:chExt cx="334634" cy="334634"/>
          </a:xfrm>
        </p:grpSpPr>
        <p:sp>
          <p:nvSpPr>
            <p:cNvPr id="481" name="Google Shape;481;p30"/>
            <p:cNvSpPr/>
            <p:nvPr/>
          </p:nvSpPr>
          <p:spPr>
            <a:xfrm>
              <a:off x="5001830" y="2925108"/>
              <a:ext cx="113338" cy="150831"/>
            </a:xfrm>
            <a:custGeom>
              <a:rect b="b" l="l" r="r" t="t"/>
              <a:pathLst>
                <a:path extrusionOk="0" h="4739" w="3561">
                  <a:moveTo>
                    <a:pt x="1822" y="333"/>
                  </a:moveTo>
                  <a:cubicBezTo>
                    <a:pt x="2251" y="333"/>
                    <a:pt x="2596" y="691"/>
                    <a:pt x="2596" y="1107"/>
                  </a:cubicBezTo>
                  <a:lnTo>
                    <a:pt x="2596" y="1214"/>
                  </a:lnTo>
                  <a:lnTo>
                    <a:pt x="2573" y="1214"/>
                  </a:lnTo>
                  <a:cubicBezTo>
                    <a:pt x="2358" y="1155"/>
                    <a:pt x="2275" y="857"/>
                    <a:pt x="2263" y="857"/>
                  </a:cubicBezTo>
                  <a:cubicBezTo>
                    <a:pt x="2251" y="798"/>
                    <a:pt x="2203" y="738"/>
                    <a:pt x="2132" y="738"/>
                  </a:cubicBezTo>
                  <a:cubicBezTo>
                    <a:pt x="2119" y="733"/>
                    <a:pt x="2105" y="731"/>
                    <a:pt x="2092" y="731"/>
                  </a:cubicBezTo>
                  <a:cubicBezTo>
                    <a:pt x="2043" y="731"/>
                    <a:pt x="1993" y="761"/>
                    <a:pt x="1965" y="798"/>
                  </a:cubicBezTo>
                  <a:cubicBezTo>
                    <a:pt x="1668" y="1214"/>
                    <a:pt x="1001" y="1214"/>
                    <a:pt x="1001" y="1214"/>
                  </a:cubicBezTo>
                  <a:lnTo>
                    <a:pt x="953" y="1214"/>
                  </a:lnTo>
                  <a:lnTo>
                    <a:pt x="965" y="1107"/>
                  </a:lnTo>
                  <a:cubicBezTo>
                    <a:pt x="965" y="679"/>
                    <a:pt x="1322" y="333"/>
                    <a:pt x="1739" y="333"/>
                  </a:cubicBezTo>
                  <a:close/>
                  <a:moveTo>
                    <a:pt x="2739" y="1655"/>
                  </a:moveTo>
                  <a:cubicBezTo>
                    <a:pt x="2775" y="1691"/>
                    <a:pt x="2775" y="1715"/>
                    <a:pt x="2775" y="1750"/>
                  </a:cubicBezTo>
                  <a:cubicBezTo>
                    <a:pt x="2775" y="1786"/>
                    <a:pt x="2751" y="1834"/>
                    <a:pt x="2703" y="1845"/>
                  </a:cubicBezTo>
                  <a:lnTo>
                    <a:pt x="2703" y="1655"/>
                  </a:lnTo>
                  <a:close/>
                  <a:moveTo>
                    <a:pt x="846" y="1667"/>
                  </a:moveTo>
                  <a:lnTo>
                    <a:pt x="846" y="1881"/>
                  </a:lnTo>
                  <a:cubicBezTo>
                    <a:pt x="822" y="1845"/>
                    <a:pt x="787" y="1822"/>
                    <a:pt x="787" y="1762"/>
                  </a:cubicBezTo>
                  <a:cubicBezTo>
                    <a:pt x="787" y="1715"/>
                    <a:pt x="810" y="1691"/>
                    <a:pt x="822" y="1667"/>
                  </a:cubicBezTo>
                  <a:close/>
                  <a:moveTo>
                    <a:pt x="2084" y="1179"/>
                  </a:moveTo>
                  <a:cubicBezTo>
                    <a:pt x="2144" y="1298"/>
                    <a:pt x="2251" y="1417"/>
                    <a:pt x="2394" y="1476"/>
                  </a:cubicBezTo>
                  <a:lnTo>
                    <a:pt x="2382" y="1953"/>
                  </a:lnTo>
                  <a:cubicBezTo>
                    <a:pt x="2382" y="2250"/>
                    <a:pt x="2144" y="2477"/>
                    <a:pt x="1858" y="2477"/>
                  </a:cubicBezTo>
                  <a:lnTo>
                    <a:pt x="1715" y="2477"/>
                  </a:lnTo>
                  <a:cubicBezTo>
                    <a:pt x="1418" y="2477"/>
                    <a:pt x="1191" y="2238"/>
                    <a:pt x="1191" y="1953"/>
                  </a:cubicBezTo>
                  <a:lnTo>
                    <a:pt x="1191" y="1524"/>
                  </a:lnTo>
                  <a:cubicBezTo>
                    <a:pt x="1406" y="1488"/>
                    <a:pt x="1787" y="1417"/>
                    <a:pt x="2084" y="1179"/>
                  </a:cubicBezTo>
                  <a:close/>
                  <a:moveTo>
                    <a:pt x="1965" y="2798"/>
                  </a:moveTo>
                  <a:lnTo>
                    <a:pt x="1965" y="2893"/>
                  </a:lnTo>
                  <a:lnTo>
                    <a:pt x="1787" y="3084"/>
                  </a:lnTo>
                  <a:lnTo>
                    <a:pt x="1608" y="2917"/>
                  </a:lnTo>
                  <a:lnTo>
                    <a:pt x="1608" y="2798"/>
                  </a:lnTo>
                  <a:close/>
                  <a:moveTo>
                    <a:pt x="1751" y="0"/>
                  </a:moveTo>
                  <a:cubicBezTo>
                    <a:pt x="1144" y="0"/>
                    <a:pt x="644" y="512"/>
                    <a:pt x="644" y="1119"/>
                  </a:cubicBezTo>
                  <a:lnTo>
                    <a:pt x="644" y="1417"/>
                  </a:lnTo>
                  <a:cubicBezTo>
                    <a:pt x="537" y="1512"/>
                    <a:pt x="465" y="1643"/>
                    <a:pt x="465" y="1774"/>
                  </a:cubicBezTo>
                  <a:cubicBezTo>
                    <a:pt x="465" y="2000"/>
                    <a:pt x="656" y="2203"/>
                    <a:pt x="894" y="2226"/>
                  </a:cubicBezTo>
                  <a:cubicBezTo>
                    <a:pt x="953" y="2429"/>
                    <a:pt x="1108" y="2596"/>
                    <a:pt x="1287" y="2703"/>
                  </a:cubicBezTo>
                  <a:lnTo>
                    <a:pt x="1287" y="2786"/>
                  </a:lnTo>
                  <a:lnTo>
                    <a:pt x="596" y="3060"/>
                  </a:lnTo>
                  <a:cubicBezTo>
                    <a:pt x="537" y="3084"/>
                    <a:pt x="1" y="3298"/>
                    <a:pt x="1" y="3965"/>
                  </a:cubicBezTo>
                  <a:lnTo>
                    <a:pt x="1" y="4560"/>
                  </a:lnTo>
                  <a:cubicBezTo>
                    <a:pt x="1" y="4643"/>
                    <a:pt x="72" y="4727"/>
                    <a:pt x="167" y="4727"/>
                  </a:cubicBezTo>
                  <a:lnTo>
                    <a:pt x="584" y="4727"/>
                  </a:lnTo>
                  <a:cubicBezTo>
                    <a:pt x="668" y="4727"/>
                    <a:pt x="739" y="4643"/>
                    <a:pt x="739" y="4560"/>
                  </a:cubicBezTo>
                  <a:cubicBezTo>
                    <a:pt x="739" y="4465"/>
                    <a:pt x="668" y="4393"/>
                    <a:pt x="584" y="4393"/>
                  </a:cubicBezTo>
                  <a:lnTo>
                    <a:pt x="322" y="4393"/>
                  </a:lnTo>
                  <a:lnTo>
                    <a:pt x="322" y="3965"/>
                  </a:lnTo>
                  <a:cubicBezTo>
                    <a:pt x="322" y="3500"/>
                    <a:pt x="691" y="3369"/>
                    <a:pt x="703" y="3369"/>
                  </a:cubicBezTo>
                  <a:lnTo>
                    <a:pt x="715" y="3369"/>
                  </a:lnTo>
                  <a:lnTo>
                    <a:pt x="1334" y="3131"/>
                  </a:lnTo>
                  <a:lnTo>
                    <a:pt x="1668" y="3453"/>
                  </a:lnTo>
                  <a:cubicBezTo>
                    <a:pt x="1703" y="3489"/>
                    <a:pt x="1739" y="3500"/>
                    <a:pt x="1787" y="3500"/>
                  </a:cubicBezTo>
                  <a:cubicBezTo>
                    <a:pt x="1834" y="3500"/>
                    <a:pt x="1870" y="3489"/>
                    <a:pt x="1906" y="3453"/>
                  </a:cubicBezTo>
                  <a:lnTo>
                    <a:pt x="2215" y="3131"/>
                  </a:lnTo>
                  <a:lnTo>
                    <a:pt x="2846" y="3381"/>
                  </a:lnTo>
                  <a:lnTo>
                    <a:pt x="2858" y="3381"/>
                  </a:lnTo>
                  <a:cubicBezTo>
                    <a:pt x="2858" y="3381"/>
                    <a:pt x="3227" y="3512"/>
                    <a:pt x="3227" y="3977"/>
                  </a:cubicBezTo>
                  <a:lnTo>
                    <a:pt x="3227" y="4405"/>
                  </a:lnTo>
                  <a:lnTo>
                    <a:pt x="1120" y="4405"/>
                  </a:lnTo>
                  <a:cubicBezTo>
                    <a:pt x="1025" y="4405"/>
                    <a:pt x="953" y="4489"/>
                    <a:pt x="953" y="4572"/>
                  </a:cubicBezTo>
                  <a:cubicBezTo>
                    <a:pt x="953" y="4667"/>
                    <a:pt x="1025" y="4739"/>
                    <a:pt x="1120" y="4739"/>
                  </a:cubicBezTo>
                  <a:lnTo>
                    <a:pt x="3394" y="4739"/>
                  </a:lnTo>
                  <a:cubicBezTo>
                    <a:pt x="3477" y="4739"/>
                    <a:pt x="3561" y="4667"/>
                    <a:pt x="3561" y="4572"/>
                  </a:cubicBezTo>
                  <a:lnTo>
                    <a:pt x="3561" y="3977"/>
                  </a:lnTo>
                  <a:cubicBezTo>
                    <a:pt x="3561" y="3310"/>
                    <a:pt x="3037" y="3084"/>
                    <a:pt x="2965" y="3072"/>
                  </a:cubicBezTo>
                  <a:lnTo>
                    <a:pt x="2311" y="2798"/>
                  </a:lnTo>
                  <a:lnTo>
                    <a:pt x="2311" y="2715"/>
                  </a:lnTo>
                  <a:cubicBezTo>
                    <a:pt x="2489" y="2607"/>
                    <a:pt x="2620" y="2441"/>
                    <a:pt x="2692" y="2238"/>
                  </a:cubicBezTo>
                  <a:cubicBezTo>
                    <a:pt x="2930" y="2226"/>
                    <a:pt x="3120" y="2012"/>
                    <a:pt x="3120" y="1774"/>
                  </a:cubicBezTo>
                  <a:cubicBezTo>
                    <a:pt x="3120" y="1631"/>
                    <a:pt x="3049" y="1488"/>
                    <a:pt x="2942" y="1417"/>
                  </a:cubicBezTo>
                  <a:lnTo>
                    <a:pt x="2942" y="1119"/>
                  </a:lnTo>
                  <a:cubicBezTo>
                    <a:pt x="2942" y="512"/>
                    <a:pt x="2442" y="0"/>
                    <a:pt x="18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5102628" y="2933033"/>
              <a:ext cx="98188" cy="76991"/>
            </a:xfrm>
            <a:custGeom>
              <a:rect b="b" l="l" r="r" t="t"/>
              <a:pathLst>
                <a:path extrusionOk="0" h="2419" w="3085">
                  <a:moveTo>
                    <a:pt x="181" y="1"/>
                  </a:moveTo>
                  <a:cubicBezTo>
                    <a:pt x="116" y="1"/>
                    <a:pt x="55" y="44"/>
                    <a:pt x="37" y="108"/>
                  </a:cubicBezTo>
                  <a:cubicBezTo>
                    <a:pt x="1" y="192"/>
                    <a:pt x="48" y="287"/>
                    <a:pt x="132" y="323"/>
                  </a:cubicBezTo>
                  <a:cubicBezTo>
                    <a:pt x="1215" y="680"/>
                    <a:pt x="2132" y="1394"/>
                    <a:pt x="2751" y="2347"/>
                  </a:cubicBezTo>
                  <a:cubicBezTo>
                    <a:pt x="2787" y="2394"/>
                    <a:pt x="2846" y="2418"/>
                    <a:pt x="2894" y="2418"/>
                  </a:cubicBezTo>
                  <a:cubicBezTo>
                    <a:pt x="2918" y="2418"/>
                    <a:pt x="2954" y="2406"/>
                    <a:pt x="2977" y="2394"/>
                  </a:cubicBezTo>
                  <a:cubicBezTo>
                    <a:pt x="3049" y="2347"/>
                    <a:pt x="3085" y="2239"/>
                    <a:pt x="3025" y="2168"/>
                  </a:cubicBezTo>
                  <a:cubicBezTo>
                    <a:pt x="2370" y="1156"/>
                    <a:pt x="1382" y="382"/>
                    <a:pt x="239" y="13"/>
                  </a:cubicBezTo>
                  <a:cubicBezTo>
                    <a:pt x="220" y="5"/>
                    <a:pt x="200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>
              <a:off x="4915832" y="2932492"/>
              <a:ext cx="98920" cy="77532"/>
            </a:xfrm>
            <a:custGeom>
              <a:rect b="b" l="l" r="r" t="t"/>
              <a:pathLst>
                <a:path extrusionOk="0" h="2436" w="3108">
                  <a:moveTo>
                    <a:pt x="2914" y="0"/>
                  </a:moveTo>
                  <a:cubicBezTo>
                    <a:pt x="2899" y="0"/>
                    <a:pt x="2884" y="2"/>
                    <a:pt x="2869" y="6"/>
                  </a:cubicBezTo>
                  <a:cubicBezTo>
                    <a:pt x="1703" y="375"/>
                    <a:pt x="714" y="1161"/>
                    <a:pt x="36" y="2185"/>
                  </a:cubicBezTo>
                  <a:cubicBezTo>
                    <a:pt x="0" y="2256"/>
                    <a:pt x="24" y="2364"/>
                    <a:pt x="95" y="2411"/>
                  </a:cubicBezTo>
                  <a:cubicBezTo>
                    <a:pt x="131" y="2423"/>
                    <a:pt x="155" y="2435"/>
                    <a:pt x="191" y="2435"/>
                  </a:cubicBezTo>
                  <a:cubicBezTo>
                    <a:pt x="250" y="2435"/>
                    <a:pt x="298" y="2411"/>
                    <a:pt x="322" y="2364"/>
                  </a:cubicBezTo>
                  <a:cubicBezTo>
                    <a:pt x="953" y="1399"/>
                    <a:pt x="1881" y="685"/>
                    <a:pt x="2977" y="328"/>
                  </a:cubicBezTo>
                  <a:cubicBezTo>
                    <a:pt x="3060" y="292"/>
                    <a:pt x="3108" y="209"/>
                    <a:pt x="3072" y="113"/>
                  </a:cubicBezTo>
                  <a:cubicBezTo>
                    <a:pt x="3052" y="44"/>
                    <a:pt x="2984" y="0"/>
                    <a:pt x="29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>
              <a:off x="4915832" y="3174254"/>
              <a:ext cx="80746" cy="70689"/>
            </a:xfrm>
            <a:custGeom>
              <a:rect b="b" l="l" r="r" t="t"/>
              <a:pathLst>
                <a:path extrusionOk="0" h="2221" w="2537">
                  <a:moveTo>
                    <a:pt x="185" y="0"/>
                  </a:moveTo>
                  <a:cubicBezTo>
                    <a:pt x="155" y="0"/>
                    <a:pt x="125" y="9"/>
                    <a:pt x="95" y="30"/>
                  </a:cubicBezTo>
                  <a:cubicBezTo>
                    <a:pt x="24" y="78"/>
                    <a:pt x="0" y="185"/>
                    <a:pt x="60" y="256"/>
                  </a:cubicBezTo>
                  <a:cubicBezTo>
                    <a:pt x="607" y="1102"/>
                    <a:pt x="1381" y="1780"/>
                    <a:pt x="2286" y="2209"/>
                  </a:cubicBezTo>
                  <a:cubicBezTo>
                    <a:pt x="2322" y="2221"/>
                    <a:pt x="2334" y="2221"/>
                    <a:pt x="2357" y="2221"/>
                  </a:cubicBezTo>
                  <a:cubicBezTo>
                    <a:pt x="2417" y="2221"/>
                    <a:pt x="2477" y="2197"/>
                    <a:pt x="2512" y="2138"/>
                  </a:cubicBezTo>
                  <a:cubicBezTo>
                    <a:pt x="2536" y="2030"/>
                    <a:pt x="2512" y="1923"/>
                    <a:pt x="2417" y="1899"/>
                  </a:cubicBezTo>
                  <a:cubicBezTo>
                    <a:pt x="1560" y="1495"/>
                    <a:pt x="845" y="864"/>
                    <a:pt x="322" y="78"/>
                  </a:cubicBezTo>
                  <a:cubicBezTo>
                    <a:pt x="291" y="31"/>
                    <a:pt x="240" y="0"/>
                    <a:pt x="1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5121215" y="3173936"/>
              <a:ext cx="79601" cy="69511"/>
            </a:xfrm>
            <a:custGeom>
              <a:rect b="b" l="l" r="r" t="t"/>
              <a:pathLst>
                <a:path extrusionOk="0" h="2184" w="2501">
                  <a:moveTo>
                    <a:pt x="2301" y="0"/>
                  </a:moveTo>
                  <a:cubicBezTo>
                    <a:pt x="2250" y="0"/>
                    <a:pt x="2201" y="25"/>
                    <a:pt x="2179" y="76"/>
                  </a:cubicBezTo>
                  <a:cubicBezTo>
                    <a:pt x="1667" y="862"/>
                    <a:pt x="953" y="1481"/>
                    <a:pt x="119" y="1874"/>
                  </a:cubicBezTo>
                  <a:cubicBezTo>
                    <a:pt x="36" y="1921"/>
                    <a:pt x="0" y="2005"/>
                    <a:pt x="48" y="2100"/>
                  </a:cubicBezTo>
                  <a:cubicBezTo>
                    <a:pt x="72" y="2159"/>
                    <a:pt x="131" y="2183"/>
                    <a:pt x="191" y="2183"/>
                  </a:cubicBezTo>
                  <a:cubicBezTo>
                    <a:pt x="226" y="2183"/>
                    <a:pt x="238" y="2183"/>
                    <a:pt x="274" y="2171"/>
                  </a:cubicBezTo>
                  <a:cubicBezTo>
                    <a:pt x="1167" y="1755"/>
                    <a:pt x="1941" y="1088"/>
                    <a:pt x="2477" y="231"/>
                  </a:cubicBezTo>
                  <a:cubicBezTo>
                    <a:pt x="2501" y="183"/>
                    <a:pt x="2489" y="76"/>
                    <a:pt x="2393" y="28"/>
                  </a:cubicBezTo>
                  <a:cubicBezTo>
                    <a:pt x="2366" y="10"/>
                    <a:pt x="2333" y="0"/>
                    <a:pt x="230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4891198" y="3016803"/>
              <a:ext cx="112956" cy="150831"/>
            </a:xfrm>
            <a:custGeom>
              <a:rect b="b" l="l" r="r" t="t"/>
              <a:pathLst>
                <a:path extrusionOk="0" h="4739" w="3549">
                  <a:moveTo>
                    <a:pt x="1822" y="322"/>
                  </a:moveTo>
                  <a:cubicBezTo>
                    <a:pt x="2262" y="322"/>
                    <a:pt x="2596" y="679"/>
                    <a:pt x="2596" y="1096"/>
                  </a:cubicBezTo>
                  <a:lnTo>
                    <a:pt x="2596" y="1203"/>
                  </a:lnTo>
                  <a:lnTo>
                    <a:pt x="2584" y="1203"/>
                  </a:lnTo>
                  <a:cubicBezTo>
                    <a:pt x="2358" y="1143"/>
                    <a:pt x="2286" y="846"/>
                    <a:pt x="2274" y="846"/>
                  </a:cubicBezTo>
                  <a:cubicBezTo>
                    <a:pt x="2262" y="786"/>
                    <a:pt x="2215" y="727"/>
                    <a:pt x="2143" y="727"/>
                  </a:cubicBezTo>
                  <a:cubicBezTo>
                    <a:pt x="2133" y="725"/>
                    <a:pt x="2122" y="724"/>
                    <a:pt x="2111" y="724"/>
                  </a:cubicBezTo>
                  <a:cubicBezTo>
                    <a:pt x="2057" y="724"/>
                    <a:pt x="1996" y="747"/>
                    <a:pt x="1977" y="786"/>
                  </a:cubicBezTo>
                  <a:cubicBezTo>
                    <a:pt x="1691" y="1203"/>
                    <a:pt x="1024" y="1203"/>
                    <a:pt x="1024" y="1203"/>
                  </a:cubicBezTo>
                  <a:lnTo>
                    <a:pt x="976" y="1203"/>
                  </a:lnTo>
                  <a:lnTo>
                    <a:pt x="976" y="1096"/>
                  </a:lnTo>
                  <a:cubicBezTo>
                    <a:pt x="976" y="667"/>
                    <a:pt x="1334" y="322"/>
                    <a:pt x="1750" y="322"/>
                  </a:cubicBezTo>
                  <a:close/>
                  <a:moveTo>
                    <a:pt x="2727" y="1667"/>
                  </a:moveTo>
                  <a:cubicBezTo>
                    <a:pt x="2762" y="1691"/>
                    <a:pt x="2762" y="1727"/>
                    <a:pt x="2762" y="1751"/>
                  </a:cubicBezTo>
                  <a:cubicBezTo>
                    <a:pt x="2762" y="1798"/>
                    <a:pt x="2750" y="1846"/>
                    <a:pt x="2703" y="1858"/>
                  </a:cubicBezTo>
                  <a:lnTo>
                    <a:pt x="2703" y="1667"/>
                  </a:lnTo>
                  <a:close/>
                  <a:moveTo>
                    <a:pt x="845" y="1667"/>
                  </a:moveTo>
                  <a:lnTo>
                    <a:pt x="845" y="1870"/>
                  </a:lnTo>
                  <a:cubicBezTo>
                    <a:pt x="810" y="1846"/>
                    <a:pt x="786" y="1810"/>
                    <a:pt x="786" y="1751"/>
                  </a:cubicBezTo>
                  <a:cubicBezTo>
                    <a:pt x="786" y="1727"/>
                    <a:pt x="798" y="1691"/>
                    <a:pt x="810" y="1667"/>
                  </a:cubicBezTo>
                  <a:close/>
                  <a:moveTo>
                    <a:pt x="2084" y="1203"/>
                  </a:moveTo>
                  <a:cubicBezTo>
                    <a:pt x="2143" y="1322"/>
                    <a:pt x="2239" y="1441"/>
                    <a:pt x="2393" y="1501"/>
                  </a:cubicBezTo>
                  <a:lnTo>
                    <a:pt x="2393" y="1977"/>
                  </a:lnTo>
                  <a:cubicBezTo>
                    <a:pt x="2393" y="2263"/>
                    <a:pt x="2155" y="2489"/>
                    <a:pt x="1858" y="2489"/>
                  </a:cubicBezTo>
                  <a:lnTo>
                    <a:pt x="1703" y="2489"/>
                  </a:lnTo>
                  <a:cubicBezTo>
                    <a:pt x="1405" y="2489"/>
                    <a:pt x="1191" y="2251"/>
                    <a:pt x="1191" y="1977"/>
                  </a:cubicBezTo>
                  <a:lnTo>
                    <a:pt x="1191" y="1548"/>
                  </a:lnTo>
                  <a:cubicBezTo>
                    <a:pt x="1393" y="1512"/>
                    <a:pt x="1786" y="1441"/>
                    <a:pt x="2084" y="1203"/>
                  </a:cubicBezTo>
                  <a:close/>
                  <a:moveTo>
                    <a:pt x="1965" y="2822"/>
                  </a:moveTo>
                  <a:lnTo>
                    <a:pt x="1965" y="2917"/>
                  </a:lnTo>
                  <a:lnTo>
                    <a:pt x="1786" y="3108"/>
                  </a:lnTo>
                  <a:lnTo>
                    <a:pt x="1607" y="2941"/>
                  </a:lnTo>
                  <a:lnTo>
                    <a:pt x="1607" y="2822"/>
                  </a:lnTo>
                  <a:close/>
                  <a:moveTo>
                    <a:pt x="1750" y="0"/>
                  </a:moveTo>
                  <a:cubicBezTo>
                    <a:pt x="1143" y="0"/>
                    <a:pt x="631" y="500"/>
                    <a:pt x="631" y="1108"/>
                  </a:cubicBezTo>
                  <a:lnTo>
                    <a:pt x="631" y="1405"/>
                  </a:lnTo>
                  <a:cubicBezTo>
                    <a:pt x="524" y="1501"/>
                    <a:pt x="453" y="1631"/>
                    <a:pt x="453" y="1762"/>
                  </a:cubicBezTo>
                  <a:cubicBezTo>
                    <a:pt x="453" y="2024"/>
                    <a:pt x="643" y="2215"/>
                    <a:pt x="893" y="2227"/>
                  </a:cubicBezTo>
                  <a:cubicBezTo>
                    <a:pt x="953" y="2441"/>
                    <a:pt x="1096" y="2596"/>
                    <a:pt x="1274" y="2703"/>
                  </a:cubicBezTo>
                  <a:lnTo>
                    <a:pt x="1274" y="2798"/>
                  </a:lnTo>
                  <a:lnTo>
                    <a:pt x="595" y="3060"/>
                  </a:lnTo>
                  <a:cubicBezTo>
                    <a:pt x="524" y="3096"/>
                    <a:pt x="0" y="3298"/>
                    <a:pt x="0" y="3965"/>
                  </a:cubicBezTo>
                  <a:lnTo>
                    <a:pt x="0" y="4560"/>
                  </a:lnTo>
                  <a:cubicBezTo>
                    <a:pt x="0" y="4656"/>
                    <a:pt x="72" y="4727"/>
                    <a:pt x="155" y="4727"/>
                  </a:cubicBezTo>
                  <a:lnTo>
                    <a:pt x="572" y="4727"/>
                  </a:lnTo>
                  <a:cubicBezTo>
                    <a:pt x="667" y="4727"/>
                    <a:pt x="738" y="4656"/>
                    <a:pt x="738" y="4560"/>
                  </a:cubicBezTo>
                  <a:cubicBezTo>
                    <a:pt x="738" y="4477"/>
                    <a:pt x="667" y="4406"/>
                    <a:pt x="572" y="4406"/>
                  </a:cubicBezTo>
                  <a:lnTo>
                    <a:pt x="322" y="4406"/>
                  </a:lnTo>
                  <a:lnTo>
                    <a:pt x="322" y="3965"/>
                  </a:lnTo>
                  <a:cubicBezTo>
                    <a:pt x="322" y="3513"/>
                    <a:pt x="679" y="3370"/>
                    <a:pt x="691" y="3370"/>
                  </a:cubicBezTo>
                  <a:lnTo>
                    <a:pt x="703" y="3370"/>
                  </a:lnTo>
                  <a:lnTo>
                    <a:pt x="1334" y="3132"/>
                  </a:lnTo>
                  <a:lnTo>
                    <a:pt x="1655" y="3465"/>
                  </a:lnTo>
                  <a:cubicBezTo>
                    <a:pt x="1691" y="3489"/>
                    <a:pt x="1738" y="3513"/>
                    <a:pt x="1774" y="3513"/>
                  </a:cubicBezTo>
                  <a:cubicBezTo>
                    <a:pt x="1822" y="3513"/>
                    <a:pt x="1869" y="3489"/>
                    <a:pt x="1893" y="3465"/>
                  </a:cubicBezTo>
                  <a:lnTo>
                    <a:pt x="2215" y="3132"/>
                  </a:lnTo>
                  <a:lnTo>
                    <a:pt x="2834" y="3394"/>
                  </a:lnTo>
                  <a:lnTo>
                    <a:pt x="2846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7" y="4418"/>
                  </a:lnTo>
                  <a:cubicBezTo>
                    <a:pt x="1024" y="4418"/>
                    <a:pt x="941" y="4489"/>
                    <a:pt x="941" y="4584"/>
                  </a:cubicBezTo>
                  <a:cubicBezTo>
                    <a:pt x="941" y="4668"/>
                    <a:pt x="1024" y="4739"/>
                    <a:pt x="1107" y="4739"/>
                  </a:cubicBezTo>
                  <a:lnTo>
                    <a:pt x="3382" y="4739"/>
                  </a:lnTo>
                  <a:cubicBezTo>
                    <a:pt x="3477" y="4727"/>
                    <a:pt x="3548" y="4656"/>
                    <a:pt x="3548" y="4560"/>
                  </a:cubicBezTo>
                  <a:lnTo>
                    <a:pt x="3548" y="3965"/>
                  </a:lnTo>
                  <a:cubicBezTo>
                    <a:pt x="3548" y="3298"/>
                    <a:pt x="3036" y="3072"/>
                    <a:pt x="2953" y="3060"/>
                  </a:cubicBezTo>
                  <a:lnTo>
                    <a:pt x="2298" y="2798"/>
                  </a:lnTo>
                  <a:lnTo>
                    <a:pt x="2298" y="2703"/>
                  </a:lnTo>
                  <a:cubicBezTo>
                    <a:pt x="2477" y="2596"/>
                    <a:pt x="2608" y="2441"/>
                    <a:pt x="2691" y="2227"/>
                  </a:cubicBezTo>
                  <a:cubicBezTo>
                    <a:pt x="2929" y="2215"/>
                    <a:pt x="3120" y="2001"/>
                    <a:pt x="3120" y="1762"/>
                  </a:cubicBezTo>
                  <a:cubicBezTo>
                    <a:pt x="3120" y="1620"/>
                    <a:pt x="3048" y="1489"/>
                    <a:pt x="2941" y="1405"/>
                  </a:cubicBezTo>
                  <a:lnTo>
                    <a:pt x="2941" y="1108"/>
                  </a:lnTo>
                  <a:cubicBezTo>
                    <a:pt x="2941" y="500"/>
                    <a:pt x="2429" y="0"/>
                    <a:pt x="1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5112876" y="3016803"/>
              <a:ext cx="112956" cy="150831"/>
            </a:xfrm>
            <a:custGeom>
              <a:rect b="b" l="l" r="r" t="t"/>
              <a:pathLst>
                <a:path extrusionOk="0" h="4739" w="3549">
                  <a:moveTo>
                    <a:pt x="1822" y="322"/>
                  </a:moveTo>
                  <a:cubicBezTo>
                    <a:pt x="2262" y="322"/>
                    <a:pt x="2596" y="679"/>
                    <a:pt x="2596" y="1096"/>
                  </a:cubicBezTo>
                  <a:lnTo>
                    <a:pt x="2596" y="1203"/>
                  </a:lnTo>
                  <a:lnTo>
                    <a:pt x="2584" y="1203"/>
                  </a:lnTo>
                  <a:cubicBezTo>
                    <a:pt x="2358" y="1143"/>
                    <a:pt x="2286" y="846"/>
                    <a:pt x="2274" y="846"/>
                  </a:cubicBezTo>
                  <a:cubicBezTo>
                    <a:pt x="2262" y="786"/>
                    <a:pt x="2215" y="727"/>
                    <a:pt x="2143" y="727"/>
                  </a:cubicBezTo>
                  <a:cubicBezTo>
                    <a:pt x="2133" y="725"/>
                    <a:pt x="2122" y="724"/>
                    <a:pt x="2111" y="724"/>
                  </a:cubicBezTo>
                  <a:cubicBezTo>
                    <a:pt x="2057" y="724"/>
                    <a:pt x="1996" y="747"/>
                    <a:pt x="1977" y="786"/>
                  </a:cubicBezTo>
                  <a:cubicBezTo>
                    <a:pt x="1691" y="1203"/>
                    <a:pt x="1024" y="1203"/>
                    <a:pt x="1024" y="1203"/>
                  </a:cubicBezTo>
                  <a:lnTo>
                    <a:pt x="977" y="1203"/>
                  </a:lnTo>
                  <a:lnTo>
                    <a:pt x="977" y="1096"/>
                  </a:lnTo>
                  <a:cubicBezTo>
                    <a:pt x="977" y="667"/>
                    <a:pt x="1334" y="322"/>
                    <a:pt x="1751" y="322"/>
                  </a:cubicBezTo>
                  <a:close/>
                  <a:moveTo>
                    <a:pt x="2727" y="1667"/>
                  </a:moveTo>
                  <a:cubicBezTo>
                    <a:pt x="2763" y="1691"/>
                    <a:pt x="2763" y="1727"/>
                    <a:pt x="2763" y="1751"/>
                  </a:cubicBezTo>
                  <a:cubicBezTo>
                    <a:pt x="2763" y="1798"/>
                    <a:pt x="2751" y="1846"/>
                    <a:pt x="2703" y="1858"/>
                  </a:cubicBezTo>
                  <a:lnTo>
                    <a:pt x="2703" y="1667"/>
                  </a:lnTo>
                  <a:close/>
                  <a:moveTo>
                    <a:pt x="858" y="1667"/>
                  </a:moveTo>
                  <a:lnTo>
                    <a:pt x="858" y="1870"/>
                  </a:lnTo>
                  <a:cubicBezTo>
                    <a:pt x="822" y="1846"/>
                    <a:pt x="798" y="1810"/>
                    <a:pt x="798" y="1751"/>
                  </a:cubicBezTo>
                  <a:cubicBezTo>
                    <a:pt x="798" y="1727"/>
                    <a:pt x="810" y="1691"/>
                    <a:pt x="822" y="1667"/>
                  </a:cubicBezTo>
                  <a:close/>
                  <a:moveTo>
                    <a:pt x="2084" y="1203"/>
                  </a:moveTo>
                  <a:cubicBezTo>
                    <a:pt x="2143" y="1322"/>
                    <a:pt x="2239" y="1441"/>
                    <a:pt x="2393" y="1501"/>
                  </a:cubicBezTo>
                  <a:lnTo>
                    <a:pt x="2393" y="1977"/>
                  </a:lnTo>
                  <a:cubicBezTo>
                    <a:pt x="2393" y="2263"/>
                    <a:pt x="2155" y="2489"/>
                    <a:pt x="1858" y="2489"/>
                  </a:cubicBezTo>
                  <a:lnTo>
                    <a:pt x="1703" y="2489"/>
                  </a:lnTo>
                  <a:cubicBezTo>
                    <a:pt x="1405" y="2489"/>
                    <a:pt x="1191" y="2251"/>
                    <a:pt x="1191" y="1977"/>
                  </a:cubicBezTo>
                  <a:lnTo>
                    <a:pt x="1191" y="1548"/>
                  </a:lnTo>
                  <a:cubicBezTo>
                    <a:pt x="1393" y="1512"/>
                    <a:pt x="1786" y="1441"/>
                    <a:pt x="2084" y="1203"/>
                  </a:cubicBezTo>
                  <a:close/>
                  <a:moveTo>
                    <a:pt x="1965" y="2822"/>
                  </a:moveTo>
                  <a:lnTo>
                    <a:pt x="1965" y="2917"/>
                  </a:lnTo>
                  <a:lnTo>
                    <a:pt x="1786" y="3108"/>
                  </a:lnTo>
                  <a:lnTo>
                    <a:pt x="1596" y="2941"/>
                  </a:lnTo>
                  <a:lnTo>
                    <a:pt x="1596" y="2822"/>
                  </a:lnTo>
                  <a:close/>
                  <a:moveTo>
                    <a:pt x="1751" y="0"/>
                  </a:moveTo>
                  <a:cubicBezTo>
                    <a:pt x="1143" y="0"/>
                    <a:pt x="631" y="500"/>
                    <a:pt x="631" y="1108"/>
                  </a:cubicBezTo>
                  <a:lnTo>
                    <a:pt x="631" y="1405"/>
                  </a:lnTo>
                  <a:cubicBezTo>
                    <a:pt x="524" y="1501"/>
                    <a:pt x="453" y="1631"/>
                    <a:pt x="453" y="1762"/>
                  </a:cubicBezTo>
                  <a:cubicBezTo>
                    <a:pt x="453" y="2024"/>
                    <a:pt x="643" y="2215"/>
                    <a:pt x="893" y="2227"/>
                  </a:cubicBezTo>
                  <a:cubicBezTo>
                    <a:pt x="953" y="2441"/>
                    <a:pt x="1096" y="2596"/>
                    <a:pt x="1274" y="2703"/>
                  </a:cubicBezTo>
                  <a:lnTo>
                    <a:pt x="1274" y="2798"/>
                  </a:lnTo>
                  <a:lnTo>
                    <a:pt x="596" y="3060"/>
                  </a:lnTo>
                  <a:cubicBezTo>
                    <a:pt x="524" y="3096"/>
                    <a:pt x="0" y="3298"/>
                    <a:pt x="0" y="3965"/>
                  </a:cubicBezTo>
                  <a:lnTo>
                    <a:pt x="0" y="4560"/>
                  </a:lnTo>
                  <a:cubicBezTo>
                    <a:pt x="0" y="4656"/>
                    <a:pt x="72" y="4727"/>
                    <a:pt x="155" y="4727"/>
                  </a:cubicBezTo>
                  <a:lnTo>
                    <a:pt x="572" y="4727"/>
                  </a:lnTo>
                  <a:cubicBezTo>
                    <a:pt x="667" y="4727"/>
                    <a:pt x="738" y="4656"/>
                    <a:pt x="738" y="4560"/>
                  </a:cubicBezTo>
                  <a:cubicBezTo>
                    <a:pt x="738" y="4477"/>
                    <a:pt x="667" y="4406"/>
                    <a:pt x="572" y="4406"/>
                  </a:cubicBezTo>
                  <a:lnTo>
                    <a:pt x="322" y="4406"/>
                  </a:lnTo>
                  <a:lnTo>
                    <a:pt x="322" y="3965"/>
                  </a:lnTo>
                  <a:cubicBezTo>
                    <a:pt x="322" y="3513"/>
                    <a:pt x="679" y="3370"/>
                    <a:pt x="691" y="3370"/>
                  </a:cubicBezTo>
                  <a:lnTo>
                    <a:pt x="703" y="3370"/>
                  </a:lnTo>
                  <a:lnTo>
                    <a:pt x="1334" y="3132"/>
                  </a:lnTo>
                  <a:lnTo>
                    <a:pt x="1655" y="3465"/>
                  </a:lnTo>
                  <a:cubicBezTo>
                    <a:pt x="1691" y="3489"/>
                    <a:pt x="1739" y="3513"/>
                    <a:pt x="1774" y="3513"/>
                  </a:cubicBezTo>
                  <a:cubicBezTo>
                    <a:pt x="1822" y="3513"/>
                    <a:pt x="1870" y="3489"/>
                    <a:pt x="1893" y="3465"/>
                  </a:cubicBezTo>
                  <a:lnTo>
                    <a:pt x="2215" y="3132"/>
                  </a:lnTo>
                  <a:lnTo>
                    <a:pt x="2834" y="3394"/>
                  </a:lnTo>
                  <a:lnTo>
                    <a:pt x="2846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8" y="4418"/>
                  </a:lnTo>
                  <a:cubicBezTo>
                    <a:pt x="1024" y="4418"/>
                    <a:pt x="941" y="4489"/>
                    <a:pt x="941" y="4584"/>
                  </a:cubicBezTo>
                  <a:cubicBezTo>
                    <a:pt x="941" y="4668"/>
                    <a:pt x="1024" y="4739"/>
                    <a:pt x="1108" y="4739"/>
                  </a:cubicBezTo>
                  <a:lnTo>
                    <a:pt x="3382" y="4739"/>
                  </a:lnTo>
                  <a:cubicBezTo>
                    <a:pt x="3477" y="4739"/>
                    <a:pt x="3548" y="4668"/>
                    <a:pt x="3548" y="4584"/>
                  </a:cubicBezTo>
                  <a:lnTo>
                    <a:pt x="3548" y="3989"/>
                  </a:lnTo>
                  <a:cubicBezTo>
                    <a:pt x="3548" y="3298"/>
                    <a:pt x="3013" y="3084"/>
                    <a:pt x="2953" y="3060"/>
                  </a:cubicBezTo>
                  <a:lnTo>
                    <a:pt x="2298" y="2798"/>
                  </a:lnTo>
                  <a:lnTo>
                    <a:pt x="2298" y="2703"/>
                  </a:lnTo>
                  <a:cubicBezTo>
                    <a:pt x="2477" y="2596"/>
                    <a:pt x="2608" y="2441"/>
                    <a:pt x="2691" y="2227"/>
                  </a:cubicBezTo>
                  <a:cubicBezTo>
                    <a:pt x="2929" y="2215"/>
                    <a:pt x="3120" y="2001"/>
                    <a:pt x="3120" y="1762"/>
                  </a:cubicBezTo>
                  <a:cubicBezTo>
                    <a:pt x="3120" y="1620"/>
                    <a:pt x="3048" y="1489"/>
                    <a:pt x="2941" y="1405"/>
                  </a:cubicBezTo>
                  <a:lnTo>
                    <a:pt x="2941" y="1108"/>
                  </a:lnTo>
                  <a:cubicBezTo>
                    <a:pt x="2941" y="500"/>
                    <a:pt x="2429" y="0"/>
                    <a:pt x="1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5001448" y="3108498"/>
              <a:ext cx="113338" cy="151244"/>
            </a:xfrm>
            <a:custGeom>
              <a:rect b="b" l="l" r="r" t="t"/>
              <a:pathLst>
                <a:path extrusionOk="0" h="4752" w="3561">
                  <a:moveTo>
                    <a:pt x="1811" y="322"/>
                  </a:moveTo>
                  <a:cubicBezTo>
                    <a:pt x="2251" y="322"/>
                    <a:pt x="2585" y="679"/>
                    <a:pt x="2585" y="1096"/>
                  </a:cubicBezTo>
                  <a:lnTo>
                    <a:pt x="2585" y="1203"/>
                  </a:lnTo>
                  <a:lnTo>
                    <a:pt x="2573" y="1203"/>
                  </a:lnTo>
                  <a:cubicBezTo>
                    <a:pt x="2346" y="1144"/>
                    <a:pt x="2275" y="846"/>
                    <a:pt x="2263" y="846"/>
                  </a:cubicBezTo>
                  <a:cubicBezTo>
                    <a:pt x="2251" y="786"/>
                    <a:pt x="2204" y="727"/>
                    <a:pt x="2132" y="727"/>
                  </a:cubicBezTo>
                  <a:cubicBezTo>
                    <a:pt x="2124" y="725"/>
                    <a:pt x="2116" y="725"/>
                    <a:pt x="2107" y="725"/>
                  </a:cubicBezTo>
                  <a:cubicBezTo>
                    <a:pt x="2051" y="725"/>
                    <a:pt x="1986" y="756"/>
                    <a:pt x="1965" y="786"/>
                  </a:cubicBezTo>
                  <a:cubicBezTo>
                    <a:pt x="1692" y="1203"/>
                    <a:pt x="1037" y="1203"/>
                    <a:pt x="1025" y="1203"/>
                  </a:cubicBezTo>
                  <a:lnTo>
                    <a:pt x="965" y="1203"/>
                  </a:lnTo>
                  <a:lnTo>
                    <a:pt x="965" y="1096"/>
                  </a:lnTo>
                  <a:cubicBezTo>
                    <a:pt x="965" y="667"/>
                    <a:pt x="1322" y="322"/>
                    <a:pt x="1739" y="322"/>
                  </a:cubicBezTo>
                  <a:close/>
                  <a:moveTo>
                    <a:pt x="2751" y="1668"/>
                  </a:moveTo>
                  <a:cubicBezTo>
                    <a:pt x="2787" y="1703"/>
                    <a:pt x="2787" y="1727"/>
                    <a:pt x="2787" y="1763"/>
                  </a:cubicBezTo>
                  <a:cubicBezTo>
                    <a:pt x="2787" y="1798"/>
                    <a:pt x="2763" y="1846"/>
                    <a:pt x="2715" y="1858"/>
                  </a:cubicBezTo>
                  <a:lnTo>
                    <a:pt x="2715" y="1668"/>
                  </a:lnTo>
                  <a:close/>
                  <a:moveTo>
                    <a:pt x="858" y="1679"/>
                  </a:moveTo>
                  <a:lnTo>
                    <a:pt x="858" y="1894"/>
                  </a:lnTo>
                  <a:cubicBezTo>
                    <a:pt x="834" y="1858"/>
                    <a:pt x="799" y="1834"/>
                    <a:pt x="799" y="1775"/>
                  </a:cubicBezTo>
                  <a:cubicBezTo>
                    <a:pt x="799" y="1739"/>
                    <a:pt x="810" y="1715"/>
                    <a:pt x="834" y="1679"/>
                  </a:cubicBezTo>
                  <a:close/>
                  <a:moveTo>
                    <a:pt x="2096" y="1203"/>
                  </a:moveTo>
                  <a:cubicBezTo>
                    <a:pt x="2156" y="1322"/>
                    <a:pt x="2263" y="1441"/>
                    <a:pt x="2406" y="1501"/>
                  </a:cubicBezTo>
                  <a:lnTo>
                    <a:pt x="2406" y="1977"/>
                  </a:lnTo>
                  <a:cubicBezTo>
                    <a:pt x="2394" y="2263"/>
                    <a:pt x="2156" y="2501"/>
                    <a:pt x="1870" y="2501"/>
                  </a:cubicBezTo>
                  <a:lnTo>
                    <a:pt x="1727" y="2501"/>
                  </a:lnTo>
                  <a:cubicBezTo>
                    <a:pt x="1430" y="2501"/>
                    <a:pt x="1203" y="2263"/>
                    <a:pt x="1203" y="1977"/>
                  </a:cubicBezTo>
                  <a:lnTo>
                    <a:pt x="1203" y="1548"/>
                  </a:lnTo>
                  <a:cubicBezTo>
                    <a:pt x="1418" y="1525"/>
                    <a:pt x="1799" y="1441"/>
                    <a:pt x="2096" y="1203"/>
                  </a:cubicBezTo>
                  <a:close/>
                  <a:moveTo>
                    <a:pt x="1977" y="2834"/>
                  </a:moveTo>
                  <a:lnTo>
                    <a:pt x="1977" y="2918"/>
                  </a:lnTo>
                  <a:lnTo>
                    <a:pt x="1799" y="3108"/>
                  </a:lnTo>
                  <a:lnTo>
                    <a:pt x="1620" y="2941"/>
                  </a:lnTo>
                  <a:lnTo>
                    <a:pt x="1620" y="2834"/>
                  </a:lnTo>
                  <a:close/>
                  <a:moveTo>
                    <a:pt x="1751" y="1"/>
                  </a:moveTo>
                  <a:cubicBezTo>
                    <a:pt x="1144" y="1"/>
                    <a:pt x="632" y="501"/>
                    <a:pt x="632" y="1120"/>
                  </a:cubicBezTo>
                  <a:lnTo>
                    <a:pt x="632" y="1417"/>
                  </a:lnTo>
                  <a:cubicBezTo>
                    <a:pt x="537" y="1501"/>
                    <a:pt x="453" y="1644"/>
                    <a:pt x="453" y="1775"/>
                  </a:cubicBezTo>
                  <a:cubicBezTo>
                    <a:pt x="453" y="2025"/>
                    <a:pt x="656" y="2215"/>
                    <a:pt x="894" y="2239"/>
                  </a:cubicBezTo>
                  <a:cubicBezTo>
                    <a:pt x="953" y="2441"/>
                    <a:pt x="1096" y="2608"/>
                    <a:pt x="1275" y="2715"/>
                  </a:cubicBezTo>
                  <a:lnTo>
                    <a:pt x="1275" y="2799"/>
                  </a:lnTo>
                  <a:lnTo>
                    <a:pt x="596" y="3072"/>
                  </a:lnTo>
                  <a:cubicBezTo>
                    <a:pt x="537" y="3096"/>
                    <a:pt x="1" y="3311"/>
                    <a:pt x="1" y="3977"/>
                  </a:cubicBezTo>
                  <a:lnTo>
                    <a:pt x="1" y="4573"/>
                  </a:lnTo>
                  <a:cubicBezTo>
                    <a:pt x="1" y="4656"/>
                    <a:pt x="72" y="4739"/>
                    <a:pt x="156" y="4739"/>
                  </a:cubicBezTo>
                  <a:lnTo>
                    <a:pt x="572" y="4739"/>
                  </a:lnTo>
                  <a:cubicBezTo>
                    <a:pt x="668" y="4739"/>
                    <a:pt x="739" y="4656"/>
                    <a:pt x="739" y="4573"/>
                  </a:cubicBezTo>
                  <a:cubicBezTo>
                    <a:pt x="739" y="4477"/>
                    <a:pt x="668" y="4406"/>
                    <a:pt x="572" y="4406"/>
                  </a:cubicBezTo>
                  <a:lnTo>
                    <a:pt x="322" y="4406"/>
                  </a:lnTo>
                  <a:lnTo>
                    <a:pt x="322" y="3977"/>
                  </a:lnTo>
                  <a:cubicBezTo>
                    <a:pt x="322" y="3513"/>
                    <a:pt x="680" y="3382"/>
                    <a:pt x="691" y="3382"/>
                  </a:cubicBezTo>
                  <a:lnTo>
                    <a:pt x="715" y="3382"/>
                  </a:lnTo>
                  <a:lnTo>
                    <a:pt x="1334" y="3144"/>
                  </a:lnTo>
                  <a:lnTo>
                    <a:pt x="1668" y="3465"/>
                  </a:lnTo>
                  <a:cubicBezTo>
                    <a:pt x="1692" y="3501"/>
                    <a:pt x="1739" y="3513"/>
                    <a:pt x="1787" y="3513"/>
                  </a:cubicBezTo>
                  <a:cubicBezTo>
                    <a:pt x="1823" y="3513"/>
                    <a:pt x="1870" y="3501"/>
                    <a:pt x="1906" y="3465"/>
                  </a:cubicBezTo>
                  <a:lnTo>
                    <a:pt x="2215" y="3144"/>
                  </a:lnTo>
                  <a:lnTo>
                    <a:pt x="2835" y="3394"/>
                  </a:lnTo>
                  <a:lnTo>
                    <a:pt x="2858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8" y="4418"/>
                  </a:lnTo>
                  <a:cubicBezTo>
                    <a:pt x="1025" y="4418"/>
                    <a:pt x="953" y="4501"/>
                    <a:pt x="953" y="4585"/>
                  </a:cubicBezTo>
                  <a:cubicBezTo>
                    <a:pt x="953" y="4680"/>
                    <a:pt x="1025" y="4751"/>
                    <a:pt x="1108" y="4751"/>
                  </a:cubicBezTo>
                  <a:lnTo>
                    <a:pt x="3394" y="4751"/>
                  </a:lnTo>
                  <a:cubicBezTo>
                    <a:pt x="3477" y="4751"/>
                    <a:pt x="3549" y="4680"/>
                    <a:pt x="3549" y="4585"/>
                  </a:cubicBezTo>
                  <a:lnTo>
                    <a:pt x="3549" y="3989"/>
                  </a:lnTo>
                  <a:cubicBezTo>
                    <a:pt x="3561" y="3311"/>
                    <a:pt x="3037" y="3096"/>
                    <a:pt x="2966" y="3072"/>
                  </a:cubicBezTo>
                  <a:lnTo>
                    <a:pt x="2311" y="2799"/>
                  </a:lnTo>
                  <a:lnTo>
                    <a:pt x="2311" y="2715"/>
                  </a:lnTo>
                  <a:cubicBezTo>
                    <a:pt x="2489" y="2608"/>
                    <a:pt x="2620" y="2441"/>
                    <a:pt x="2692" y="2239"/>
                  </a:cubicBezTo>
                  <a:cubicBezTo>
                    <a:pt x="2930" y="2215"/>
                    <a:pt x="3120" y="2013"/>
                    <a:pt x="3120" y="1775"/>
                  </a:cubicBezTo>
                  <a:cubicBezTo>
                    <a:pt x="3120" y="1620"/>
                    <a:pt x="3049" y="1489"/>
                    <a:pt x="2942" y="1417"/>
                  </a:cubicBezTo>
                  <a:lnTo>
                    <a:pt x="2942" y="1120"/>
                  </a:lnTo>
                  <a:cubicBezTo>
                    <a:pt x="2942" y="501"/>
                    <a:pt x="2442" y="1"/>
                    <a:pt x="182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Company Details</a:t>
            </a:r>
            <a:endParaRPr b="1"/>
          </a:p>
        </p:txBody>
      </p:sp>
      <p:sp>
        <p:nvSpPr>
          <p:cNvPr id="494" name="Google Shape;494;p31"/>
          <p:cNvSpPr txBox="1"/>
          <p:nvPr>
            <p:ph idx="1" type="body"/>
          </p:nvPr>
        </p:nvSpPr>
        <p:spPr>
          <a:xfrm>
            <a:off x="1297500" y="1109674"/>
            <a:ext cx="7038900" cy="3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Name of the Company:  JPMC (JP Morgan Chase &amp; Co)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Company status : Dream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Branches Eligible: BE ( CS, IT, EXTC, ETRX ) and MCA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Eligibility Criteria: no live ATKT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Education Gap: Not more than 1 year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CGPA &gt;=7(aggregate)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Salary:  CTC: 17.75 LPA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Position : Full Time Software Engineer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Date of Drive: 9th March 2022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 sz="16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-1931400" y="1023875"/>
            <a:ext cx="918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96" name="Google Shape;496;p31"/>
          <p:cNvGrpSpPr/>
          <p:nvPr/>
        </p:nvGrpSpPr>
        <p:grpSpPr>
          <a:xfrm>
            <a:off x="7070024" y="3179071"/>
            <a:ext cx="1146194" cy="990485"/>
            <a:chOff x="2661459" y="2015001"/>
            <a:chExt cx="322508" cy="273494"/>
          </a:xfrm>
        </p:grpSpPr>
        <p:sp>
          <p:nvSpPr>
            <p:cNvPr id="497" name="Google Shape;497;p31"/>
            <p:cNvSpPr/>
            <p:nvPr/>
          </p:nvSpPr>
          <p:spPr>
            <a:xfrm>
              <a:off x="2661459" y="2028878"/>
              <a:ext cx="322508" cy="259617"/>
            </a:xfrm>
            <a:custGeom>
              <a:rect b="b" l="l" r="r" t="t"/>
              <a:pathLst>
                <a:path extrusionOk="0" h="8157" w="10133">
                  <a:moveTo>
                    <a:pt x="6156" y="2227"/>
                  </a:moveTo>
                  <a:lnTo>
                    <a:pt x="6966" y="2489"/>
                  </a:lnTo>
                  <a:cubicBezTo>
                    <a:pt x="6975" y="2492"/>
                    <a:pt x="6987" y="2494"/>
                    <a:pt x="6999" y="2494"/>
                  </a:cubicBezTo>
                  <a:cubicBezTo>
                    <a:pt x="7032" y="2494"/>
                    <a:pt x="7071" y="2483"/>
                    <a:pt x="7097" y="2465"/>
                  </a:cubicBezTo>
                  <a:lnTo>
                    <a:pt x="7347" y="2263"/>
                  </a:lnTo>
                  <a:lnTo>
                    <a:pt x="9121" y="4585"/>
                  </a:lnTo>
                  <a:lnTo>
                    <a:pt x="8847" y="4799"/>
                  </a:lnTo>
                  <a:cubicBezTo>
                    <a:pt x="8835" y="4787"/>
                    <a:pt x="8811" y="4763"/>
                    <a:pt x="8799" y="4763"/>
                  </a:cubicBezTo>
                  <a:lnTo>
                    <a:pt x="5728" y="3096"/>
                  </a:lnTo>
                  <a:lnTo>
                    <a:pt x="5847" y="2918"/>
                  </a:lnTo>
                  <a:cubicBezTo>
                    <a:pt x="5894" y="2846"/>
                    <a:pt x="5859" y="2763"/>
                    <a:pt x="5799" y="2715"/>
                  </a:cubicBezTo>
                  <a:cubicBezTo>
                    <a:pt x="5776" y="2700"/>
                    <a:pt x="5750" y="2693"/>
                    <a:pt x="5725" y="2693"/>
                  </a:cubicBezTo>
                  <a:cubicBezTo>
                    <a:pt x="5672" y="2693"/>
                    <a:pt x="5621" y="2723"/>
                    <a:pt x="5597" y="2763"/>
                  </a:cubicBezTo>
                  <a:lnTo>
                    <a:pt x="5263" y="3263"/>
                  </a:lnTo>
                  <a:cubicBezTo>
                    <a:pt x="5251" y="3299"/>
                    <a:pt x="5240" y="3311"/>
                    <a:pt x="5240" y="3335"/>
                  </a:cubicBezTo>
                  <a:lnTo>
                    <a:pt x="5240" y="4609"/>
                  </a:lnTo>
                  <a:cubicBezTo>
                    <a:pt x="5240" y="4870"/>
                    <a:pt x="5013" y="5085"/>
                    <a:pt x="4763" y="5085"/>
                  </a:cubicBezTo>
                  <a:cubicBezTo>
                    <a:pt x="4489" y="5085"/>
                    <a:pt x="4287" y="4859"/>
                    <a:pt x="4287" y="4609"/>
                  </a:cubicBezTo>
                  <a:lnTo>
                    <a:pt x="4287" y="3358"/>
                  </a:lnTo>
                  <a:lnTo>
                    <a:pt x="4561" y="2227"/>
                  </a:lnTo>
                  <a:close/>
                  <a:moveTo>
                    <a:pt x="2620" y="1727"/>
                  </a:moveTo>
                  <a:lnTo>
                    <a:pt x="2858" y="1870"/>
                  </a:lnTo>
                  <a:lnTo>
                    <a:pt x="906" y="5228"/>
                  </a:lnTo>
                  <a:lnTo>
                    <a:pt x="668" y="5097"/>
                  </a:lnTo>
                  <a:lnTo>
                    <a:pt x="2620" y="1727"/>
                  </a:lnTo>
                  <a:close/>
                  <a:moveTo>
                    <a:pt x="3108" y="4656"/>
                  </a:moveTo>
                  <a:cubicBezTo>
                    <a:pt x="3215" y="4656"/>
                    <a:pt x="3299" y="4704"/>
                    <a:pt x="3358" y="4799"/>
                  </a:cubicBezTo>
                  <a:cubicBezTo>
                    <a:pt x="3465" y="4942"/>
                    <a:pt x="3442" y="5156"/>
                    <a:pt x="3287" y="5251"/>
                  </a:cubicBezTo>
                  <a:lnTo>
                    <a:pt x="2263" y="6013"/>
                  </a:lnTo>
                  <a:cubicBezTo>
                    <a:pt x="2200" y="6057"/>
                    <a:pt x="2130" y="6079"/>
                    <a:pt x="2062" y="6079"/>
                  </a:cubicBezTo>
                  <a:cubicBezTo>
                    <a:pt x="1964" y="6079"/>
                    <a:pt x="1869" y="6033"/>
                    <a:pt x="1799" y="5942"/>
                  </a:cubicBezTo>
                  <a:cubicBezTo>
                    <a:pt x="1691" y="5799"/>
                    <a:pt x="1727" y="5597"/>
                    <a:pt x="1870" y="5478"/>
                  </a:cubicBezTo>
                  <a:lnTo>
                    <a:pt x="2918" y="4716"/>
                  </a:lnTo>
                  <a:cubicBezTo>
                    <a:pt x="2977" y="4680"/>
                    <a:pt x="3037" y="4656"/>
                    <a:pt x="3108" y="4656"/>
                  </a:cubicBezTo>
                  <a:close/>
                  <a:moveTo>
                    <a:pt x="3739" y="5418"/>
                  </a:moveTo>
                  <a:cubicBezTo>
                    <a:pt x="3823" y="5418"/>
                    <a:pt x="3918" y="5478"/>
                    <a:pt x="3977" y="5549"/>
                  </a:cubicBezTo>
                  <a:cubicBezTo>
                    <a:pt x="4073" y="5704"/>
                    <a:pt x="4049" y="5906"/>
                    <a:pt x="3894" y="6013"/>
                  </a:cubicBezTo>
                  <a:lnTo>
                    <a:pt x="3084" y="6609"/>
                  </a:lnTo>
                  <a:cubicBezTo>
                    <a:pt x="3021" y="6653"/>
                    <a:pt x="2952" y="6675"/>
                    <a:pt x="2885" y="6675"/>
                  </a:cubicBezTo>
                  <a:cubicBezTo>
                    <a:pt x="2788" y="6675"/>
                    <a:pt x="2695" y="6629"/>
                    <a:pt x="2632" y="6537"/>
                  </a:cubicBezTo>
                  <a:cubicBezTo>
                    <a:pt x="2525" y="6394"/>
                    <a:pt x="2561" y="6180"/>
                    <a:pt x="2703" y="6073"/>
                  </a:cubicBezTo>
                  <a:lnTo>
                    <a:pt x="3489" y="5513"/>
                  </a:lnTo>
                  <a:cubicBezTo>
                    <a:pt x="3525" y="5490"/>
                    <a:pt x="3549" y="5466"/>
                    <a:pt x="3585" y="5454"/>
                  </a:cubicBezTo>
                  <a:cubicBezTo>
                    <a:pt x="3632" y="5430"/>
                    <a:pt x="3680" y="5418"/>
                    <a:pt x="3739" y="5418"/>
                  </a:cubicBezTo>
                  <a:close/>
                  <a:moveTo>
                    <a:pt x="4269" y="6177"/>
                  </a:moveTo>
                  <a:cubicBezTo>
                    <a:pt x="4367" y="6177"/>
                    <a:pt x="4461" y="6221"/>
                    <a:pt x="4525" y="6299"/>
                  </a:cubicBezTo>
                  <a:cubicBezTo>
                    <a:pt x="4632" y="6442"/>
                    <a:pt x="4597" y="6656"/>
                    <a:pt x="4454" y="6764"/>
                  </a:cubicBezTo>
                  <a:lnTo>
                    <a:pt x="3882" y="7192"/>
                  </a:lnTo>
                  <a:cubicBezTo>
                    <a:pt x="3823" y="7232"/>
                    <a:pt x="3747" y="7255"/>
                    <a:pt x="3683" y="7255"/>
                  </a:cubicBezTo>
                  <a:cubicBezTo>
                    <a:pt x="3669" y="7255"/>
                    <a:pt x="3656" y="7254"/>
                    <a:pt x="3644" y="7252"/>
                  </a:cubicBezTo>
                  <a:cubicBezTo>
                    <a:pt x="3549" y="7240"/>
                    <a:pt x="3477" y="7192"/>
                    <a:pt x="3442" y="7121"/>
                  </a:cubicBezTo>
                  <a:cubicBezTo>
                    <a:pt x="3335" y="6966"/>
                    <a:pt x="3358" y="6775"/>
                    <a:pt x="3513" y="6656"/>
                  </a:cubicBezTo>
                  <a:lnTo>
                    <a:pt x="4061" y="6252"/>
                  </a:lnTo>
                  <a:lnTo>
                    <a:pt x="4073" y="6240"/>
                  </a:lnTo>
                  <a:cubicBezTo>
                    <a:pt x="4135" y="6197"/>
                    <a:pt x="4203" y="6177"/>
                    <a:pt x="4269" y="6177"/>
                  </a:cubicBezTo>
                  <a:close/>
                  <a:moveTo>
                    <a:pt x="2799" y="2549"/>
                  </a:moveTo>
                  <a:lnTo>
                    <a:pt x="3061" y="2715"/>
                  </a:lnTo>
                  <a:cubicBezTo>
                    <a:pt x="3086" y="2724"/>
                    <a:pt x="3105" y="2732"/>
                    <a:pt x="3127" y="2732"/>
                  </a:cubicBezTo>
                  <a:cubicBezTo>
                    <a:pt x="3136" y="2732"/>
                    <a:pt x="3145" y="2731"/>
                    <a:pt x="3156" y="2727"/>
                  </a:cubicBezTo>
                  <a:lnTo>
                    <a:pt x="3858" y="2656"/>
                  </a:lnTo>
                  <a:lnTo>
                    <a:pt x="4108" y="2751"/>
                  </a:lnTo>
                  <a:lnTo>
                    <a:pt x="3954" y="3335"/>
                  </a:lnTo>
                  <a:lnTo>
                    <a:pt x="3954" y="3370"/>
                  </a:lnTo>
                  <a:lnTo>
                    <a:pt x="3954" y="4632"/>
                  </a:lnTo>
                  <a:cubicBezTo>
                    <a:pt x="3954" y="5061"/>
                    <a:pt x="4299" y="5406"/>
                    <a:pt x="4728" y="5406"/>
                  </a:cubicBezTo>
                  <a:cubicBezTo>
                    <a:pt x="5168" y="5406"/>
                    <a:pt x="5501" y="5061"/>
                    <a:pt x="5501" y="4632"/>
                  </a:cubicBezTo>
                  <a:lnTo>
                    <a:pt x="5501" y="3406"/>
                  </a:lnTo>
                  <a:lnTo>
                    <a:pt x="5537" y="3370"/>
                  </a:lnTo>
                  <a:lnTo>
                    <a:pt x="8621" y="5049"/>
                  </a:lnTo>
                  <a:cubicBezTo>
                    <a:pt x="8811" y="5109"/>
                    <a:pt x="8871" y="5299"/>
                    <a:pt x="8776" y="5466"/>
                  </a:cubicBezTo>
                  <a:cubicBezTo>
                    <a:pt x="8718" y="5573"/>
                    <a:pt x="8609" y="5634"/>
                    <a:pt x="8492" y="5634"/>
                  </a:cubicBezTo>
                  <a:cubicBezTo>
                    <a:pt x="8440" y="5634"/>
                    <a:pt x="8386" y="5622"/>
                    <a:pt x="8335" y="5597"/>
                  </a:cubicBezTo>
                  <a:lnTo>
                    <a:pt x="6621" y="4656"/>
                  </a:lnTo>
                  <a:cubicBezTo>
                    <a:pt x="6599" y="4645"/>
                    <a:pt x="6574" y="4640"/>
                    <a:pt x="6550" y="4640"/>
                  </a:cubicBezTo>
                  <a:cubicBezTo>
                    <a:pt x="6497" y="4640"/>
                    <a:pt x="6447" y="4666"/>
                    <a:pt x="6430" y="4716"/>
                  </a:cubicBezTo>
                  <a:cubicBezTo>
                    <a:pt x="6383" y="4799"/>
                    <a:pt x="6418" y="4882"/>
                    <a:pt x="6490" y="4918"/>
                  </a:cubicBezTo>
                  <a:lnTo>
                    <a:pt x="7918" y="5692"/>
                  </a:lnTo>
                  <a:cubicBezTo>
                    <a:pt x="8085" y="5775"/>
                    <a:pt x="8145" y="5966"/>
                    <a:pt x="8049" y="6133"/>
                  </a:cubicBezTo>
                  <a:cubicBezTo>
                    <a:pt x="7985" y="6245"/>
                    <a:pt x="7877" y="6309"/>
                    <a:pt x="7766" y="6309"/>
                  </a:cubicBezTo>
                  <a:cubicBezTo>
                    <a:pt x="7713" y="6309"/>
                    <a:pt x="7659" y="6294"/>
                    <a:pt x="7609" y="6263"/>
                  </a:cubicBezTo>
                  <a:lnTo>
                    <a:pt x="6144" y="5478"/>
                  </a:lnTo>
                  <a:cubicBezTo>
                    <a:pt x="6122" y="5463"/>
                    <a:pt x="6097" y="5456"/>
                    <a:pt x="6073" y="5456"/>
                  </a:cubicBezTo>
                  <a:cubicBezTo>
                    <a:pt x="6020" y="5456"/>
                    <a:pt x="5970" y="5488"/>
                    <a:pt x="5954" y="5537"/>
                  </a:cubicBezTo>
                  <a:cubicBezTo>
                    <a:pt x="5906" y="5609"/>
                    <a:pt x="5942" y="5704"/>
                    <a:pt x="6013" y="5728"/>
                  </a:cubicBezTo>
                  <a:lnTo>
                    <a:pt x="7192" y="6371"/>
                  </a:lnTo>
                  <a:cubicBezTo>
                    <a:pt x="7347" y="6466"/>
                    <a:pt x="7395" y="6656"/>
                    <a:pt x="7323" y="6823"/>
                  </a:cubicBezTo>
                  <a:cubicBezTo>
                    <a:pt x="7255" y="6925"/>
                    <a:pt x="7139" y="6984"/>
                    <a:pt x="7018" y="6984"/>
                  </a:cubicBezTo>
                  <a:cubicBezTo>
                    <a:pt x="6969" y="6984"/>
                    <a:pt x="6919" y="6975"/>
                    <a:pt x="6871" y="6954"/>
                  </a:cubicBezTo>
                  <a:lnTo>
                    <a:pt x="5644" y="6287"/>
                  </a:lnTo>
                  <a:cubicBezTo>
                    <a:pt x="5616" y="6271"/>
                    <a:pt x="5587" y="6263"/>
                    <a:pt x="5560" y="6263"/>
                  </a:cubicBezTo>
                  <a:cubicBezTo>
                    <a:pt x="5509" y="6263"/>
                    <a:pt x="5465" y="6292"/>
                    <a:pt x="5442" y="6347"/>
                  </a:cubicBezTo>
                  <a:cubicBezTo>
                    <a:pt x="5406" y="6418"/>
                    <a:pt x="5430" y="6502"/>
                    <a:pt x="5501" y="6537"/>
                  </a:cubicBezTo>
                  <a:lnTo>
                    <a:pt x="6454" y="7061"/>
                  </a:lnTo>
                  <a:cubicBezTo>
                    <a:pt x="6609" y="7145"/>
                    <a:pt x="6668" y="7335"/>
                    <a:pt x="6597" y="7502"/>
                  </a:cubicBezTo>
                  <a:cubicBezTo>
                    <a:pt x="6531" y="7609"/>
                    <a:pt x="6419" y="7670"/>
                    <a:pt x="6301" y="7670"/>
                  </a:cubicBezTo>
                  <a:cubicBezTo>
                    <a:pt x="6249" y="7670"/>
                    <a:pt x="6196" y="7658"/>
                    <a:pt x="6144" y="7633"/>
                  </a:cubicBezTo>
                  <a:lnTo>
                    <a:pt x="5478" y="7264"/>
                  </a:lnTo>
                  <a:cubicBezTo>
                    <a:pt x="5478" y="7133"/>
                    <a:pt x="5430" y="7002"/>
                    <a:pt x="5347" y="6883"/>
                  </a:cubicBezTo>
                  <a:cubicBezTo>
                    <a:pt x="5228" y="6728"/>
                    <a:pt x="5061" y="6644"/>
                    <a:pt x="4882" y="6644"/>
                  </a:cubicBezTo>
                  <a:lnTo>
                    <a:pt x="4882" y="6597"/>
                  </a:lnTo>
                  <a:cubicBezTo>
                    <a:pt x="4906" y="6430"/>
                    <a:pt x="4870" y="6263"/>
                    <a:pt x="4763" y="6133"/>
                  </a:cubicBezTo>
                  <a:cubicBezTo>
                    <a:pt x="4644" y="5990"/>
                    <a:pt x="4478" y="5894"/>
                    <a:pt x="4299" y="5894"/>
                  </a:cubicBezTo>
                  <a:lnTo>
                    <a:pt x="4299" y="5847"/>
                  </a:lnTo>
                  <a:cubicBezTo>
                    <a:pt x="4335" y="5692"/>
                    <a:pt x="4287" y="5525"/>
                    <a:pt x="4180" y="5394"/>
                  </a:cubicBezTo>
                  <a:cubicBezTo>
                    <a:pt x="4061" y="5240"/>
                    <a:pt x="3894" y="5156"/>
                    <a:pt x="3716" y="5156"/>
                  </a:cubicBezTo>
                  <a:lnTo>
                    <a:pt x="3716" y="5109"/>
                  </a:lnTo>
                  <a:cubicBezTo>
                    <a:pt x="3751" y="4942"/>
                    <a:pt x="3704" y="4775"/>
                    <a:pt x="3596" y="4644"/>
                  </a:cubicBezTo>
                  <a:cubicBezTo>
                    <a:pt x="3476" y="4488"/>
                    <a:pt x="3297" y="4404"/>
                    <a:pt x="3111" y="4404"/>
                  </a:cubicBezTo>
                  <a:cubicBezTo>
                    <a:pt x="2984" y="4404"/>
                    <a:pt x="2855" y="4443"/>
                    <a:pt x="2739" y="4525"/>
                  </a:cubicBezTo>
                  <a:lnTo>
                    <a:pt x="1715" y="5275"/>
                  </a:lnTo>
                  <a:lnTo>
                    <a:pt x="1334" y="5073"/>
                  </a:lnTo>
                  <a:lnTo>
                    <a:pt x="2799" y="2549"/>
                  </a:lnTo>
                  <a:close/>
                  <a:moveTo>
                    <a:pt x="4855" y="6920"/>
                  </a:moveTo>
                  <a:cubicBezTo>
                    <a:pt x="4953" y="6920"/>
                    <a:pt x="5045" y="6960"/>
                    <a:pt x="5109" y="7037"/>
                  </a:cubicBezTo>
                  <a:cubicBezTo>
                    <a:pt x="5168" y="7133"/>
                    <a:pt x="5192" y="7228"/>
                    <a:pt x="5180" y="7299"/>
                  </a:cubicBezTo>
                  <a:cubicBezTo>
                    <a:pt x="5168" y="7383"/>
                    <a:pt x="5120" y="7466"/>
                    <a:pt x="5049" y="7526"/>
                  </a:cubicBezTo>
                  <a:lnTo>
                    <a:pt x="4704" y="7776"/>
                  </a:lnTo>
                  <a:cubicBezTo>
                    <a:pt x="4643" y="7818"/>
                    <a:pt x="4574" y="7838"/>
                    <a:pt x="4507" y="7838"/>
                  </a:cubicBezTo>
                  <a:cubicBezTo>
                    <a:pt x="4404" y="7838"/>
                    <a:pt x="4304" y="7791"/>
                    <a:pt x="4239" y="7704"/>
                  </a:cubicBezTo>
                  <a:cubicBezTo>
                    <a:pt x="4132" y="7549"/>
                    <a:pt x="4168" y="7347"/>
                    <a:pt x="4311" y="7240"/>
                  </a:cubicBezTo>
                  <a:lnTo>
                    <a:pt x="4644" y="7002"/>
                  </a:lnTo>
                  <a:lnTo>
                    <a:pt x="4656" y="6978"/>
                  </a:lnTo>
                  <a:cubicBezTo>
                    <a:pt x="4719" y="6939"/>
                    <a:pt x="4788" y="6920"/>
                    <a:pt x="4855" y="6920"/>
                  </a:cubicBezTo>
                  <a:close/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5" y="239"/>
                    <a:pt x="108" y="287"/>
                  </a:cubicBezTo>
                  <a:lnTo>
                    <a:pt x="2346" y="1584"/>
                  </a:lnTo>
                  <a:lnTo>
                    <a:pt x="406" y="4942"/>
                  </a:lnTo>
                  <a:lnTo>
                    <a:pt x="251" y="4847"/>
                  </a:lnTo>
                  <a:cubicBezTo>
                    <a:pt x="226" y="4830"/>
                    <a:pt x="199" y="4822"/>
                    <a:pt x="172" y="4822"/>
                  </a:cubicBezTo>
                  <a:cubicBezTo>
                    <a:pt x="121" y="4822"/>
                    <a:pt x="72" y="4851"/>
                    <a:pt x="48" y="4906"/>
                  </a:cubicBezTo>
                  <a:cubicBezTo>
                    <a:pt x="1" y="4978"/>
                    <a:pt x="25" y="5061"/>
                    <a:pt x="108" y="5109"/>
                  </a:cubicBezTo>
                  <a:lnTo>
                    <a:pt x="894" y="5549"/>
                  </a:lnTo>
                  <a:cubicBezTo>
                    <a:pt x="919" y="5566"/>
                    <a:pt x="947" y="5574"/>
                    <a:pt x="975" y="5574"/>
                  </a:cubicBezTo>
                  <a:cubicBezTo>
                    <a:pt x="1025" y="5574"/>
                    <a:pt x="1073" y="5548"/>
                    <a:pt x="1096" y="5501"/>
                  </a:cubicBezTo>
                  <a:lnTo>
                    <a:pt x="1215" y="5299"/>
                  </a:lnTo>
                  <a:lnTo>
                    <a:pt x="1525" y="5466"/>
                  </a:lnTo>
                  <a:cubicBezTo>
                    <a:pt x="1430" y="5680"/>
                    <a:pt x="1441" y="5918"/>
                    <a:pt x="1572" y="6121"/>
                  </a:cubicBezTo>
                  <a:cubicBezTo>
                    <a:pt x="1691" y="6287"/>
                    <a:pt x="1882" y="6371"/>
                    <a:pt x="2084" y="6371"/>
                  </a:cubicBezTo>
                  <a:cubicBezTo>
                    <a:pt x="2144" y="6371"/>
                    <a:pt x="2215" y="6359"/>
                    <a:pt x="2275" y="6347"/>
                  </a:cubicBezTo>
                  <a:cubicBezTo>
                    <a:pt x="2275" y="6478"/>
                    <a:pt x="2322" y="6597"/>
                    <a:pt x="2394" y="6716"/>
                  </a:cubicBezTo>
                  <a:cubicBezTo>
                    <a:pt x="2513" y="6883"/>
                    <a:pt x="2703" y="6966"/>
                    <a:pt x="2882" y="6966"/>
                  </a:cubicBezTo>
                  <a:cubicBezTo>
                    <a:pt x="2942" y="6966"/>
                    <a:pt x="3013" y="6954"/>
                    <a:pt x="3073" y="6942"/>
                  </a:cubicBezTo>
                  <a:cubicBezTo>
                    <a:pt x="3073" y="7061"/>
                    <a:pt x="3120" y="7192"/>
                    <a:pt x="3192" y="7299"/>
                  </a:cubicBezTo>
                  <a:cubicBezTo>
                    <a:pt x="3299" y="7430"/>
                    <a:pt x="3430" y="7514"/>
                    <a:pt x="3596" y="7549"/>
                  </a:cubicBezTo>
                  <a:cubicBezTo>
                    <a:pt x="3632" y="7549"/>
                    <a:pt x="3656" y="7561"/>
                    <a:pt x="3704" y="7561"/>
                  </a:cubicBezTo>
                  <a:cubicBezTo>
                    <a:pt x="3763" y="7561"/>
                    <a:pt x="3835" y="7549"/>
                    <a:pt x="3894" y="7537"/>
                  </a:cubicBezTo>
                  <a:cubicBezTo>
                    <a:pt x="3894" y="7668"/>
                    <a:pt x="3942" y="7787"/>
                    <a:pt x="4013" y="7895"/>
                  </a:cubicBezTo>
                  <a:cubicBezTo>
                    <a:pt x="4120" y="8026"/>
                    <a:pt x="4251" y="8109"/>
                    <a:pt x="4418" y="8145"/>
                  </a:cubicBezTo>
                  <a:cubicBezTo>
                    <a:pt x="4442" y="8145"/>
                    <a:pt x="4478" y="8157"/>
                    <a:pt x="4525" y="8157"/>
                  </a:cubicBezTo>
                  <a:cubicBezTo>
                    <a:pt x="4656" y="8157"/>
                    <a:pt x="4775" y="8109"/>
                    <a:pt x="4882" y="8037"/>
                  </a:cubicBezTo>
                  <a:lnTo>
                    <a:pt x="5216" y="7787"/>
                  </a:lnTo>
                  <a:cubicBezTo>
                    <a:pt x="5299" y="7728"/>
                    <a:pt x="5359" y="7668"/>
                    <a:pt x="5394" y="7597"/>
                  </a:cubicBezTo>
                  <a:lnTo>
                    <a:pt x="6013" y="7918"/>
                  </a:lnTo>
                  <a:cubicBezTo>
                    <a:pt x="6097" y="7966"/>
                    <a:pt x="6204" y="7990"/>
                    <a:pt x="6311" y="7990"/>
                  </a:cubicBezTo>
                  <a:cubicBezTo>
                    <a:pt x="6371" y="7990"/>
                    <a:pt x="6430" y="7978"/>
                    <a:pt x="6490" y="7966"/>
                  </a:cubicBezTo>
                  <a:cubicBezTo>
                    <a:pt x="6644" y="7918"/>
                    <a:pt x="6787" y="7811"/>
                    <a:pt x="6859" y="7668"/>
                  </a:cubicBezTo>
                  <a:cubicBezTo>
                    <a:pt x="6918" y="7549"/>
                    <a:pt x="6942" y="7430"/>
                    <a:pt x="6930" y="7299"/>
                  </a:cubicBezTo>
                  <a:cubicBezTo>
                    <a:pt x="6966" y="7299"/>
                    <a:pt x="7002" y="7311"/>
                    <a:pt x="7049" y="7311"/>
                  </a:cubicBezTo>
                  <a:cubicBezTo>
                    <a:pt x="7275" y="7311"/>
                    <a:pt x="7478" y="7192"/>
                    <a:pt x="7597" y="6990"/>
                  </a:cubicBezTo>
                  <a:cubicBezTo>
                    <a:pt x="7656" y="6871"/>
                    <a:pt x="7692" y="6740"/>
                    <a:pt x="7680" y="6609"/>
                  </a:cubicBezTo>
                  <a:cubicBezTo>
                    <a:pt x="7716" y="6609"/>
                    <a:pt x="7752" y="6633"/>
                    <a:pt x="7799" y="6633"/>
                  </a:cubicBezTo>
                  <a:cubicBezTo>
                    <a:pt x="8014" y="6633"/>
                    <a:pt x="8228" y="6514"/>
                    <a:pt x="8347" y="6299"/>
                  </a:cubicBezTo>
                  <a:cubicBezTo>
                    <a:pt x="8407" y="6180"/>
                    <a:pt x="8430" y="6061"/>
                    <a:pt x="8418" y="5930"/>
                  </a:cubicBezTo>
                  <a:cubicBezTo>
                    <a:pt x="8454" y="5930"/>
                    <a:pt x="8490" y="5942"/>
                    <a:pt x="8538" y="5942"/>
                  </a:cubicBezTo>
                  <a:cubicBezTo>
                    <a:pt x="8597" y="5942"/>
                    <a:pt x="8657" y="5930"/>
                    <a:pt x="8716" y="5918"/>
                  </a:cubicBezTo>
                  <a:cubicBezTo>
                    <a:pt x="8883" y="5871"/>
                    <a:pt x="9014" y="5763"/>
                    <a:pt x="9085" y="5621"/>
                  </a:cubicBezTo>
                  <a:cubicBezTo>
                    <a:pt x="9169" y="5466"/>
                    <a:pt x="9192" y="5299"/>
                    <a:pt x="9133" y="5144"/>
                  </a:cubicBezTo>
                  <a:cubicBezTo>
                    <a:pt x="9121" y="5097"/>
                    <a:pt x="9109" y="5061"/>
                    <a:pt x="9085" y="5037"/>
                  </a:cubicBezTo>
                  <a:lnTo>
                    <a:pt x="9347" y="4859"/>
                  </a:lnTo>
                  <a:lnTo>
                    <a:pt x="9478" y="5037"/>
                  </a:lnTo>
                  <a:cubicBezTo>
                    <a:pt x="9506" y="5072"/>
                    <a:pt x="9550" y="5090"/>
                    <a:pt x="9593" y="5090"/>
                  </a:cubicBezTo>
                  <a:cubicBezTo>
                    <a:pt x="9625" y="5090"/>
                    <a:pt x="9656" y="5081"/>
                    <a:pt x="9681" y="5061"/>
                  </a:cubicBezTo>
                  <a:lnTo>
                    <a:pt x="10085" y="4739"/>
                  </a:lnTo>
                  <a:cubicBezTo>
                    <a:pt x="10121" y="4668"/>
                    <a:pt x="10133" y="4573"/>
                    <a:pt x="10085" y="4513"/>
                  </a:cubicBezTo>
                  <a:cubicBezTo>
                    <a:pt x="10065" y="4479"/>
                    <a:pt x="10019" y="4460"/>
                    <a:pt x="9974" y="4460"/>
                  </a:cubicBezTo>
                  <a:cubicBezTo>
                    <a:pt x="9941" y="4460"/>
                    <a:pt x="9908" y="4470"/>
                    <a:pt x="9883" y="4489"/>
                  </a:cubicBezTo>
                  <a:lnTo>
                    <a:pt x="9585" y="4704"/>
                  </a:lnTo>
                  <a:lnTo>
                    <a:pt x="7252" y="1644"/>
                  </a:lnTo>
                  <a:lnTo>
                    <a:pt x="8585" y="775"/>
                  </a:lnTo>
                  <a:cubicBezTo>
                    <a:pt x="8657" y="739"/>
                    <a:pt x="8680" y="644"/>
                    <a:pt x="8633" y="572"/>
                  </a:cubicBezTo>
                  <a:cubicBezTo>
                    <a:pt x="8602" y="526"/>
                    <a:pt x="8556" y="500"/>
                    <a:pt x="8505" y="500"/>
                  </a:cubicBezTo>
                  <a:cubicBezTo>
                    <a:pt x="8478" y="500"/>
                    <a:pt x="8448" y="508"/>
                    <a:pt x="8418" y="525"/>
                  </a:cubicBezTo>
                  <a:lnTo>
                    <a:pt x="6954" y="1477"/>
                  </a:lnTo>
                  <a:cubicBezTo>
                    <a:pt x="6871" y="1525"/>
                    <a:pt x="6859" y="1632"/>
                    <a:pt x="6906" y="1680"/>
                  </a:cubicBezTo>
                  <a:lnTo>
                    <a:pt x="7168" y="2037"/>
                  </a:lnTo>
                  <a:lnTo>
                    <a:pt x="6978" y="2192"/>
                  </a:lnTo>
                  <a:lnTo>
                    <a:pt x="6216" y="1942"/>
                  </a:lnTo>
                  <a:cubicBezTo>
                    <a:pt x="6204" y="1942"/>
                    <a:pt x="6192" y="1918"/>
                    <a:pt x="6180" y="1918"/>
                  </a:cubicBezTo>
                  <a:lnTo>
                    <a:pt x="4430" y="1918"/>
                  </a:lnTo>
                  <a:cubicBezTo>
                    <a:pt x="4358" y="1918"/>
                    <a:pt x="4299" y="1965"/>
                    <a:pt x="4287" y="2037"/>
                  </a:cubicBezTo>
                  <a:lnTo>
                    <a:pt x="4180" y="2430"/>
                  </a:lnTo>
                  <a:lnTo>
                    <a:pt x="3930" y="2323"/>
                  </a:lnTo>
                  <a:cubicBezTo>
                    <a:pt x="3894" y="2311"/>
                    <a:pt x="3882" y="2311"/>
                    <a:pt x="3846" y="2311"/>
                  </a:cubicBezTo>
                  <a:lnTo>
                    <a:pt x="3168" y="2382"/>
                  </a:lnTo>
                  <a:lnTo>
                    <a:pt x="2930" y="2251"/>
                  </a:lnTo>
                  <a:lnTo>
                    <a:pt x="3156" y="1858"/>
                  </a:lnTo>
                  <a:cubicBezTo>
                    <a:pt x="3192" y="1787"/>
                    <a:pt x="3168" y="1703"/>
                    <a:pt x="3096" y="1656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2946442" y="2015001"/>
              <a:ext cx="37525" cy="26799"/>
            </a:xfrm>
            <a:custGeom>
              <a:rect b="b" l="l" r="r" t="t"/>
              <a:pathLst>
                <a:path extrusionOk="0" h="842" w="1179">
                  <a:moveTo>
                    <a:pt x="1011" y="1"/>
                  </a:moveTo>
                  <a:cubicBezTo>
                    <a:pt x="983" y="1"/>
                    <a:pt x="955" y="7"/>
                    <a:pt x="929" y="20"/>
                  </a:cubicBezTo>
                  <a:lnTo>
                    <a:pt x="96" y="556"/>
                  </a:lnTo>
                  <a:cubicBezTo>
                    <a:pt x="24" y="603"/>
                    <a:pt x="0" y="699"/>
                    <a:pt x="48" y="770"/>
                  </a:cubicBezTo>
                  <a:cubicBezTo>
                    <a:pt x="84" y="818"/>
                    <a:pt x="119" y="842"/>
                    <a:pt x="167" y="842"/>
                  </a:cubicBezTo>
                  <a:cubicBezTo>
                    <a:pt x="203" y="842"/>
                    <a:pt x="226" y="830"/>
                    <a:pt x="238" y="818"/>
                  </a:cubicBezTo>
                  <a:lnTo>
                    <a:pt x="1072" y="282"/>
                  </a:lnTo>
                  <a:cubicBezTo>
                    <a:pt x="1167" y="234"/>
                    <a:pt x="1179" y="127"/>
                    <a:pt x="1131" y="68"/>
                  </a:cubicBezTo>
                  <a:cubicBezTo>
                    <a:pt x="1108" y="22"/>
                    <a:pt x="1061" y="1"/>
                    <a:pt x="10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Placement Process</a:t>
            </a:r>
            <a:endParaRPr b="1"/>
          </a:p>
        </p:txBody>
      </p:sp>
      <p:cxnSp>
        <p:nvCxnSpPr>
          <p:cNvPr id="504" name="Google Shape;504;p32"/>
          <p:cNvCxnSpPr/>
          <p:nvPr/>
        </p:nvCxnSpPr>
        <p:spPr>
          <a:xfrm>
            <a:off x="1551088" y="2404550"/>
            <a:ext cx="0" cy="455100"/>
          </a:xfrm>
          <a:prstGeom prst="straightConnector1">
            <a:avLst/>
          </a:prstGeom>
          <a:noFill/>
          <a:ln cap="flat" cmpd="sng" w="19050">
            <a:solidFill>
              <a:srgbClr val="FFD6E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2"/>
          <p:cNvCxnSpPr/>
          <p:nvPr/>
        </p:nvCxnSpPr>
        <p:spPr>
          <a:xfrm>
            <a:off x="3587838" y="2976550"/>
            <a:ext cx="0" cy="455100"/>
          </a:xfrm>
          <a:prstGeom prst="straightConnector1">
            <a:avLst/>
          </a:prstGeom>
          <a:noFill/>
          <a:ln cap="flat" cmpd="sng" w="19050">
            <a:solidFill>
              <a:srgbClr val="FFD6E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2"/>
          <p:cNvCxnSpPr/>
          <p:nvPr/>
        </p:nvCxnSpPr>
        <p:spPr>
          <a:xfrm>
            <a:off x="5624588" y="2404550"/>
            <a:ext cx="0" cy="455100"/>
          </a:xfrm>
          <a:prstGeom prst="straightConnector1">
            <a:avLst/>
          </a:prstGeom>
          <a:noFill/>
          <a:ln cap="flat" cmpd="sng" w="19050">
            <a:solidFill>
              <a:srgbClr val="FFD6E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2"/>
          <p:cNvCxnSpPr/>
          <p:nvPr/>
        </p:nvCxnSpPr>
        <p:spPr>
          <a:xfrm>
            <a:off x="7661338" y="2976550"/>
            <a:ext cx="0" cy="455100"/>
          </a:xfrm>
          <a:prstGeom prst="straightConnector1">
            <a:avLst/>
          </a:prstGeom>
          <a:noFill/>
          <a:ln cap="flat" cmpd="sng" w="19050">
            <a:solidFill>
              <a:srgbClr val="FFD6E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2"/>
          <p:cNvCxnSpPr/>
          <p:nvPr/>
        </p:nvCxnSpPr>
        <p:spPr>
          <a:xfrm>
            <a:off x="1034400" y="2918100"/>
            <a:ext cx="7075200" cy="0"/>
          </a:xfrm>
          <a:prstGeom prst="straightConnector1">
            <a:avLst/>
          </a:prstGeom>
          <a:noFill/>
          <a:ln cap="flat" cmpd="sng" w="19050">
            <a:solidFill>
              <a:srgbClr val="FFD6E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9" name="Google Shape;509;p32"/>
          <p:cNvGrpSpPr/>
          <p:nvPr/>
        </p:nvGrpSpPr>
        <p:grpSpPr>
          <a:xfrm>
            <a:off x="1372725" y="2731350"/>
            <a:ext cx="373500" cy="373500"/>
            <a:chOff x="1372725" y="1912500"/>
            <a:chExt cx="373500" cy="373500"/>
          </a:xfrm>
        </p:grpSpPr>
        <p:sp>
          <p:nvSpPr>
            <p:cNvPr id="510" name="Google Shape;510;p32"/>
            <p:cNvSpPr/>
            <p:nvPr/>
          </p:nvSpPr>
          <p:spPr>
            <a:xfrm>
              <a:off x="1464063" y="2003850"/>
              <a:ext cx="190800" cy="190800"/>
            </a:xfrm>
            <a:prstGeom prst="ellipse">
              <a:avLst/>
            </a:pr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1372725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" name="Google Shape;512;p32"/>
          <p:cNvGrpSpPr/>
          <p:nvPr/>
        </p:nvGrpSpPr>
        <p:grpSpPr>
          <a:xfrm>
            <a:off x="3401092" y="2731350"/>
            <a:ext cx="373500" cy="373500"/>
            <a:chOff x="3212675" y="1912500"/>
            <a:chExt cx="373500" cy="373500"/>
          </a:xfrm>
        </p:grpSpPr>
        <p:sp>
          <p:nvSpPr>
            <p:cNvPr id="513" name="Google Shape;513;p32"/>
            <p:cNvSpPr/>
            <p:nvPr/>
          </p:nvSpPr>
          <p:spPr>
            <a:xfrm>
              <a:off x="3304013" y="2003850"/>
              <a:ext cx="190800" cy="190800"/>
            </a:xfrm>
            <a:prstGeom prst="ellipse">
              <a:avLst/>
            </a:pr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3212675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32"/>
          <p:cNvGrpSpPr/>
          <p:nvPr/>
        </p:nvGrpSpPr>
        <p:grpSpPr>
          <a:xfrm>
            <a:off x="5429458" y="2731350"/>
            <a:ext cx="373500" cy="373500"/>
            <a:chOff x="5557850" y="1912500"/>
            <a:chExt cx="373500" cy="373500"/>
          </a:xfrm>
        </p:grpSpPr>
        <p:sp>
          <p:nvSpPr>
            <p:cNvPr id="516" name="Google Shape;516;p32"/>
            <p:cNvSpPr/>
            <p:nvPr/>
          </p:nvSpPr>
          <p:spPr>
            <a:xfrm>
              <a:off x="5649188" y="2003850"/>
              <a:ext cx="190800" cy="190800"/>
            </a:xfrm>
            <a:prstGeom prst="ellipse">
              <a:avLst/>
            </a:pr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5557850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32"/>
          <p:cNvGrpSpPr/>
          <p:nvPr/>
        </p:nvGrpSpPr>
        <p:grpSpPr>
          <a:xfrm>
            <a:off x="7457825" y="2731350"/>
            <a:ext cx="373500" cy="373500"/>
            <a:chOff x="7457825" y="1912500"/>
            <a:chExt cx="373500" cy="373500"/>
          </a:xfrm>
        </p:grpSpPr>
        <p:sp>
          <p:nvSpPr>
            <p:cNvPr id="519" name="Google Shape;519;p32"/>
            <p:cNvSpPr/>
            <p:nvPr/>
          </p:nvSpPr>
          <p:spPr>
            <a:xfrm>
              <a:off x="7549163" y="2003850"/>
              <a:ext cx="190800" cy="190800"/>
            </a:xfrm>
            <a:prstGeom prst="ellipse">
              <a:avLst/>
            </a:pr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7457825" y="1912500"/>
              <a:ext cx="373500" cy="373500"/>
            </a:xfrm>
            <a:prstGeom prst="donut">
              <a:avLst>
                <a:gd fmla="val 10193" name="adj"/>
              </a:avLst>
            </a:prstGeom>
            <a:solidFill>
              <a:srgbClr val="F649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" name="Google Shape;521;p32"/>
          <p:cNvSpPr txBox="1"/>
          <p:nvPr/>
        </p:nvSpPr>
        <p:spPr>
          <a:xfrm>
            <a:off x="6720400" y="3490100"/>
            <a:ext cx="1881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 Code For Good (Hackathon)</a:t>
            </a:r>
            <a:endParaRPr sz="18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2647200" y="3438422"/>
            <a:ext cx="1881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 Coding Round</a:t>
            </a:r>
            <a:endParaRPr sz="18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3" name="Google Shape;523;p32"/>
          <p:cNvSpPr txBox="1"/>
          <p:nvPr/>
        </p:nvSpPr>
        <p:spPr>
          <a:xfrm>
            <a:off x="4683963" y="1977263"/>
            <a:ext cx="1881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HireVue Test</a:t>
            </a:r>
            <a:endParaRPr sz="18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618825" y="3509325"/>
            <a:ext cx="18813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CFCC"/>
                </a:solidFill>
                <a:latin typeface="Share Tech"/>
                <a:ea typeface="Share Tech"/>
                <a:cs typeface="Share Tech"/>
                <a:sym typeface="Share Tech"/>
              </a:rPr>
              <a:t>Pre Placement drive</a:t>
            </a:r>
            <a:endParaRPr sz="2400">
              <a:solidFill>
                <a:srgbClr val="00CFCC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5" name="Google Shape;525;p32"/>
          <p:cNvSpPr txBox="1"/>
          <p:nvPr/>
        </p:nvSpPr>
        <p:spPr>
          <a:xfrm>
            <a:off x="2944650" y="2113408"/>
            <a:ext cx="128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898AC"/>
                </a:solidFill>
                <a:latin typeface="Share Tech"/>
                <a:ea typeface="Share Tech"/>
                <a:cs typeface="Share Tech"/>
                <a:sym typeface="Share Tech"/>
              </a:rPr>
              <a:t>Round 01</a:t>
            </a:r>
            <a:endParaRPr sz="2400">
              <a:solidFill>
                <a:srgbClr val="E898AC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981250" y="3533999"/>
            <a:ext cx="128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9973"/>
                </a:solidFill>
                <a:latin typeface="Share Tech"/>
                <a:ea typeface="Share Tech"/>
                <a:cs typeface="Share Tech"/>
                <a:sym typeface="Share Tech"/>
              </a:rPr>
              <a:t>Round 02</a:t>
            </a:r>
            <a:endParaRPr sz="2400">
              <a:solidFill>
                <a:srgbClr val="FF9973"/>
              </a:solidFill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73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7" name="Google Shape;527;p32"/>
          <p:cNvSpPr txBox="1"/>
          <p:nvPr/>
        </p:nvSpPr>
        <p:spPr>
          <a:xfrm>
            <a:off x="7001375" y="2233923"/>
            <a:ext cx="1286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64975"/>
                </a:solidFill>
                <a:latin typeface="Share Tech"/>
                <a:ea typeface="Share Tech"/>
                <a:cs typeface="Share Tech"/>
                <a:sym typeface="Share Tech"/>
              </a:rPr>
              <a:t>Round 03</a:t>
            </a:r>
            <a:endParaRPr sz="2400">
              <a:solidFill>
                <a:srgbClr val="F64975"/>
              </a:solidFill>
              <a:latin typeface="Share Tech"/>
              <a:ea typeface="Share Tech"/>
              <a:cs typeface="Share Tech"/>
              <a:sym typeface="Share Tec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64975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724750" y="1899072"/>
            <a:ext cx="1881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Roadshow Event</a:t>
            </a:r>
            <a:endParaRPr sz="1800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Coding Round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8000" y="1224450"/>
            <a:ext cx="2832975" cy="35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Coding Round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40" name="Google Shape;540;p34"/>
          <p:cNvSpPr txBox="1"/>
          <p:nvPr>
            <p:ph idx="1" type="body"/>
          </p:nvPr>
        </p:nvSpPr>
        <p:spPr>
          <a:xfrm>
            <a:off x="1216475" y="967375"/>
            <a:ext cx="75435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2 Coding Questions (50 marks each)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Held on Hackerrank platform.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Time Slot:18th March to 23rd March (Give test on first day itself don’t delay)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No negative marking.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75 mins are allotted to you.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Questions: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Break A Palindrome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Uncommon words from Two Sentences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Very less probability of same questions (Be prepared)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Level from easy to medium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Mostly based on DSA.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Start practicing on platforms like Leetcode, Codechef, Hackerrank.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5"/>
          <p:cNvSpPr txBox="1"/>
          <p:nvPr>
            <p:ph idx="1" type="body"/>
          </p:nvPr>
        </p:nvSpPr>
        <p:spPr>
          <a:xfrm>
            <a:off x="833167" y="1717200"/>
            <a:ext cx="4551900" cy="17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500"/>
              <a:buAutoNum type="arabicPeriod"/>
            </a:pPr>
            <a:r>
              <a:rPr lang="en" sz="1900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Identical distribution</a:t>
            </a:r>
            <a:endParaRPr sz="1900">
              <a:solidFill>
                <a:srgbClr val="3D85C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500"/>
              <a:buAutoNum type="arabicPeriod"/>
            </a:pPr>
            <a:r>
              <a:rPr lang="en" sz="1900" u="sng">
                <a:solidFill>
                  <a:srgbClr val="3D85C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Maximum units on a truck</a:t>
            </a:r>
            <a:r>
              <a:rPr lang="en" sz="1900">
                <a:solidFill>
                  <a:srgbClr val="3D85C6"/>
                </a:solidFill>
              </a:rPr>
              <a:t>- </a:t>
            </a:r>
            <a:r>
              <a:rPr lang="en" sz="1900" u="sng">
                <a:solidFill>
                  <a:srgbClr val="3D85C6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solution</a:t>
            </a:r>
            <a:endParaRPr sz="1900">
              <a:solidFill>
                <a:srgbClr val="3D85C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500"/>
              <a:buAutoNum type="arabicPeriod"/>
            </a:pPr>
            <a:r>
              <a:rPr lang="en" sz="1900" u="sng">
                <a:solidFill>
                  <a:srgbClr val="3D85C6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Reduce the array</a:t>
            </a:r>
            <a:endParaRPr sz="1900">
              <a:solidFill>
                <a:srgbClr val="3D85C6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500"/>
              <a:buAutoNum type="arabicPeriod"/>
            </a:pPr>
            <a:r>
              <a:rPr lang="en" sz="1900" u="sng">
                <a:solidFill>
                  <a:srgbClr val="3D85C6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Reverse complement of a DNA</a:t>
            </a:r>
            <a:endParaRPr sz="1900">
              <a:solidFill>
                <a:srgbClr val="3D85C6"/>
              </a:solidFill>
            </a:endParaRPr>
          </a:p>
        </p:txBody>
      </p:sp>
      <p:sp>
        <p:nvSpPr>
          <p:cNvPr id="546" name="Google Shape;546;p35"/>
          <p:cNvSpPr txBox="1"/>
          <p:nvPr>
            <p:ph type="ctrTitle"/>
          </p:nvPr>
        </p:nvSpPr>
        <p:spPr>
          <a:xfrm>
            <a:off x="618825" y="411675"/>
            <a:ext cx="7613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more questions with solution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Video Interview</a:t>
            </a:r>
            <a:endParaRPr b="1" sz="3000"/>
          </a:p>
        </p:txBody>
      </p:sp>
      <p:pic>
        <p:nvPicPr>
          <p:cNvPr id="552" name="Google Shape;552;p36" title="intervie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2700" y="1688750"/>
            <a:ext cx="4558325" cy="25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Video Interview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58" name="Google Shape;558;p37"/>
          <p:cNvSpPr txBox="1"/>
          <p:nvPr>
            <p:ph idx="1" type="body"/>
          </p:nvPr>
        </p:nvSpPr>
        <p:spPr>
          <a:xfrm>
            <a:off x="1054825" y="1084950"/>
            <a:ext cx="77199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Round 2(HireVue Round ):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Time Slot: 28 March 2022 to 1st April 2022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2 Hr questions were displayed on the screen.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No of Attempts given:2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Same questions for all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Questions 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Provide an example of a recent experience that you would describe as a real learning experience. Please describe the situation and outcome.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specific goals have you established for your career?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Start practicing in front of a mirror Or record yourself until you become confident enough. Take suggestions from friends, parents, and colleagues.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Code for good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4" name="Google Shape;5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869" y="1381325"/>
            <a:ext cx="5354256" cy="30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Code For Good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70" name="Google Shape;570;p39"/>
          <p:cNvSpPr txBox="1"/>
          <p:nvPr>
            <p:ph idx="1" type="body"/>
          </p:nvPr>
        </p:nvSpPr>
        <p:spPr>
          <a:xfrm>
            <a:off x="1054825" y="1084950"/>
            <a:ext cx="7602300" cy="3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Round 3(Code for Good Hackathon (Final Round)):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Time Slot: 9th June 2022 to 12th June 2022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Hackathon Conducted: 11th June 2022 to 12th June 2022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10th June : mentor meeting(Prepare yourself with good introduction covering all the points about you)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Try to decide techstack prior to Hackathon day with team.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Complete the basic necessities of project first and then go to other features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Make sure you are in mentor’s good books.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Interact with each other.(Here Interaction with mentors and team members plays a very important role)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2 One-One Interview was held with mentors.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Experience of Khushboo Bajaj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576" name="Google Shape;576;p40"/>
          <p:cNvSpPr txBox="1"/>
          <p:nvPr>
            <p:ph idx="1" type="body"/>
          </p:nvPr>
        </p:nvSpPr>
        <p:spPr>
          <a:xfrm>
            <a:off x="1054825" y="1084950"/>
            <a:ext cx="7602300" cy="3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Round 3(Code for Good Hackathon (Final Round)):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Questions asked in One-One Interaction(1st Round):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do you do in your free time 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Why JPMC?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would you prefer JPMC or Microsoft?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other companies you want to be placed in other than JPMC?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How’s everyone in the team? (Never give negative feedback about team members)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From my resume, he asked me about my Third Year project where we used payment integration.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Are you available in Mumbai, Bangalore, and Hyderabad? (Always say yes)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Are you going for further studies? (Always say No)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b="1" lang="en"/>
              <a:t>Experience of Khushboo Bajaj</a:t>
            </a:r>
            <a:endParaRPr b="1"/>
          </a:p>
        </p:txBody>
      </p:sp>
      <p:sp>
        <p:nvSpPr>
          <p:cNvPr id="582" name="Google Shape;582;p41"/>
          <p:cNvSpPr txBox="1"/>
          <p:nvPr>
            <p:ph idx="1" type="body"/>
          </p:nvPr>
        </p:nvSpPr>
        <p:spPr>
          <a:xfrm>
            <a:off x="1054825" y="1084950"/>
            <a:ext cx="7602300" cy="3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Round 3(Code for Good Hackathon (Final Round)):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Questions asked in One-One Interaction(2nd Round):This was my technical round , but it is not necessary that everybody will be getting technical questions .. So be prepare for the worst.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Data Structure used in Google Map:Graph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Algorithms used in Google Map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were your favourite subjects in Sem6?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is data mining?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is difference between SQL and NOSQL?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is the advantage of Normalisation?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do you meant by ACID?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 txBox="1"/>
          <p:nvPr>
            <p:ph idx="1" type="body"/>
          </p:nvPr>
        </p:nvSpPr>
        <p:spPr>
          <a:xfrm>
            <a:off x="1054825" y="592550"/>
            <a:ext cx="76023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Round 3(Code for Good Hackathon (Final Round)):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Questions asked in One-One Interaction(2nd Round):This was my technical round , but it is not necessary that everybody will be getting technical questions .. So be prepare for the worst.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is your favourite data structure?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 answered HashMap, so he asked me why? Because of O(1) searching.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In Real Life where we use HashMap?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Which searching algorithm is used in Tree Data Structure?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DFS(We use Stack)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BFS(We use Queue)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Time Complexity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3"/>
          <p:cNvSpPr txBox="1"/>
          <p:nvPr>
            <p:ph idx="1" type="body"/>
          </p:nvPr>
        </p:nvSpPr>
        <p:spPr>
          <a:xfrm>
            <a:off x="1071300" y="734800"/>
            <a:ext cx="7497600" cy="3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Round 3(Final Round) Contd: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Questions asked in One-One Interaction(2nd Round):This was my technical round , but it is not necessary that everybody will be getting technical questions .. So be prepare for the worst.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How do you optimise recursion?(Dynamic Programming)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How dp works?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If you want to find the factorial how dp works there?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He asked me about any questions. I asked him about the responsibilities.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Never comeback without asking questions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Try to take initiative and participate like giving presentation or explaining the project.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48 students were selected for code for good, out of which 41 students were placed.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for Good Experience</a:t>
            </a:r>
            <a:br>
              <a:rPr b="1" lang="en"/>
            </a:br>
            <a:r>
              <a:rPr b="1" lang="en"/>
              <a:t>Gauri Mahajan</a:t>
            </a:r>
            <a:endParaRPr b="1"/>
          </a:p>
        </p:txBody>
      </p:sp>
      <p:sp>
        <p:nvSpPr>
          <p:cNvPr id="598" name="Google Shape;598;p44"/>
          <p:cNvSpPr txBox="1"/>
          <p:nvPr>
            <p:ph idx="1" type="body"/>
          </p:nvPr>
        </p:nvSpPr>
        <p:spPr>
          <a:xfrm>
            <a:off x="1297500" y="1307850"/>
            <a:ext cx="4711500" cy="3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35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E599"/>
              </a:buClr>
              <a:buSzPts val="1603"/>
              <a:buFont typeface="Montserrat"/>
              <a:buChar char="●"/>
            </a:pPr>
            <a:r>
              <a:rPr b="1" lang="en" sz="1602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Some fun stuff to remember </a:t>
            </a:r>
            <a:endParaRPr b="1" sz="1602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35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3"/>
              <a:buFont typeface="Montserrat"/>
              <a:buChar char="●"/>
            </a:pPr>
            <a:r>
              <a:rPr lang="en" sz="1602">
                <a:latin typeface="Montserrat"/>
                <a:ea typeface="Montserrat"/>
                <a:cs typeface="Montserrat"/>
                <a:sym typeface="Montserrat"/>
              </a:rPr>
              <a:t>Team meet before CFG</a:t>
            </a:r>
            <a:endParaRPr sz="1602">
              <a:latin typeface="Montserrat"/>
              <a:ea typeface="Montserrat"/>
              <a:cs typeface="Montserrat"/>
              <a:sym typeface="Montserrat"/>
            </a:endParaRPr>
          </a:p>
          <a:p>
            <a:pPr indent="-33035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3"/>
              <a:buFont typeface="Montserrat"/>
              <a:buChar char="●"/>
            </a:pPr>
            <a:r>
              <a:rPr lang="en" sz="1602">
                <a:latin typeface="Montserrat"/>
                <a:ea typeface="Montserrat"/>
                <a:cs typeface="Montserrat"/>
                <a:sym typeface="Montserrat"/>
              </a:rPr>
              <a:t>At the start of the hackathon they gave us a team activity. We were told to submit a coding meme. Also decide a name for our team.</a:t>
            </a:r>
            <a:endParaRPr sz="1602">
              <a:latin typeface="Montserrat"/>
              <a:ea typeface="Montserrat"/>
              <a:cs typeface="Montserrat"/>
              <a:sym typeface="Montserrat"/>
            </a:endParaRPr>
          </a:p>
          <a:p>
            <a:pPr indent="-33035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3"/>
              <a:buFont typeface="Montserrat"/>
              <a:buChar char="●"/>
            </a:pPr>
            <a:r>
              <a:rPr lang="en" sz="1602">
                <a:latin typeface="Montserrat"/>
                <a:ea typeface="Montserrat"/>
                <a:cs typeface="Montserrat"/>
                <a:sym typeface="Montserrat"/>
              </a:rPr>
              <a:t>The  communication with your mentor and team is through their application called as “Slack”. </a:t>
            </a:r>
            <a:endParaRPr sz="1602">
              <a:latin typeface="Montserrat"/>
              <a:ea typeface="Montserrat"/>
              <a:cs typeface="Montserrat"/>
              <a:sym typeface="Montserrat"/>
            </a:endParaRPr>
          </a:p>
          <a:p>
            <a:pPr indent="-330358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3"/>
              <a:buFont typeface="Montserrat"/>
              <a:buChar char="●"/>
            </a:pPr>
            <a:r>
              <a:rPr lang="en" sz="1602">
                <a:latin typeface="Montserrat"/>
                <a:ea typeface="Montserrat"/>
                <a:cs typeface="Montserrat"/>
                <a:sym typeface="Montserrat"/>
              </a:rPr>
              <a:t>Once you get selected you receive multiple mails. </a:t>
            </a:r>
            <a:endParaRPr sz="160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2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9" name="Google Shape;5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175" y="1567550"/>
            <a:ext cx="2629876" cy="262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Good Experience</a:t>
            </a:r>
            <a:br>
              <a:rPr lang="en"/>
            </a:br>
            <a:endParaRPr/>
          </a:p>
        </p:txBody>
      </p:sp>
      <p:sp>
        <p:nvSpPr>
          <p:cNvPr id="605" name="Google Shape;605;p45"/>
          <p:cNvSpPr txBox="1"/>
          <p:nvPr>
            <p:ph idx="1" type="body"/>
          </p:nvPr>
        </p:nvSpPr>
        <p:spPr>
          <a:xfrm>
            <a:off x="1194625" y="1307850"/>
            <a:ext cx="4626300" cy="31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You are provided a link of their platform over which all the submissions and problem statements get updated.(www.c4g.bemyapp.com)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Mentor Interaction- This was in the middle of day 01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Night time is the most crucial one!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Don’t forget to commit.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Keep buffer time for checking your submissions.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Demo Video and Presentations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Goodiesssssss!!!!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6" name="Google Shape;606;p45" title="Sleepy Gif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793" y="1545187"/>
            <a:ext cx="2737532" cy="20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for Good Experience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Shubhangi Zope</a:t>
            </a:r>
            <a:endParaRPr b="1"/>
          </a:p>
        </p:txBody>
      </p:sp>
      <p:sp>
        <p:nvSpPr>
          <p:cNvPr id="612" name="Google Shape;612;p4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Try to Introduce yourself in a unique manner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Try to take the initiative, discuss as much as possible with your team, talk confidently, support &amp; listen to your teammate’s points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Try to be quick &amp; fill up the form as soon as they are releasing it.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Decide the tech stack before the hackathon after discussing with your teammates and distribute the roles accordingly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Presentation is as important as developing the solution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Just be confident &amp; yourself while talking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Some Additional Points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18" name="Google Shape;618;p4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527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8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Make sure you have well written and organised strategically resume(mention your  branch in your resume)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Good projects in your resume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You should have good hands on techstacks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Good Hands  in Problem Solving and Data Structures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You must know atleast one frontend techstack and backend techstack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Be confident in your introduce yourself(should be precise and impressive)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-3298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95"/>
              <a:buFont typeface="Montserrat"/>
              <a:buChar char="●"/>
            </a:pPr>
            <a:r>
              <a:rPr lang="en" sz="1595">
                <a:latin typeface="Montserrat"/>
                <a:ea typeface="Montserrat"/>
                <a:cs typeface="Montserrat"/>
                <a:sym typeface="Montserrat"/>
              </a:rPr>
              <a:t>Give your 100% in each round.</a:t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852"/>
              <a:buNone/>
            </a:pPr>
            <a:r>
              <a:t/>
            </a:r>
            <a:endParaRPr sz="1595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60"/>
              <a:t>Resources</a:t>
            </a:r>
            <a:endParaRPr sz="246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60"/>
          </a:p>
        </p:txBody>
      </p:sp>
      <p:sp>
        <p:nvSpPr>
          <p:cNvPr id="624" name="Google Shape;624;p4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5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95"/>
              <a:buFont typeface="Montserrat"/>
              <a:buChar char="●"/>
            </a:pPr>
            <a:r>
              <a:rPr lang="en" sz="1795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Leetcode</a:t>
            </a:r>
            <a:endParaRPr sz="1407">
              <a:latin typeface="Montserrat"/>
              <a:ea typeface="Montserrat"/>
              <a:cs typeface="Montserrat"/>
              <a:sym typeface="Montserrat"/>
            </a:endParaRPr>
          </a:p>
          <a:p>
            <a:pPr indent="-3376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7"/>
              <a:buFont typeface="Montserrat"/>
              <a:buChar char="●"/>
            </a:pPr>
            <a:r>
              <a:rPr lang="en" sz="171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GeeksForGeeks</a:t>
            </a:r>
            <a:endParaRPr sz="864">
              <a:latin typeface="Montserrat"/>
              <a:ea typeface="Montserrat"/>
              <a:cs typeface="Montserrat"/>
              <a:sym typeface="Montserrat"/>
            </a:endParaRPr>
          </a:p>
          <a:p>
            <a:pPr indent="-3376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7"/>
              <a:buFont typeface="Montserrat"/>
              <a:buChar char="●"/>
            </a:pPr>
            <a:r>
              <a:rPr lang="en" sz="171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Khushboo Bajaj Experience Letter</a:t>
            </a:r>
            <a:r>
              <a:rPr lang="en" sz="1717">
                <a:latin typeface="Montserrat"/>
                <a:ea typeface="Montserrat"/>
                <a:cs typeface="Montserrat"/>
                <a:sym typeface="Montserrat"/>
              </a:rPr>
              <a:t>(This will give you more detail )</a:t>
            </a:r>
            <a:endParaRPr sz="1717">
              <a:latin typeface="Montserrat"/>
              <a:ea typeface="Montserrat"/>
              <a:cs typeface="Montserrat"/>
              <a:sym typeface="Montserrat"/>
            </a:endParaRPr>
          </a:p>
          <a:p>
            <a:pPr indent="-3376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7"/>
              <a:buFont typeface="Montserrat"/>
              <a:buChar char="●"/>
            </a:pPr>
            <a:r>
              <a:rPr lang="en" sz="1717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Job Description</a:t>
            </a:r>
            <a:endParaRPr sz="171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86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3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86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86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07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852"/>
              <a:buNone/>
            </a:pPr>
            <a:r>
              <a:t/>
            </a:r>
            <a:endParaRPr sz="1407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Contact</a:t>
            </a:r>
            <a:endParaRPr/>
          </a:p>
        </p:txBody>
      </p:sp>
      <p:sp>
        <p:nvSpPr>
          <p:cNvPr id="630" name="Google Shape;630;p4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You can contact us on following email id for any queries or doubts.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Khushboo Bajaj -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2019khushboo.bajaj@ves.ac.in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Gauri Mahajan -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2019gauri.mahajan@ves.ac.in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Shubhangi Zope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-2019shubhangi.zope@ves.ac.in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Gunjan Lalwani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-2019gunjan.lalwani@ves.ac.in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Mina</a:t>
            </a: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l Katware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-2019minal.katware@ves.ac.in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0"/>
          <p:cNvSpPr txBox="1"/>
          <p:nvPr/>
        </p:nvSpPr>
        <p:spPr>
          <a:xfrm>
            <a:off x="1492200" y="1771350"/>
            <a:ext cx="615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36" name="Google Shape;636;p50"/>
          <p:cNvGrpSpPr/>
          <p:nvPr/>
        </p:nvGrpSpPr>
        <p:grpSpPr>
          <a:xfrm>
            <a:off x="4010643" y="2907754"/>
            <a:ext cx="972435" cy="800405"/>
            <a:chOff x="3040984" y="3681059"/>
            <a:chExt cx="356164" cy="355815"/>
          </a:xfrm>
        </p:grpSpPr>
        <p:sp>
          <p:nvSpPr>
            <p:cNvPr id="637" name="Google Shape;637;p50"/>
            <p:cNvSpPr/>
            <p:nvPr/>
          </p:nvSpPr>
          <p:spPr>
            <a:xfrm>
              <a:off x="3040984" y="3681059"/>
              <a:ext cx="356164" cy="355815"/>
            </a:xfrm>
            <a:custGeom>
              <a:rect b="b" l="l" r="r" t="t"/>
              <a:pathLst>
                <a:path extrusionOk="0" h="11205" w="11216">
                  <a:moveTo>
                    <a:pt x="5620" y="0"/>
                  </a:moveTo>
                  <a:cubicBezTo>
                    <a:pt x="4274" y="0"/>
                    <a:pt x="2965" y="488"/>
                    <a:pt x="1953" y="1369"/>
                  </a:cubicBezTo>
                  <a:cubicBezTo>
                    <a:pt x="1881" y="1429"/>
                    <a:pt x="1881" y="1536"/>
                    <a:pt x="1941" y="1608"/>
                  </a:cubicBezTo>
                  <a:cubicBezTo>
                    <a:pt x="1972" y="1645"/>
                    <a:pt x="2016" y="1663"/>
                    <a:pt x="2061" y="1663"/>
                  </a:cubicBezTo>
                  <a:cubicBezTo>
                    <a:pt x="2103" y="1663"/>
                    <a:pt x="2145" y="1648"/>
                    <a:pt x="2179" y="1620"/>
                  </a:cubicBezTo>
                  <a:cubicBezTo>
                    <a:pt x="3131" y="786"/>
                    <a:pt x="4358" y="346"/>
                    <a:pt x="5620" y="346"/>
                  </a:cubicBezTo>
                  <a:cubicBezTo>
                    <a:pt x="7013" y="346"/>
                    <a:pt x="8346" y="893"/>
                    <a:pt x="9335" y="1893"/>
                  </a:cubicBezTo>
                  <a:cubicBezTo>
                    <a:pt x="10335" y="2882"/>
                    <a:pt x="10882" y="4215"/>
                    <a:pt x="10882" y="5608"/>
                  </a:cubicBezTo>
                  <a:cubicBezTo>
                    <a:pt x="10882" y="7013"/>
                    <a:pt x="10335" y="8335"/>
                    <a:pt x="9335" y="9335"/>
                  </a:cubicBezTo>
                  <a:cubicBezTo>
                    <a:pt x="8346" y="10323"/>
                    <a:pt x="7013" y="10883"/>
                    <a:pt x="5620" y="10883"/>
                  </a:cubicBezTo>
                  <a:cubicBezTo>
                    <a:pt x="4215" y="10883"/>
                    <a:pt x="2893" y="10323"/>
                    <a:pt x="1893" y="9335"/>
                  </a:cubicBezTo>
                  <a:cubicBezTo>
                    <a:pt x="893" y="8335"/>
                    <a:pt x="345" y="7013"/>
                    <a:pt x="345" y="5608"/>
                  </a:cubicBezTo>
                  <a:cubicBezTo>
                    <a:pt x="345" y="4298"/>
                    <a:pt x="822" y="3048"/>
                    <a:pt x="1703" y="2084"/>
                  </a:cubicBezTo>
                  <a:cubicBezTo>
                    <a:pt x="1762" y="2012"/>
                    <a:pt x="1762" y="1905"/>
                    <a:pt x="1691" y="1846"/>
                  </a:cubicBezTo>
                  <a:cubicBezTo>
                    <a:pt x="1657" y="1817"/>
                    <a:pt x="1614" y="1802"/>
                    <a:pt x="1573" y="1802"/>
                  </a:cubicBezTo>
                  <a:cubicBezTo>
                    <a:pt x="1528" y="1802"/>
                    <a:pt x="1484" y="1820"/>
                    <a:pt x="1453" y="1858"/>
                  </a:cubicBezTo>
                  <a:cubicBezTo>
                    <a:pt x="512" y="2882"/>
                    <a:pt x="0" y="4227"/>
                    <a:pt x="0" y="5608"/>
                  </a:cubicBezTo>
                  <a:cubicBezTo>
                    <a:pt x="0" y="7096"/>
                    <a:pt x="583" y="8513"/>
                    <a:pt x="1643" y="9573"/>
                  </a:cubicBezTo>
                  <a:cubicBezTo>
                    <a:pt x="2703" y="10621"/>
                    <a:pt x="4096" y="11204"/>
                    <a:pt x="5608" y="11204"/>
                  </a:cubicBezTo>
                  <a:cubicBezTo>
                    <a:pt x="7108" y="11204"/>
                    <a:pt x="8501" y="10621"/>
                    <a:pt x="9561" y="9573"/>
                  </a:cubicBezTo>
                  <a:cubicBezTo>
                    <a:pt x="10620" y="8513"/>
                    <a:pt x="11204" y="7108"/>
                    <a:pt x="11204" y="5608"/>
                  </a:cubicBezTo>
                  <a:cubicBezTo>
                    <a:pt x="11216" y="4096"/>
                    <a:pt x="10632" y="2691"/>
                    <a:pt x="9573" y="1631"/>
                  </a:cubicBezTo>
                  <a:cubicBezTo>
                    <a:pt x="8525" y="572"/>
                    <a:pt x="7120" y="0"/>
                    <a:pt x="5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0"/>
            <p:cNvSpPr/>
            <p:nvPr/>
          </p:nvSpPr>
          <p:spPr>
            <a:xfrm>
              <a:off x="3183120" y="3921508"/>
              <a:ext cx="59414" cy="59382"/>
            </a:xfrm>
            <a:custGeom>
              <a:rect b="b" l="l" r="r" t="t"/>
              <a:pathLst>
                <a:path extrusionOk="0" h="1870" w="1871">
                  <a:moveTo>
                    <a:pt x="929" y="334"/>
                  </a:moveTo>
                  <a:cubicBezTo>
                    <a:pt x="1263" y="334"/>
                    <a:pt x="1549" y="608"/>
                    <a:pt x="1549" y="941"/>
                  </a:cubicBezTo>
                  <a:cubicBezTo>
                    <a:pt x="1549" y="1263"/>
                    <a:pt x="1263" y="1548"/>
                    <a:pt x="929" y="1548"/>
                  </a:cubicBezTo>
                  <a:cubicBezTo>
                    <a:pt x="608" y="1548"/>
                    <a:pt x="334" y="1287"/>
                    <a:pt x="334" y="941"/>
                  </a:cubicBezTo>
                  <a:cubicBezTo>
                    <a:pt x="334" y="596"/>
                    <a:pt x="608" y="334"/>
                    <a:pt x="929" y="334"/>
                  </a:cubicBezTo>
                  <a:close/>
                  <a:moveTo>
                    <a:pt x="929" y="1"/>
                  </a:moveTo>
                  <a:cubicBezTo>
                    <a:pt x="429" y="1"/>
                    <a:pt x="1" y="417"/>
                    <a:pt x="1" y="941"/>
                  </a:cubicBezTo>
                  <a:cubicBezTo>
                    <a:pt x="1" y="1453"/>
                    <a:pt x="417" y="1870"/>
                    <a:pt x="929" y="1870"/>
                  </a:cubicBezTo>
                  <a:cubicBezTo>
                    <a:pt x="1191" y="1870"/>
                    <a:pt x="1430" y="1775"/>
                    <a:pt x="1608" y="1596"/>
                  </a:cubicBezTo>
                  <a:cubicBezTo>
                    <a:pt x="1787" y="1417"/>
                    <a:pt x="1870" y="1179"/>
                    <a:pt x="1870" y="941"/>
                  </a:cubicBezTo>
                  <a:cubicBezTo>
                    <a:pt x="1870" y="679"/>
                    <a:pt x="1763" y="453"/>
                    <a:pt x="1584" y="263"/>
                  </a:cubicBezTo>
                  <a:cubicBezTo>
                    <a:pt x="1406" y="108"/>
                    <a:pt x="119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0"/>
            <p:cNvSpPr/>
            <p:nvPr/>
          </p:nvSpPr>
          <p:spPr>
            <a:xfrm>
              <a:off x="3149110" y="3735868"/>
              <a:ext cx="141056" cy="174716"/>
            </a:xfrm>
            <a:custGeom>
              <a:rect b="b" l="l" r="r" t="t"/>
              <a:pathLst>
                <a:path extrusionOk="0" h="5502" w="4442">
                  <a:moveTo>
                    <a:pt x="2143" y="1"/>
                  </a:moveTo>
                  <a:cubicBezTo>
                    <a:pt x="1322" y="1"/>
                    <a:pt x="810" y="286"/>
                    <a:pt x="536" y="501"/>
                  </a:cubicBezTo>
                  <a:cubicBezTo>
                    <a:pt x="191" y="786"/>
                    <a:pt x="0" y="1156"/>
                    <a:pt x="0" y="1513"/>
                  </a:cubicBezTo>
                  <a:cubicBezTo>
                    <a:pt x="0" y="1739"/>
                    <a:pt x="84" y="1941"/>
                    <a:pt x="262" y="2084"/>
                  </a:cubicBezTo>
                  <a:cubicBezTo>
                    <a:pt x="393" y="2203"/>
                    <a:pt x="596" y="2263"/>
                    <a:pt x="774" y="2263"/>
                  </a:cubicBezTo>
                  <a:cubicBezTo>
                    <a:pt x="1084" y="2263"/>
                    <a:pt x="1227" y="2049"/>
                    <a:pt x="1334" y="1894"/>
                  </a:cubicBezTo>
                  <a:cubicBezTo>
                    <a:pt x="1465" y="1679"/>
                    <a:pt x="1596" y="1489"/>
                    <a:pt x="2108" y="1489"/>
                  </a:cubicBezTo>
                  <a:cubicBezTo>
                    <a:pt x="2286" y="1489"/>
                    <a:pt x="2858" y="1525"/>
                    <a:pt x="2858" y="2001"/>
                  </a:cubicBezTo>
                  <a:cubicBezTo>
                    <a:pt x="2858" y="2358"/>
                    <a:pt x="2512" y="2632"/>
                    <a:pt x="2227" y="2858"/>
                  </a:cubicBezTo>
                  <a:cubicBezTo>
                    <a:pt x="2155" y="2918"/>
                    <a:pt x="2072" y="2965"/>
                    <a:pt x="2024" y="3025"/>
                  </a:cubicBezTo>
                  <a:cubicBezTo>
                    <a:pt x="1679" y="3323"/>
                    <a:pt x="1286" y="3763"/>
                    <a:pt x="1286" y="4668"/>
                  </a:cubicBezTo>
                  <a:cubicBezTo>
                    <a:pt x="1286" y="5180"/>
                    <a:pt x="1405" y="5501"/>
                    <a:pt x="2000" y="5501"/>
                  </a:cubicBezTo>
                  <a:cubicBezTo>
                    <a:pt x="2274" y="5501"/>
                    <a:pt x="2465" y="5442"/>
                    <a:pt x="2596" y="5323"/>
                  </a:cubicBezTo>
                  <a:cubicBezTo>
                    <a:pt x="2703" y="5216"/>
                    <a:pt x="2762" y="5085"/>
                    <a:pt x="2762" y="4918"/>
                  </a:cubicBezTo>
                  <a:cubicBezTo>
                    <a:pt x="2762" y="4430"/>
                    <a:pt x="2762" y="4192"/>
                    <a:pt x="3263" y="3787"/>
                  </a:cubicBezTo>
                  <a:lnTo>
                    <a:pt x="3286" y="3787"/>
                  </a:lnTo>
                  <a:cubicBezTo>
                    <a:pt x="3298" y="3775"/>
                    <a:pt x="3322" y="3763"/>
                    <a:pt x="3358" y="3727"/>
                  </a:cubicBezTo>
                  <a:cubicBezTo>
                    <a:pt x="3429" y="3680"/>
                    <a:pt x="3453" y="3573"/>
                    <a:pt x="3393" y="3489"/>
                  </a:cubicBezTo>
                  <a:cubicBezTo>
                    <a:pt x="3360" y="3449"/>
                    <a:pt x="3311" y="3427"/>
                    <a:pt x="3261" y="3427"/>
                  </a:cubicBezTo>
                  <a:cubicBezTo>
                    <a:pt x="3224" y="3427"/>
                    <a:pt x="3186" y="3440"/>
                    <a:pt x="3155" y="3465"/>
                  </a:cubicBezTo>
                  <a:cubicBezTo>
                    <a:pt x="3120" y="3477"/>
                    <a:pt x="3108" y="3513"/>
                    <a:pt x="3072" y="3525"/>
                  </a:cubicBezTo>
                  <a:lnTo>
                    <a:pt x="3060" y="3525"/>
                  </a:lnTo>
                  <a:cubicBezTo>
                    <a:pt x="2465" y="3989"/>
                    <a:pt x="2429" y="4346"/>
                    <a:pt x="2429" y="4906"/>
                  </a:cubicBezTo>
                  <a:cubicBezTo>
                    <a:pt x="2429" y="4977"/>
                    <a:pt x="2429" y="5156"/>
                    <a:pt x="2000" y="5156"/>
                  </a:cubicBezTo>
                  <a:cubicBezTo>
                    <a:pt x="1798" y="5156"/>
                    <a:pt x="1739" y="5120"/>
                    <a:pt x="1703" y="5085"/>
                  </a:cubicBezTo>
                  <a:cubicBezTo>
                    <a:pt x="1643" y="5025"/>
                    <a:pt x="1619" y="4882"/>
                    <a:pt x="1619" y="4656"/>
                  </a:cubicBezTo>
                  <a:cubicBezTo>
                    <a:pt x="1619" y="3882"/>
                    <a:pt x="1929" y="3513"/>
                    <a:pt x="2227" y="3251"/>
                  </a:cubicBezTo>
                  <a:cubicBezTo>
                    <a:pt x="2286" y="3215"/>
                    <a:pt x="2346" y="3156"/>
                    <a:pt x="2417" y="3108"/>
                  </a:cubicBezTo>
                  <a:cubicBezTo>
                    <a:pt x="2762" y="2858"/>
                    <a:pt x="3179" y="2525"/>
                    <a:pt x="3179" y="1989"/>
                  </a:cubicBezTo>
                  <a:cubicBezTo>
                    <a:pt x="3179" y="1465"/>
                    <a:pt x="2762" y="1144"/>
                    <a:pt x="2108" y="1144"/>
                  </a:cubicBezTo>
                  <a:cubicBezTo>
                    <a:pt x="1417" y="1144"/>
                    <a:pt x="1215" y="1453"/>
                    <a:pt x="1048" y="1691"/>
                  </a:cubicBezTo>
                  <a:cubicBezTo>
                    <a:pt x="941" y="1858"/>
                    <a:pt x="881" y="1918"/>
                    <a:pt x="750" y="1918"/>
                  </a:cubicBezTo>
                  <a:cubicBezTo>
                    <a:pt x="572" y="1918"/>
                    <a:pt x="322" y="1810"/>
                    <a:pt x="322" y="1513"/>
                  </a:cubicBezTo>
                  <a:cubicBezTo>
                    <a:pt x="322" y="1322"/>
                    <a:pt x="429" y="1025"/>
                    <a:pt x="738" y="775"/>
                  </a:cubicBezTo>
                  <a:cubicBezTo>
                    <a:pt x="977" y="572"/>
                    <a:pt x="1405" y="334"/>
                    <a:pt x="2131" y="334"/>
                  </a:cubicBezTo>
                  <a:cubicBezTo>
                    <a:pt x="3298" y="334"/>
                    <a:pt x="4120" y="953"/>
                    <a:pt x="4120" y="1822"/>
                  </a:cubicBezTo>
                  <a:cubicBezTo>
                    <a:pt x="4120" y="2227"/>
                    <a:pt x="3941" y="2644"/>
                    <a:pt x="3596" y="3037"/>
                  </a:cubicBezTo>
                  <a:cubicBezTo>
                    <a:pt x="3524" y="3096"/>
                    <a:pt x="3536" y="3203"/>
                    <a:pt x="3596" y="3263"/>
                  </a:cubicBezTo>
                  <a:cubicBezTo>
                    <a:pt x="3629" y="3290"/>
                    <a:pt x="3669" y="3305"/>
                    <a:pt x="3709" y="3305"/>
                  </a:cubicBezTo>
                  <a:cubicBezTo>
                    <a:pt x="3755" y="3305"/>
                    <a:pt x="3802" y="3284"/>
                    <a:pt x="3834" y="3239"/>
                  </a:cubicBezTo>
                  <a:cubicBezTo>
                    <a:pt x="4239" y="2787"/>
                    <a:pt x="4441" y="2310"/>
                    <a:pt x="4441" y="1810"/>
                  </a:cubicBezTo>
                  <a:cubicBezTo>
                    <a:pt x="4441" y="1287"/>
                    <a:pt x="4203" y="834"/>
                    <a:pt x="3786" y="501"/>
                  </a:cubicBezTo>
                  <a:cubicBezTo>
                    <a:pt x="3370" y="179"/>
                    <a:pt x="2798" y="1"/>
                    <a:pt x="21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1"/>
          <p:cNvSpPr txBox="1"/>
          <p:nvPr/>
        </p:nvSpPr>
        <p:spPr>
          <a:xfrm>
            <a:off x="1588800" y="798275"/>
            <a:ext cx="5966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r>
              <a:rPr b="1" lang="en" sz="3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&amp; All the besttt!!!</a:t>
            </a:r>
            <a:endParaRPr b="1" sz="3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5" name="Google Shape;645;p51"/>
          <p:cNvPicPr preferRelativeResize="0"/>
          <p:nvPr/>
        </p:nvPicPr>
        <p:blipFill rotWithShape="1">
          <a:blip r:embed="rId3">
            <a:alphaModFix/>
          </a:blip>
          <a:srcRect b="0" l="0" r="19980" t="0"/>
          <a:stretch/>
        </p:blipFill>
        <p:spPr>
          <a:xfrm>
            <a:off x="3112287" y="1958825"/>
            <a:ext cx="2919438" cy="24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