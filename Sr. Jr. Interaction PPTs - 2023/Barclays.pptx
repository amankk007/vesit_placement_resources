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Advent Pro SemiBold"/>
      <p:regular r:id="rId34"/>
      <p:bold r:id="rId35"/>
      <p:italic r:id="rId36"/>
      <p:boldItalic r:id="rId37"/>
    </p:embeddedFont>
    <p:embeddedFont>
      <p:font typeface="Lato"/>
      <p:regular r:id="rId38"/>
      <p:bold r:id="rId39"/>
      <p:italic r:id="rId40"/>
      <p:boldItalic r:id="rId41"/>
    </p:embeddedFont>
    <p:embeddedFont>
      <p:font typeface="Montserrat"/>
      <p:regular r:id="rId42"/>
      <p:bold r:id="rId43"/>
      <p:italic r:id="rId44"/>
      <p:boldItalic r:id="rId45"/>
    </p:embeddedFont>
    <p:embeddedFont>
      <p:font typeface="Fira Sans Extra Condensed Medium"/>
      <p:regular r:id="rId46"/>
      <p:bold r:id="rId47"/>
      <p:italic r:id="rId48"/>
      <p:boldItalic r:id="rId49"/>
    </p:embeddedFont>
    <p:embeddedFont>
      <p:font typeface="Fira Sans Condensed Medium"/>
      <p:regular r:id="rId50"/>
      <p:bold r:id="rId51"/>
      <p:italic r:id="rId52"/>
      <p:boldItalic r:id="rId53"/>
    </p:embeddedFont>
    <p:embeddedFont>
      <p:font typeface="Maven Pro"/>
      <p:regular r:id="rId54"/>
      <p:bold r:id="rId55"/>
    </p:embeddedFont>
    <p:embeddedFont>
      <p:font typeface="Share Tech"/>
      <p:regular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italic.fntdata"/><Relationship Id="rId42" Type="http://schemas.openxmlformats.org/officeDocument/2006/relationships/font" Target="fonts/Montserrat-regular.fntdata"/><Relationship Id="rId41" Type="http://schemas.openxmlformats.org/officeDocument/2006/relationships/font" Target="fonts/Lato-boldItalic.fntdata"/><Relationship Id="rId44" Type="http://schemas.openxmlformats.org/officeDocument/2006/relationships/font" Target="fonts/Montserrat-italic.fntdata"/><Relationship Id="rId43" Type="http://schemas.openxmlformats.org/officeDocument/2006/relationships/font" Target="fonts/Montserrat-bold.fntdata"/><Relationship Id="rId46" Type="http://schemas.openxmlformats.org/officeDocument/2006/relationships/font" Target="fonts/FiraSansExtraCondensedMedium-regular.fntdata"/><Relationship Id="rId45" Type="http://schemas.openxmlformats.org/officeDocument/2006/relationships/font" Target="fonts/Montserra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FiraSansExtraCondensedMedium-italic.fntdata"/><Relationship Id="rId47" Type="http://schemas.openxmlformats.org/officeDocument/2006/relationships/font" Target="fonts/FiraSansExtraCondensedMedium-bold.fntdata"/><Relationship Id="rId49" Type="http://schemas.openxmlformats.org/officeDocument/2006/relationships/font" Target="fonts/FiraSansExtraCondensedMedium-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AdventProSemiBold-bold.fntdata"/><Relationship Id="rId34" Type="http://schemas.openxmlformats.org/officeDocument/2006/relationships/font" Target="fonts/AdventProSemiBold-regular.fntdata"/><Relationship Id="rId37" Type="http://schemas.openxmlformats.org/officeDocument/2006/relationships/font" Target="fonts/AdventProSemiBold-boldItalic.fntdata"/><Relationship Id="rId36" Type="http://schemas.openxmlformats.org/officeDocument/2006/relationships/font" Target="fonts/AdventProSemiBold-italic.fntdata"/><Relationship Id="rId39" Type="http://schemas.openxmlformats.org/officeDocument/2006/relationships/font" Target="fonts/Lato-bold.fntdata"/><Relationship Id="rId38" Type="http://schemas.openxmlformats.org/officeDocument/2006/relationships/font" Target="fonts/Lato-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FiraSansCondensedMedium-bold.fntdata"/><Relationship Id="rId50" Type="http://schemas.openxmlformats.org/officeDocument/2006/relationships/font" Target="fonts/FiraSansCondensedMedium-regular.fntdata"/><Relationship Id="rId53" Type="http://schemas.openxmlformats.org/officeDocument/2006/relationships/font" Target="fonts/FiraSansCondensedMedium-boldItalic.fntdata"/><Relationship Id="rId52" Type="http://schemas.openxmlformats.org/officeDocument/2006/relationships/font" Target="fonts/FiraSansCondensedMedium-italic.fntdata"/><Relationship Id="rId11" Type="http://schemas.openxmlformats.org/officeDocument/2006/relationships/slide" Target="slides/slide6.xml"/><Relationship Id="rId55" Type="http://schemas.openxmlformats.org/officeDocument/2006/relationships/font" Target="fonts/MavenPro-bold.fntdata"/><Relationship Id="rId10" Type="http://schemas.openxmlformats.org/officeDocument/2006/relationships/slide" Target="slides/slide5.xml"/><Relationship Id="rId54" Type="http://schemas.openxmlformats.org/officeDocument/2006/relationships/font" Target="fonts/MavenPro-regular.fntdata"/><Relationship Id="rId13" Type="http://schemas.openxmlformats.org/officeDocument/2006/relationships/slide" Target="slides/slide8.xml"/><Relationship Id="rId12" Type="http://schemas.openxmlformats.org/officeDocument/2006/relationships/slide" Target="slides/slide7.xml"/><Relationship Id="rId56" Type="http://schemas.openxmlformats.org/officeDocument/2006/relationships/font" Target="fonts/ShareTech-regular.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210de08db67_1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210de08db67_1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20f4ac064bb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4" name="Google Shape;444;g20f4ac064bb_0_3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0f4ac064bb_0_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g20f4ac064bb_0_6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20f4ac064bb_0_7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6" name="Google Shape;456;g20f4ac064bb_0_7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20fedf7364e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2" name="Google Shape;462;g20fedf7364e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0fedf7364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8" name="Google Shape;468;g20fedf7364e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0fedf7364e_1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4" name="Google Shape;474;g20fedf7364e_1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210de08db67_1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0" name="Google Shape;480;g210de08db67_1_4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20fedf7364e_1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20fedf7364e_1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20fedf7364e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2" name="Google Shape;492;g20fedf7364e_5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210de08db67_1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8" name="Google Shape;498;g210de08db67_1_4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210de08db67_1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4" name="Google Shape;504;g210de08db67_1_4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20fedf7364e_5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0" name="Google Shape;510;g20fedf7364e_5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20fedf7364e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20fedf7364e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0fedf7364e_6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20fedf7364e_6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210de08db67_1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210de08db67_1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20fedf7364e_6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20fedf7364e_6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210de08db67_1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210de08db67_1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20fedf7364e_1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20fedf7364e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20fedf7364e_1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20fedf7364e_1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20fedf7364e_1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20fedf7364e_1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20fedf7364e_1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20fedf7364e_1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210f020e481_6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210f020e481_6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210f020e481_6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210f020e481_6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210f020e481_6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210f020e481_6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210f020e481_6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210f020e481_6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210de08db67_1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210de08db67_1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210de08db67_1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210de08db67_1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561650" y="751888"/>
            <a:ext cx="60207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solidFill>
                  <a:schemeClr val="lt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2924250" y="2804488"/>
            <a:ext cx="32955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 name="Google Shape;11;p2"/>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13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29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 name="Google Shape;17;p2"/>
          <p:cNvGrpSpPr/>
          <p:nvPr/>
        </p:nvGrpSpPr>
        <p:grpSpPr>
          <a:xfrm>
            <a:off x="8263682" y="-434366"/>
            <a:ext cx="188886" cy="1181531"/>
            <a:chOff x="2877432" y="975334"/>
            <a:chExt cx="188886" cy="1181531"/>
          </a:xfrm>
        </p:grpSpPr>
        <p:sp>
          <p:nvSpPr>
            <p:cNvPr id="18" name="Google Shape;18;p2"/>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2"/>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 name="Google Shape;22;p2"/>
          <p:cNvGrpSpPr/>
          <p:nvPr/>
        </p:nvGrpSpPr>
        <p:grpSpPr>
          <a:xfrm>
            <a:off x="3090746" y="-533657"/>
            <a:ext cx="98059" cy="1147596"/>
            <a:chOff x="3347921" y="16006"/>
            <a:chExt cx="98059" cy="1147596"/>
          </a:xfrm>
        </p:grpSpPr>
        <p:sp>
          <p:nvSpPr>
            <p:cNvPr id="23" name="Google Shape;23;p2"/>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29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 name="Google Shape;25;p2"/>
          <p:cNvGrpSpPr/>
          <p:nvPr/>
        </p:nvGrpSpPr>
        <p:grpSpPr>
          <a:xfrm>
            <a:off x="4892771" y="-340112"/>
            <a:ext cx="121172" cy="760495"/>
            <a:chOff x="5245196" y="3136513"/>
            <a:chExt cx="121172" cy="760495"/>
          </a:xfrm>
        </p:grpSpPr>
        <p:sp>
          <p:nvSpPr>
            <p:cNvPr id="26" name="Google Shape;26;p2"/>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 name="Google Shape;28;p2"/>
          <p:cNvGrpSpPr/>
          <p:nvPr/>
        </p:nvGrpSpPr>
        <p:grpSpPr>
          <a:xfrm>
            <a:off x="250617" y="2402301"/>
            <a:ext cx="188650" cy="2468354"/>
            <a:chOff x="250617" y="2402301"/>
            <a:chExt cx="188650" cy="2468354"/>
          </a:xfrm>
        </p:grpSpPr>
        <p:sp>
          <p:nvSpPr>
            <p:cNvPr id="29" name="Google Shape;29;p2"/>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 name="Google Shape;33;p2"/>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 name="Google Shape;35;p2"/>
          <p:cNvGrpSpPr/>
          <p:nvPr/>
        </p:nvGrpSpPr>
        <p:grpSpPr>
          <a:xfrm>
            <a:off x="2038689" y="173907"/>
            <a:ext cx="57599" cy="831799"/>
            <a:chOff x="2038689" y="173907"/>
            <a:chExt cx="57599" cy="831799"/>
          </a:xfrm>
        </p:grpSpPr>
        <p:sp>
          <p:nvSpPr>
            <p:cNvPr id="36" name="Google Shape;36;p2"/>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3"/>
          <p:cNvSpPr/>
          <p:nvPr/>
        </p:nvSpPr>
        <p:spPr>
          <a:xfrm>
            <a:off x="720239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 name="Google Shape;41;p3"/>
          <p:cNvGrpSpPr/>
          <p:nvPr/>
        </p:nvGrpSpPr>
        <p:grpSpPr>
          <a:xfrm>
            <a:off x="8263682" y="-434366"/>
            <a:ext cx="188886" cy="1181531"/>
            <a:chOff x="2877432" y="975334"/>
            <a:chExt cx="188886" cy="1181531"/>
          </a:xfrm>
        </p:grpSpPr>
        <p:sp>
          <p:nvSpPr>
            <p:cNvPr id="42" name="Google Shape;42;p3"/>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3"/>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 name="Google Shape;46;p3"/>
          <p:cNvGrpSpPr/>
          <p:nvPr/>
        </p:nvGrpSpPr>
        <p:grpSpPr>
          <a:xfrm>
            <a:off x="3643898" y="-436198"/>
            <a:ext cx="133252" cy="1952377"/>
            <a:chOff x="6780548" y="337714"/>
            <a:chExt cx="133252" cy="1952377"/>
          </a:xfrm>
        </p:grpSpPr>
        <p:sp>
          <p:nvSpPr>
            <p:cNvPr id="47" name="Google Shape;47;p3"/>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3"/>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 name="Google Shape;50;p3"/>
          <p:cNvGrpSpPr/>
          <p:nvPr/>
        </p:nvGrpSpPr>
        <p:grpSpPr>
          <a:xfrm>
            <a:off x="8008096" y="2108910"/>
            <a:ext cx="199001" cy="2139769"/>
            <a:chOff x="8008096" y="2108910"/>
            <a:chExt cx="199001" cy="2139769"/>
          </a:xfrm>
        </p:grpSpPr>
        <p:sp>
          <p:nvSpPr>
            <p:cNvPr id="51" name="Google Shape;51;p3"/>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 name="Google Shape;53;p3"/>
          <p:cNvGrpSpPr/>
          <p:nvPr/>
        </p:nvGrpSpPr>
        <p:grpSpPr>
          <a:xfrm>
            <a:off x="520996" y="1091548"/>
            <a:ext cx="199001" cy="2139769"/>
            <a:chOff x="8008096" y="2108910"/>
            <a:chExt cx="199001" cy="2139769"/>
          </a:xfrm>
        </p:grpSpPr>
        <p:sp>
          <p:nvSpPr>
            <p:cNvPr id="54" name="Google Shape;54;p3"/>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 name="Google Shape;56;p3"/>
          <p:cNvSpPr txBox="1"/>
          <p:nvPr>
            <p:ph type="ctrTitle"/>
          </p:nvPr>
        </p:nvSpPr>
        <p:spPr>
          <a:xfrm>
            <a:off x="2031287" y="1742775"/>
            <a:ext cx="2622000" cy="8373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000000"/>
              </a:buClr>
              <a:buSzPts val="1200"/>
              <a:buNone/>
              <a:defRPr sz="4800">
                <a:solidFill>
                  <a:schemeClr val="lt1"/>
                </a:solidFill>
              </a:defRPr>
            </a:lvl1pPr>
            <a:lvl2pPr lvl="1" rtl="0">
              <a:spcBef>
                <a:spcPts val="0"/>
              </a:spcBef>
              <a:spcAft>
                <a:spcPts val="0"/>
              </a:spcAft>
              <a:buClr>
                <a:srgbClr val="000000"/>
              </a:buClr>
              <a:buSzPts val="1200"/>
              <a:buNone/>
              <a:defRPr sz="1200">
                <a:solidFill>
                  <a:srgbClr val="000000"/>
                </a:solidFill>
              </a:defRPr>
            </a:lvl2pPr>
            <a:lvl3pPr lvl="2" rtl="0">
              <a:spcBef>
                <a:spcPts val="0"/>
              </a:spcBef>
              <a:spcAft>
                <a:spcPts val="0"/>
              </a:spcAft>
              <a:buClr>
                <a:srgbClr val="000000"/>
              </a:buClr>
              <a:buSzPts val="1200"/>
              <a:buNone/>
              <a:defRPr sz="1200">
                <a:solidFill>
                  <a:srgbClr val="000000"/>
                </a:solidFill>
              </a:defRPr>
            </a:lvl3pPr>
            <a:lvl4pPr lvl="3" rtl="0">
              <a:spcBef>
                <a:spcPts val="0"/>
              </a:spcBef>
              <a:spcAft>
                <a:spcPts val="0"/>
              </a:spcAft>
              <a:buClr>
                <a:srgbClr val="000000"/>
              </a:buClr>
              <a:buSzPts val="1200"/>
              <a:buNone/>
              <a:defRPr sz="1200">
                <a:solidFill>
                  <a:srgbClr val="000000"/>
                </a:solidFill>
              </a:defRPr>
            </a:lvl4pPr>
            <a:lvl5pPr lvl="4" rtl="0">
              <a:spcBef>
                <a:spcPts val="0"/>
              </a:spcBef>
              <a:spcAft>
                <a:spcPts val="0"/>
              </a:spcAft>
              <a:buClr>
                <a:srgbClr val="000000"/>
              </a:buClr>
              <a:buSzPts val="1200"/>
              <a:buNone/>
              <a:defRPr sz="1200">
                <a:solidFill>
                  <a:srgbClr val="000000"/>
                </a:solidFill>
              </a:defRPr>
            </a:lvl5pPr>
            <a:lvl6pPr lvl="5" rtl="0">
              <a:spcBef>
                <a:spcPts val="0"/>
              </a:spcBef>
              <a:spcAft>
                <a:spcPts val="0"/>
              </a:spcAft>
              <a:buClr>
                <a:srgbClr val="000000"/>
              </a:buClr>
              <a:buSzPts val="1200"/>
              <a:buNone/>
              <a:defRPr sz="1200">
                <a:solidFill>
                  <a:srgbClr val="000000"/>
                </a:solidFill>
              </a:defRPr>
            </a:lvl6pPr>
            <a:lvl7pPr lvl="6" rtl="0">
              <a:spcBef>
                <a:spcPts val="0"/>
              </a:spcBef>
              <a:spcAft>
                <a:spcPts val="0"/>
              </a:spcAft>
              <a:buClr>
                <a:srgbClr val="000000"/>
              </a:buClr>
              <a:buSzPts val="1200"/>
              <a:buNone/>
              <a:defRPr sz="1200">
                <a:solidFill>
                  <a:srgbClr val="000000"/>
                </a:solidFill>
              </a:defRPr>
            </a:lvl7pPr>
            <a:lvl8pPr lvl="7" rtl="0">
              <a:spcBef>
                <a:spcPts val="0"/>
              </a:spcBef>
              <a:spcAft>
                <a:spcPts val="0"/>
              </a:spcAft>
              <a:buClr>
                <a:srgbClr val="000000"/>
              </a:buClr>
              <a:buSzPts val="1200"/>
              <a:buNone/>
              <a:defRPr sz="1200">
                <a:solidFill>
                  <a:srgbClr val="000000"/>
                </a:solidFill>
              </a:defRPr>
            </a:lvl8pPr>
            <a:lvl9pPr lvl="8" rtl="0">
              <a:spcBef>
                <a:spcPts val="0"/>
              </a:spcBef>
              <a:spcAft>
                <a:spcPts val="0"/>
              </a:spcAft>
              <a:buClr>
                <a:srgbClr val="000000"/>
              </a:buClr>
              <a:buSzPts val="1200"/>
              <a:buNone/>
              <a:defRPr sz="1200">
                <a:solidFill>
                  <a:srgbClr val="000000"/>
                </a:solidFill>
              </a:defRPr>
            </a:lvl9pPr>
          </a:lstStyle>
          <a:p/>
        </p:txBody>
      </p:sp>
      <p:sp>
        <p:nvSpPr>
          <p:cNvPr id="57" name="Google Shape;57;p3"/>
          <p:cNvSpPr txBox="1"/>
          <p:nvPr>
            <p:ph idx="1" type="subTitle"/>
          </p:nvPr>
        </p:nvSpPr>
        <p:spPr>
          <a:xfrm>
            <a:off x="1791587" y="2417450"/>
            <a:ext cx="3101400" cy="104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p:txBody>
      </p:sp>
      <p:sp>
        <p:nvSpPr>
          <p:cNvPr id="58" name="Google Shape;58;p3"/>
          <p:cNvSpPr txBox="1"/>
          <p:nvPr>
            <p:ph hasCustomPrompt="1" idx="2" type="title"/>
          </p:nvPr>
        </p:nvSpPr>
        <p:spPr>
          <a:xfrm>
            <a:off x="5834900" y="2122225"/>
            <a:ext cx="9810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000000"/>
              </a:buClr>
              <a:buSzPts val="4800"/>
              <a:buNone/>
              <a:defRPr sz="6000"/>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9" name="Shape 59"/>
        <p:cNvGrpSpPr/>
        <p:nvPr/>
      </p:nvGrpSpPr>
      <p:grpSpPr>
        <a:xfrm>
          <a:off x="0" y="0"/>
          <a:ext cx="0" cy="0"/>
          <a:chOff x="0" y="0"/>
          <a:chExt cx="0" cy="0"/>
        </a:xfrm>
      </p:grpSpPr>
      <p:sp>
        <p:nvSpPr>
          <p:cNvPr id="60" name="Google Shape;60;p4"/>
          <p:cNvSpPr txBox="1"/>
          <p:nvPr>
            <p:ph idx="1" type="body"/>
          </p:nvPr>
        </p:nvSpPr>
        <p:spPr>
          <a:xfrm>
            <a:off x="618825" y="1679175"/>
            <a:ext cx="3534300" cy="20901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61" name="Google Shape;61;p4"/>
          <p:cNvSpPr txBox="1"/>
          <p:nvPr>
            <p:ph type="ctrTitle"/>
          </p:nvPr>
        </p:nvSpPr>
        <p:spPr>
          <a:xfrm>
            <a:off x="618825" y="411675"/>
            <a:ext cx="26865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62" name="Google Shape;62;p4"/>
          <p:cNvSpPr/>
          <p:nvPr/>
        </p:nvSpPr>
        <p:spPr>
          <a:xfrm>
            <a:off x="720000" y="46901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2058475" y="41522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a:off x="1432075" y="429640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2194725" y="44747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
          <p:cNvSpPr/>
          <p:nvPr/>
        </p:nvSpPr>
        <p:spPr>
          <a:xfrm>
            <a:off x="1585475" y="469551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 name="Google Shape;67;p4"/>
          <p:cNvGrpSpPr/>
          <p:nvPr/>
        </p:nvGrpSpPr>
        <p:grpSpPr>
          <a:xfrm>
            <a:off x="8148521" y="3004593"/>
            <a:ext cx="98059" cy="1147596"/>
            <a:chOff x="3347921" y="16006"/>
            <a:chExt cx="98059" cy="1147596"/>
          </a:xfrm>
        </p:grpSpPr>
        <p:sp>
          <p:nvSpPr>
            <p:cNvPr id="68" name="Google Shape;68;p4"/>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29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 name="Google Shape;70;p4"/>
          <p:cNvGrpSpPr/>
          <p:nvPr/>
        </p:nvGrpSpPr>
        <p:grpSpPr>
          <a:xfrm>
            <a:off x="281421" y="3769263"/>
            <a:ext cx="121172" cy="760495"/>
            <a:chOff x="5245196" y="3136513"/>
            <a:chExt cx="121172" cy="760495"/>
          </a:xfrm>
        </p:grpSpPr>
        <p:sp>
          <p:nvSpPr>
            <p:cNvPr id="71" name="Google Shape;71;p4"/>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 name="Google Shape;73;p4"/>
          <p:cNvGrpSpPr/>
          <p:nvPr/>
        </p:nvGrpSpPr>
        <p:grpSpPr>
          <a:xfrm>
            <a:off x="8534739" y="4069632"/>
            <a:ext cx="57599" cy="831799"/>
            <a:chOff x="2038689" y="173907"/>
            <a:chExt cx="57599" cy="831799"/>
          </a:xfrm>
        </p:grpSpPr>
        <p:sp>
          <p:nvSpPr>
            <p:cNvPr id="74" name="Google Shape;74;p4"/>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4"/>
          <p:cNvSpPr/>
          <p:nvPr/>
        </p:nvSpPr>
        <p:spPr>
          <a:xfrm>
            <a:off x="7686100" y="45688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8868125" y="376926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8" name="Shape 78"/>
        <p:cNvGrpSpPr/>
        <p:nvPr/>
      </p:nvGrpSpPr>
      <p:grpSpPr>
        <a:xfrm>
          <a:off x="0" y="0"/>
          <a:ext cx="0" cy="0"/>
          <a:chOff x="0" y="0"/>
          <a:chExt cx="0" cy="0"/>
        </a:xfrm>
      </p:grpSpPr>
      <p:sp>
        <p:nvSpPr>
          <p:cNvPr id="79" name="Google Shape;79;p5"/>
          <p:cNvSpPr txBox="1"/>
          <p:nvPr>
            <p:ph type="ctrTitle"/>
          </p:nvPr>
        </p:nvSpPr>
        <p:spPr>
          <a:xfrm>
            <a:off x="923625" y="1196026"/>
            <a:ext cx="982200" cy="5778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rgbClr val="000000"/>
              </a:buClr>
              <a:buSzPts val="1800"/>
              <a:buFont typeface="Fira Sans Condensed Medium"/>
              <a:buNone/>
              <a:defRPr sz="2400">
                <a:solidFill>
                  <a:schemeClr val="lt1"/>
                </a:solidFill>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80" name="Google Shape;80;p5"/>
          <p:cNvSpPr txBox="1"/>
          <p:nvPr>
            <p:ph idx="1" type="subTitle"/>
          </p:nvPr>
        </p:nvSpPr>
        <p:spPr>
          <a:xfrm>
            <a:off x="923637" y="1684093"/>
            <a:ext cx="2620500" cy="111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81" name="Google Shape;81;p5"/>
          <p:cNvSpPr txBox="1"/>
          <p:nvPr>
            <p:ph idx="2" type="ctrTitle"/>
          </p:nvPr>
        </p:nvSpPr>
        <p:spPr>
          <a:xfrm>
            <a:off x="7050379" y="1196025"/>
            <a:ext cx="1137300" cy="5778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Clr>
                <a:srgbClr val="000000"/>
              </a:buClr>
              <a:buSzPts val="1800"/>
              <a:buFont typeface="Fira Sans Condensed Medium"/>
              <a:buNone/>
              <a:defRPr sz="2400">
                <a:solidFill>
                  <a:schemeClr val="lt1"/>
                </a:solidFill>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82" name="Google Shape;82;p5"/>
          <p:cNvSpPr txBox="1"/>
          <p:nvPr>
            <p:ph idx="3" type="subTitle"/>
          </p:nvPr>
        </p:nvSpPr>
        <p:spPr>
          <a:xfrm>
            <a:off x="5450166" y="1684093"/>
            <a:ext cx="2737500" cy="1112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83" name="Google Shape;83;p5"/>
          <p:cNvSpPr txBox="1"/>
          <p:nvPr>
            <p:ph idx="4" type="ctrTitle"/>
          </p:nvPr>
        </p:nvSpPr>
        <p:spPr>
          <a:xfrm>
            <a:off x="618825" y="411675"/>
            <a:ext cx="46182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84" name="Google Shape;84;p5"/>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5"/>
          <p:cNvGrpSpPr/>
          <p:nvPr/>
        </p:nvGrpSpPr>
        <p:grpSpPr>
          <a:xfrm>
            <a:off x="6626134" y="-164562"/>
            <a:ext cx="121172" cy="760495"/>
            <a:chOff x="5245196" y="3136513"/>
            <a:chExt cx="121172" cy="760495"/>
          </a:xfrm>
        </p:grpSpPr>
        <p:sp>
          <p:nvSpPr>
            <p:cNvPr id="89" name="Google Shape;89;p5"/>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5"/>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3" name="Shape 93"/>
        <p:cNvGrpSpPr/>
        <p:nvPr/>
      </p:nvGrpSpPr>
      <p:grpSpPr>
        <a:xfrm>
          <a:off x="0" y="0"/>
          <a:ext cx="0" cy="0"/>
          <a:chOff x="0" y="0"/>
          <a:chExt cx="0" cy="0"/>
        </a:xfrm>
      </p:grpSpPr>
      <p:sp>
        <p:nvSpPr>
          <p:cNvPr id="94" name="Google Shape;94;p6"/>
          <p:cNvSpPr txBox="1"/>
          <p:nvPr>
            <p:ph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95" name="Google Shape;95;p6"/>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p7"/>
          <p:cNvSpPr txBox="1"/>
          <p:nvPr>
            <p:ph idx="1" type="body"/>
          </p:nvPr>
        </p:nvSpPr>
        <p:spPr>
          <a:xfrm>
            <a:off x="618306" y="2199025"/>
            <a:ext cx="1905900" cy="1296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6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07" name="Google Shape;107;p7"/>
          <p:cNvSpPr txBox="1"/>
          <p:nvPr>
            <p:ph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108" name="Google Shape;108;p7"/>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 name="Google Shape;112;p7"/>
          <p:cNvGrpSpPr/>
          <p:nvPr/>
        </p:nvGrpSpPr>
        <p:grpSpPr>
          <a:xfrm>
            <a:off x="6626134" y="-164562"/>
            <a:ext cx="121172" cy="760495"/>
            <a:chOff x="5245196" y="3136513"/>
            <a:chExt cx="121172" cy="760495"/>
          </a:xfrm>
        </p:grpSpPr>
        <p:sp>
          <p:nvSpPr>
            <p:cNvPr id="113" name="Google Shape;113;p7"/>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 name="Google Shape;115;p7"/>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7" name="Shape 117"/>
        <p:cNvGrpSpPr/>
        <p:nvPr/>
      </p:nvGrpSpPr>
      <p:grpSpPr>
        <a:xfrm>
          <a:off x="0" y="0"/>
          <a:ext cx="0" cy="0"/>
          <a:chOff x="0" y="0"/>
          <a:chExt cx="0" cy="0"/>
        </a:xfrm>
      </p:grpSpPr>
      <p:sp>
        <p:nvSpPr>
          <p:cNvPr id="118" name="Google Shape;118;p8"/>
          <p:cNvSpPr txBox="1"/>
          <p:nvPr>
            <p:ph type="title"/>
          </p:nvPr>
        </p:nvSpPr>
        <p:spPr>
          <a:xfrm>
            <a:off x="2037000" y="1496400"/>
            <a:ext cx="5070000" cy="21507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19" name="Google Shape;119;p8"/>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13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
          <p:cNvSpPr/>
          <p:nvPr/>
        </p:nvSpPr>
        <p:spPr>
          <a:xfrm>
            <a:off x="2307882" y="3002386"/>
            <a:ext cx="104086" cy="104322"/>
          </a:xfrm>
          <a:custGeom>
            <a:rect b="b" l="l" r="r" t="t"/>
            <a:pathLst>
              <a:path extrusionOk="0" fill="none" h="3981" w="3972">
                <a:moveTo>
                  <a:pt x="1" y="1"/>
                </a:moveTo>
                <a:lnTo>
                  <a:pt x="3972" y="1"/>
                </a:lnTo>
                <a:lnTo>
                  <a:pt x="3972" y="3981"/>
                </a:lnTo>
                <a:lnTo>
                  <a:pt x="1" y="3981"/>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 name="Google Shape;125;p8"/>
          <p:cNvGrpSpPr/>
          <p:nvPr/>
        </p:nvGrpSpPr>
        <p:grpSpPr>
          <a:xfrm>
            <a:off x="8263682" y="-434366"/>
            <a:ext cx="188886" cy="1181531"/>
            <a:chOff x="2877432" y="975334"/>
            <a:chExt cx="188886" cy="1181531"/>
          </a:xfrm>
        </p:grpSpPr>
        <p:sp>
          <p:nvSpPr>
            <p:cNvPr id="126" name="Google Shape;126;p8"/>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8"/>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
          <p:cNvSpPr/>
          <p:nvPr/>
        </p:nvSpPr>
        <p:spPr>
          <a:xfrm>
            <a:off x="6293004" y="835609"/>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1778504" y="2156778"/>
            <a:ext cx="119993" cy="119966"/>
          </a:xfrm>
          <a:custGeom>
            <a:rect b="b" l="l" r="r" t="t"/>
            <a:pathLst>
              <a:path extrusionOk="0" h="4578" w="4579">
                <a:moveTo>
                  <a:pt x="1" y="0"/>
                </a:moveTo>
                <a:lnTo>
                  <a:pt x="1" y="4578"/>
                </a:lnTo>
                <a:lnTo>
                  <a:pt x="4578" y="4578"/>
                </a:lnTo>
                <a:lnTo>
                  <a:pt x="457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2" name="Google Shape;132;p8"/>
          <p:cNvGrpSpPr/>
          <p:nvPr/>
        </p:nvGrpSpPr>
        <p:grpSpPr>
          <a:xfrm>
            <a:off x="3090746" y="-533657"/>
            <a:ext cx="98059" cy="1147596"/>
            <a:chOff x="3347921" y="16006"/>
            <a:chExt cx="98059" cy="1147596"/>
          </a:xfrm>
        </p:grpSpPr>
        <p:sp>
          <p:nvSpPr>
            <p:cNvPr id="133" name="Google Shape;133;p8"/>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29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 name="Google Shape;135;p8"/>
          <p:cNvGrpSpPr/>
          <p:nvPr/>
        </p:nvGrpSpPr>
        <p:grpSpPr>
          <a:xfrm>
            <a:off x="4892771" y="-340112"/>
            <a:ext cx="121172" cy="760495"/>
            <a:chOff x="5245196" y="3136513"/>
            <a:chExt cx="121172" cy="760495"/>
          </a:xfrm>
        </p:grpSpPr>
        <p:sp>
          <p:nvSpPr>
            <p:cNvPr id="136" name="Google Shape;136;p8"/>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 name="Google Shape;138;p8"/>
          <p:cNvGrpSpPr/>
          <p:nvPr/>
        </p:nvGrpSpPr>
        <p:grpSpPr>
          <a:xfrm>
            <a:off x="6967836" y="85439"/>
            <a:ext cx="133252" cy="1952377"/>
            <a:chOff x="6780548" y="337714"/>
            <a:chExt cx="133252" cy="1952377"/>
          </a:xfrm>
        </p:grpSpPr>
        <p:sp>
          <p:nvSpPr>
            <p:cNvPr id="139" name="Google Shape;139;p8"/>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 name="Google Shape;141;p8"/>
          <p:cNvGrpSpPr/>
          <p:nvPr/>
        </p:nvGrpSpPr>
        <p:grpSpPr>
          <a:xfrm>
            <a:off x="250617" y="2402301"/>
            <a:ext cx="188650" cy="2468354"/>
            <a:chOff x="250617" y="2402301"/>
            <a:chExt cx="188650" cy="2468354"/>
          </a:xfrm>
        </p:grpSpPr>
        <p:sp>
          <p:nvSpPr>
            <p:cNvPr id="142" name="Google Shape;142;p8"/>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 name="Google Shape;146;p8"/>
          <p:cNvGrpSpPr/>
          <p:nvPr/>
        </p:nvGrpSpPr>
        <p:grpSpPr>
          <a:xfrm>
            <a:off x="982417" y="1695096"/>
            <a:ext cx="199237" cy="2828935"/>
            <a:chOff x="1608717" y="1280046"/>
            <a:chExt cx="199237" cy="2828935"/>
          </a:xfrm>
        </p:grpSpPr>
        <p:sp>
          <p:nvSpPr>
            <p:cNvPr id="147" name="Google Shape;147;p8"/>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 name="Google Shape;150;p8"/>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1" name="Google Shape;151;p8"/>
          <p:cNvGrpSpPr/>
          <p:nvPr/>
        </p:nvGrpSpPr>
        <p:grpSpPr>
          <a:xfrm>
            <a:off x="2038689" y="173907"/>
            <a:ext cx="57599" cy="831799"/>
            <a:chOff x="2038689" y="173907"/>
            <a:chExt cx="57599" cy="831799"/>
          </a:xfrm>
        </p:grpSpPr>
        <p:sp>
          <p:nvSpPr>
            <p:cNvPr id="152" name="Google Shape;152;p8"/>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8"/>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8"/>
          <p:cNvGrpSpPr/>
          <p:nvPr/>
        </p:nvGrpSpPr>
        <p:grpSpPr>
          <a:xfrm>
            <a:off x="8008096" y="2108910"/>
            <a:ext cx="199001" cy="2139769"/>
            <a:chOff x="8008096" y="2108910"/>
            <a:chExt cx="199001" cy="2139769"/>
          </a:xfrm>
        </p:grpSpPr>
        <p:sp>
          <p:nvSpPr>
            <p:cNvPr id="155" name="Google Shape;155;p8"/>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7" name="Google Shape;157;p8"/>
          <p:cNvSpPr/>
          <p:nvPr/>
        </p:nvSpPr>
        <p:spPr>
          <a:xfrm>
            <a:off x="2702019" y="1158651"/>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8" name="Google Shape;158;p8"/>
          <p:cNvGrpSpPr/>
          <p:nvPr/>
        </p:nvGrpSpPr>
        <p:grpSpPr>
          <a:xfrm>
            <a:off x="4095146" y="-859690"/>
            <a:ext cx="199001" cy="2139769"/>
            <a:chOff x="8008096" y="2108910"/>
            <a:chExt cx="199001" cy="2139769"/>
          </a:xfrm>
        </p:grpSpPr>
        <p:sp>
          <p:nvSpPr>
            <p:cNvPr id="159" name="Google Shape;159;p8"/>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 name="Google Shape;161;p8"/>
          <p:cNvGrpSpPr/>
          <p:nvPr/>
        </p:nvGrpSpPr>
        <p:grpSpPr>
          <a:xfrm>
            <a:off x="6333286" y="3704939"/>
            <a:ext cx="133252" cy="1952377"/>
            <a:chOff x="6780548" y="337714"/>
            <a:chExt cx="133252" cy="1952377"/>
          </a:xfrm>
        </p:grpSpPr>
        <p:sp>
          <p:nvSpPr>
            <p:cNvPr id="162" name="Google Shape;162;p8"/>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8"/>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 name="Google Shape;164;p8"/>
          <p:cNvGrpSpPr/>
          <p:nvPr/>
        </p:nvGrpSpPr>
        <p:grpSpPr>
          <a:xfrm>
            <a:off x="2702021" y="3612763"/>
            <a:ext cx="121172" cy="760495"/>
            <a:chOff x="5245196" y="3136513"/>
            <a:chExt cx="121172" cy="760495"/>
          </a:xfrm>
        </p:grpSpPr>
        <p:sp>
          <p:nvSpPr>
            <p:cNvPr id="165" name="Google Shape;165;p8"/>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8"/>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7" name="Google Shape;167;p8"/>
          <p:cNvSpPr/>
          <p:nvPr/>
        </p:nvSpPr>
        <p:spPr>
          <a:xfrm>
            <a:off x="5539523" y="4516718"/>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
          <p:cNvSpPr/>
          <p:nvPr/>
        </p:nvSpPr>
        <p:spPr>
          <a:xfrm>
            <a:off x="6994217" y="3378784"/>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9" name="Shape 169"/>
        <p:cNvGrpSpPr/>
        <p:nvPr/>
      </p:nvGrpSpPr>
      <p:grpSpPr>
        <a:xfrm>
          <a:off x="0" y="0"/>
          <a:ext cx="0" cy="0"/>
          <a:chOff x="0" y="0"/>
          <a:chExt cx="0" cy="0"/>
        </a:xfrm>
      </p:grpSpPr>
      <p:sp>
        <p:nvSpPr>
          <p:cNvPr id="170" name="Google Shape;170;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71" name="Google Shape;171;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72" name="Google Shape;172;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3" name="Shape 173"/>
        <p:cNvGrpSpPr/>
        <p:nvPr/>
      </p:nvGrpSpPr>
      <p:grpSpPr>
        <a:xfrm>
          <a:off x="0" y="0"/>
          <a:ext cx="0" cy="0"/>
          <a:chOff x="0" y="0"/>
          <a:chExt cx="0" cy="0"/>
        </a:xfrm>
      </p:grpSpPr>
      <p:sp>
        <p:nvSpPr>
          <p:cNvPr id="174" name="Google Shape;174;p10"/>
          <p:cNvSpPr txBox="1"/>
          <p:nvPr>
            <p:ph type="title"/>
          </p:nvPr>
        </p:nvSpPr>
        <p:spPr>
          <a:xfrm>
            <a:off x="581925" y="3391646"/>
            <a:ext cx="4126500" cy="1321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
    <p:spTree>
      <p:nvGrpSpPr>
        <p:cNvPr id="175" name="Shape 175"/>
        <p:cNvGrpSpPr/>
        <p:nvPr/>
      </p:nvGrpSpPr>
      <p:grpSpPr>
        <a:xfrm>
          <a:off x="0" y="0"/>
          <a:ext cx="0" cy="0"/>
          <a:chOff x="0" y="0"/>
          <a:chExt cx="0" cy="0"/>
        </a:xfrm>
      </p:grpSpPr>
      <p:sp>
        <p:nvSpPr>
          <p:cNvPr id="176" name="Google Shape;176;p11"/>
          <p:cNvSpPr txBox="1"/>
          <p:nvPr>
            <p:ph type="ctrTitle"/>
          </p:nvPr>
        </p:nvSpPr>
        <p:spPr>
          <a:xfrm>
            <a:off x="3068675" y="3075325"/>
            <a:ext cx="3055800" cy="54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5200"/>
              <a:buNone/>
              <a:defRPr sz="2400">
                <a:solidFill>
                  <a:schemeClr val="accent1"/>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77" name="Google Shape;177;p11"/>
          <p:cNvSpPr txBox="1"/>
          <p:nvPr>
            <p:ph idx="1" type="subTitle"/>
          </p:nvPr>
        </p:nvSpPr>
        <p:spPr>
          <a:xfrm>
            <a:off x="2333000" y="1799075"/>
            <a:ext cx="4478100" cy="7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8" name="Google Shape;178;p11"/>
          <p:cNvSpPr/>
          <p:nvPr/>
        </p:nvSpPr>
        <p:spPr>
          <a:xfrm>
            <a:off x="1621169" y="2890613"/>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1"/>
          <p:cNvSpPr/>
          <p:nvPr/>
        </p:nvSpPr>
        <p:spPr>
          <a:xfrm>
            <a:off x="1238740" y="2106884"/>
            <a:ext cx="121434" cy="121434"/>
          </a:xfrm>
          <a:custGeom>
            <a:rect b="b" l="l" r="r" t="t"/>
            <a:pathLst>
              <a:path extrusionOk="0" h="4634" w="4634">
                <a:moveTo>
                  <a:pt x="0" y="1"/>
                </a:moveTo>
                <a:lnTo>
                  <a:pt x="0" y="4634"/>
                </a:lnTo>
                <a:lnTo>
                  <a:pt x="4633" y="4634"/>
                </a:lnTo>
                <a:lnTo>
                  <a:pt x="463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29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3" name="Google Shape;183;p11"/>
          <p:cNvGrpSpPr/>
          <p:nvPr/>
        </p:nvGrpSpPr>
        <p:grpSpPr>
          <a:xfrm>
            <a:off x="8217007" y="3576772"/>
            <a:ext cx="188886" cy="1181531"/>
            <a:chOff x="2877432" y="975334"/>
            <a:chExt cx="188886" cy="1181531"/>
          </a:xfrm>
        </p:grpSpPr>
        <p:sp>
          <p:nvSpPr>
            <p:cNvPr id="184" name="Google Shape;184;p11"/>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1"/>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7" name="Google Shape;187;p11"/>
          <p:cNvSpPr/>
          <p:nvPr/>
        </p:nvSpPr>
        <p:spPr>
          <a:xfrm>
            <a:off x="8718796" y="116488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8" name="Google Shape;188;p11"/>
          <p:cNvGrpSpPr/>
          <p:nvPr/>
        </p:nvGrpSpPr>
        <p:grpSpPr>
          <a:xfrm>
            <a:off x="7519346" y="3243318"/>
            <a:ext cx="98059" cy="1147596"/>
            <a:chOff x="3347921" y="16006"/>
            <a:chExt cx="98059" cy="1147596"/>
          </a:xfrm>
        </p:grpSpPr>
        <p:sp>
          <p:nvSpPr>
            <p:cNvPr id="189" name="Google Shape;189;p11"/>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29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1"/>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1" name="Google Shape;191;p11"/>
          <p:cNvGrpSpPr/>
          <p:nvPr/>
        </p:nvGrpSpPr>
        <p:grpSpPr>
          <a:xfrm>
            <a:off x="805821" y="2953663"/>
            <a:ext cx="121172" cy="760495"/>
            <a:chOff x="5245196" y="3136513"/>
            <a:chExt cx="121172" cy="760495"/>
          </a:xfrm>
        </p:grpSpPr>
        <p:sp>
          <p:nvSpPr>
            <p:cNvPr id="192" name="Google Shape;192;p11"/>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250617" y="2402301"/>
            <a:ext cx="188650" cy="2468354"/>
            <a:chOff x="250617" y="2402301"/>
            <a:chExt cx="188650" cy="2468354"/>
          </a:xfrm>
        </p:grpSpPr>
        <p:sp>
          <p:nvSpPr>
            <p:cNvPr id="195" name="Google Shape;195;p11"/>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1"/>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9" name="Google Shape;199;p11"/>
          <p:cNvSpPr/>
          <p:nvPr/>
        </p:nvSpPr>
        <p:spPr>
          <a:xfrm>
            <a:off x="8307214" y="-383977"/>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1" name="Google Shape;201;p11"/>
          <p:cNvGrpSpPr/>
          <p:nvPr/>
        </p:nvGrpSpPr>
        <p:grpSpPr>
          <a:xfrm>
            <a:off x="2038689" y="173907"/>
            <a:ext cx="57599" cy="831799"/>
            <a:chOff x="2038689" y="173907"/>
            <a:chExt cx="57599" cy="831799"/>
          </a:xfrm>
        </p:grpSpPr>
        <p:sp>
          <p:nvSpPr>
            <p:cNvPr id="202" name="Google Shape;202;p11"/>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1"/>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4" name="Google Shape;204;p11"/>
          <p:cNvSpPr/>
          <p:nvPr/>
        </p:nvSpPr>
        <p:spPr>
          <a:xfrm>
            <a:off x="7582340" y="1834534"/>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5" name="Google Shape;205;p11"/>
          <p:cNvGrpSpPr/>
          <p:nvPr/>
        </p:nvGrpSpPr>
        <p:grpSpPr>
          <a:xfrm>
            <a:off x="4920170" y="-496491"/>
            <a:ext cx="188886" cy="1181531"/>
            <a:chOff x="2877432" y="975334"/>
            <a:chExt cx="188886" cy="1181531"/>
          </a:xfrm>
        </p:grpSpPr>
        <p:sp>
          <p:nvSpPr>
            <p:cNvPr id="206" name="Google Shape;206;p11"/>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5750">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41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1"/>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2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9" name="Google Shape;209;p11"/>
          <p:cNvSpPr/>
          <p:nvPr/>
        </p:nvSpPr>
        <p:spPr>
          <a:xfrm>
            <a:off x="7084804" y="549572"/>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0" name="Google Shape;210;p11"/>
          <p:cNvGrpSpPr/>
          <p:nvPr/>
        </p:nvGrpSpPr>
        <p:grpSpPr>
          <a:xfrm>
            <a:off x="3030471" y="-223849"/>
            <a:ext cx="121172" cy="760495"/>
            <a:chOff x="5245196" y="3136513"/>
            <a:chExt cx="121172" cy="760495"/>
          </a:xfrm>
        </p:grpSpPr>
        <p:sp>
          <p:nvSpPr>
            <p:cNvPr id="211" name="Google Shape;211;p11"/>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3" name="Google Shape;213;p11"/>
          <p:cNvGrpSpPr/>
          <p:nvPr/>
        </p:nvGrpSpPr>
        <p:grpSpPr>
          <a:xfrm>
            <a:off x="2306292" y="2569221"/>
            <a:ext cx="199237" cy="2828935"/>
            <a:chOff x="1608717" y="1280046"/>
            <a:chExt cx="199237" cy="2828935"/>
          </a:xfrm>
        </p:grpSpPr>
        <p:sp>
          <p:nvSpPr>
            <p:cNvPr id="214" name="Google Shape;214;p11"/>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1"/>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17" name="Shape 217"/>
        <p:cNvGrpSpPr/>
        <p:nvPr/>
      </p:nvGrpSpPr>
      <p:grpSpPr>
        <a:xfrm>
          <a:off x="0" y="0"/>
          <a:ext cx="0" cy="0"/>
          <a:chOff x="0" y="0"/>
          <a:chExt cx="0" cy="0"/>
        </a:xfrm>
      </p:grpSpPr>
      <p:sp>
        <p:nvSpPr>
          <p:cNvPr id="218" name="Google Shape;218;p12"/>
          <p:cNvSpPr txBox="1"/>
          <p:nvPr>
            <p:ph hasCustomPrompt="1" type="title"/>
          </p:nvPr>
        </p:nvSpPr>
        <p:spPr>
          <a:xfrm>
            <a:off x="1733725" y="856650"/>
            <a:ext cx="5676600" cy="12303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8000">
                <a:solidFill>
                  <a:schemeClr val="accent2"/>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19" name="Google Shape;219;p12"/>
          <p:cNvSpPr txBox="1"/>
          <p:nvPr>
            <p:ph idx="1" type="body"/>
          </p:nvPr>
        </p:nvSpPr>
        <p:spPr>
          <a:xfrm>
            <a:off x="3208075" y="2086950"/>
            <a:ext cx="2727900" cy="7155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grpSp>
        <p:nvGrpSpPr>
          <p:cNvPr id="220" name="Google Shape;220;p12"/>
          <p:cNvGrpSpPr/>
          <p:nvPr/>
        </p:nvGrpSpPr>
        <p:grpSpPr>
          <a:xfrm>
            <a:off x="722446" y="3412541"/>
            <a:ext cx="7699120" cy="1883463"/>
            <a:chOff x="4558950" y="838825"/>
            <a:chExt cx="2813800" cy="688350"/>
          </a:xfrm>
        </p:grpSpPr>
        <p:sp>
          <p:nvSpPr>
            <p:cNvPr id="221" name="Google Shape;221;p12"/>
            <p:cNvSpPr/>
            <p:nvPr/>
          </p:nvSpPr>
          <p:spPr>
            <a:xfrm>
              <a:off x="6067275" y="838825"/>
              <a:ext cx="46025" cy="39525"/>
            </a:xfrm>
            <a:custGeom>
              <a:rect b="b" l="l" r="r" t="t"/>
              <a:pathLst>
                <a:path extrusionOk="0" h="1581" w="1841">
                  <a:moveTo>
                    <a:pt x="1059" y="0"/>
                  </a:moveTo>
                  <a:cubicBezTo>
                    <a:pt x="353" y="0"/>
                    <a:pt x="1" y="857"/>
                    <a:pt x="492" y="1348"/>
                  </a:cubicBezTo>
                  <a:cubicBezTo>
                    <a:pt x="656" y="1508"/>
                    <a:pt x="856" y="1580"/>
                    <a:pt x="1051" y="1580"/>
                  </a:cubicBezTo>
                  <a:cubicBezTo>
                    <a:pt x="1456" y="1580"/>
                    <a:pt x="1840" y="1270"/>
                    <a:pt x="1840" y="794"/>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2"/>
            <p:cNvSpPr/>
            <p:nvPr/>
          </p:nvSpPr>
          <p:spPr>
            <a:xfrm>
              <a:off x="4703850" y="911275"/>
              <a:ext cx="2580700" cy="613375"/>
            </a:xfrm>
            <a:custGeom>
              <a:rect b="b" l="l" r="r" t="t"/>
              <a:pathLst>
                <a:path extrusionOk="0" h="24535" w="103228">
                  <a:moveTo>
                    <a:pt x="47431" y="0"/>
                  </a:moveTo>
                  <a:lnTo>
                    <a:pt x="34779" y="13685"/>
                  </a:lnTo>
                  <a:lnTo>
                    <a:pt x="20906" y="18309"/>
                  </a:lnTo>
                  <a:lnTo>
                    <a:pt x="15412" y="16898"/>
                  </a:lnTo>
                  <a:lnTo>
                    <a:pt x="9061" y="9892"/>
                  </a:lnTo>
                  <a:lnTo>
                    <a:pt x="1" y="24459"/>
                  </a:lnTo>
                  <a:lnTo>
                    <a:pt x="127" y="24534"/>
                  </a:lnTo>
                  <a:lnTo>
                    <a:pt x="9086" y="10131"/>
                  </a:lnTo>
                  <a:lnTo>
                    <a:pt x="15336" y="17024"/>
                  </a:lnTo>
                  <a:lnTo>
                    <a:pt x="20893" y="18448"/>
                  </a:lnTo>
                  <a:lnTo>
                    <a:pt x="20918" y="18461"/>
                  </a:lnTo>
                  <a:lnTo>
                    <a:pt x="34855" y="13811"/>
                  </a:lnTo>
                  <a:lnTo>
                    <a:pt x="47431" y="215"/>
                  </a:lnTo>
                  <a:lnTo>
                    <a:pt x="59099" y="12778"/>
                  </a:lnTo>
                  <a:lnTo>
                    <a:pt x="67479" y="19620"/>
                  </a:lnTo>
                  <a:lnTo>
                    <a:pt x="76513" y="18196"/>
                  </a:lnTo>
                  <a:lnTo>
                    <a:pt x="82209" y="19885"/>
                  </a:lnTo>
                  <a:lnTo>
                    <a:pt x="88661" y="9035"/>
                  </a:lnTo>
                  <a:lnTo>
                    <a:pt x="95138" y="5860"/>
                  </a:lnTo>
                  <a:lnTo>
                    <a:pt x="103101" y="24496"/>
                  </a:lnTo>
                  <a:lnTo>
                    <a:pt x="103227" y="24433"/>
                  </a:lnTo>
                  <a:lnTo>
                    <a:pt x="95213" y="5671"/>
                  </a:lnTo>
                  <a:lnTo>
                    <a:pt x="88585" y="8922"/>
                  </a:lnTo>
                  <a:lnTo>
                    <a:pt x="88560" y="8934"/>
                  </a:lnTo>
                  <a:lnTo>
                    <a:pt x="82146" y="19708"/>
                  </a:lnTo>
                  <a:lnTo>
                    <a:pt x="76539" y="18057"/>
                  </a:lnTo>
                  <a:lnTo>
                    <a:pt x="76513" y="18045"/>
                  </a:lnTo>
                  <a:lnTo>
                    <a:pt x="67529" y="19469"/>
                  </a:lnTo>
                  <a:lnTo>
                    <a:pt x="59187" y="12664"/>
                  </a:lnTo>
                  <a:lnTo>
                    <a:pt x="47431"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2"/>
            <p:cNvSpPr/>
            <p:nvPr/>
          </p:nvSpPr>
          <p:spPr>
            <a:xfrm>
              <a:off x="4704175" y="930800"/>
              <a:ext cx="2582575" cy="595725"/>
            </a:xfrm>
            <a:custGeom>
              <a:rect b="b" l="l" r="r" t="t"/>
              <a:pathLst>
                <a:path extrusionOk="0" h="23829" w="103303">
                  <a:moveTo>
                    <a:pt x="67125" y="1"/>
                  </a:moveTo>
                  <a:lnTo>
                    <a:pt x="58065" y="5948"/>
                  </a:lnTo>
                  <a:lnTo>
                    <a:pt x="47115" y="9817"/>
                  </a:lnTo>
                  <a:lnTo>
                    <a:pt x="41747" y="17995"/>
                  </a:lnTo>
                  <a:lnTo>
                    <a:pt x="26941" y="870"/>
                  </a:lnTo>
                  <a:lnTo>
                    <a:pt x="19822" y="13421"/>
                  </a:lnTo>
                  <a:lnTo>
                    <a:pt x="8758" y="16054"/>
                  </a:lnTo>
                  <a:lnTo>
                    <a:pt x="8733" y="16054"/>
                  </a:lnTo>
                  <a:lnTo>
                    <a:pt x="1" y="23665"/>
                  </a:lnTo>
                  <a:lnTo>
                    <a:pt x="101" y="23766"/>
                  </a:lnTo>
                  <a:lnTo>
                    <a:pt x="8809" y="16180"/>
                  </a:lnTo>
                  <a:lnTo>
                    <a:pt x="19885" y="13547"/>
                  </a:lnTo>
                  <a:lnTo>
                    <a:pt x="19910" y="13547"/>
                  </a:lnTo>
                  <a:lnTo>
                    <a:pt x="26966" y="1122"/>
                  </a:lnTo>
                  <a:lnTo>
                    <a:pt x="41697" y="18158"/>
                  </a:lnTo>
                  <a:lnTo>
                    <a:pt x="41760" y="18234"/>
                  </a:lnTo>
                  <a:lnTo>
                    <a:pt x="47203" y="9930"/>
                  </a:lnTo>
                  <a:lnTo>
                    <a:pt x="58116" y="6087"/>
                  </a:lnTo>
                  <a:lnTo>
                    <a:pt x="67088" y="190"/>
                  </a:lnTo>
                  <a:lnTo>
                    <a:pt x="73224" y="8884"/>
                  </a:lnTo>
                  <a:lnTo>
                    <a:pt x="73262" y="8935"/>
                  </a:lnTo>
                  <a:lnTo>
                    <a:pt x="81125" y="5583"/>
                  </a:lnTo>
                  <a:lnTo>
                    <a:pt x="94091" y="13408"/>
                  </a:lnTo>
                  <a:lnTo>
                    <a:pt x="103189" y="23829"/>
                  </a:lnTo>
                  <a:lnTo>
                    <a:pt x="103303" y="23728"/>
                  </a:lnTo>
                  <a:lnTo>
                    <a:pt x="94192" y="13307"/>
                  </a:lnTo>
                  <a:lnTo>
                    <a:pt x="81138" y="5419"/>
                  </a:lnTo>
                  <a:lnTo>
                    <a:pt x="73312" y="8758"/>
                  </a:lnTo>
                  <a:lnTo>
                    <a:pt x="67125"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2"/>
            <p:cNvSpPr/>
            <p:nvPr/>
          </p:nvSpPr>
          <p:spPr>
            <a:xfrm>
              <a:off x="4904225" y="1145950"/>
              <a:ext cx="46000" cy="39350"/>
            </a:xfrm>
            <a:custGeom>
              <a:rect b="b" l="l" r="r" t="t"/>
              <a:pathLst>
                <a:path extrusionOk="0" h="1574" w="1840">
                  <a:moveTo>
                    <a:pt x="1059" y="1"/>
                  </a:moveTo>
                  <a:cubicBezTo>
                    <a:pt x="353" y="1"/>
                    <a:pt x="0" y="845"/>
                    <a:pt x="504" y="1337"/>
                  </a:cubicBezTo>
                  <a:cubicBezTo>
                    <a:pt x="664" y="1501"/>
                    <a:pt x="861" y="1574"/>
                    <a:pt x="1054" y="1574"/>
                  </a:cubicBezTo>
                  <a:cubicBezTo>
                    <a:pt x="1455" y="1574"/>
                    <a:pt x="1840" y="1258"/>
                    <a:pt x="1840" y="782"/>
                  </a:cubicBezTo>
                  <a:cubicBezTo>
                    <a:pt x="1840" y="354"/>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2"/>
            <p:cNvSpPr/>
            <p:nvPr/>
          </p:nvSpPr>
          <p:spPr>
            <a:xfrm>
              <a:off x="5062350" y="1316075"/>
              <a:ext cx="46025" cy="39350"/>
            </a:xfrm>
            <a:custGeom>
              <a:rect b="b" l="l" r="r" t="t"/>
              <a:pathLst>
                <a:path extrusionOk="0" h="1574" w="1841">
                  <a:moveTo>
                    <a:pt x="1059" y="0"/>
                  </a:moveTo>
                  <a:cubicBezTo>
                    <a:pt x="354" y="0"/>
                    <a:pt x="1" y="845"/>
                    <a:pt x="492" y="1336"/>
                  </a:cubicBezTo>
                  <a:cubicBezTo>
                    <a:pt x="656" y="1500"/>
                    <a:pt x="856" y="1573"/>
                    <a:pt x="1051" y="1573"/>
                  </a:cubicBezTo>
                  <a:cubicBezTo>
                    <a:pt x="1456" y="1573"/>
                    <a:pt x="1841" y="1258"/>
                    <a:pt x="1841" y="782"/>
                  </a:cubicBezTo>
                  <a:cubicBezTo>
                    <a:pt x="1841"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2"/>
            <p:cNvSpPr/>
            <p:nvPr/>
          </p:nvSpPr>
          <p:spPr>
            <a:xfrm>
              <a:off x="5209475" y="1350400"/>
              <a:ext cx="39725" cy="39725"/>
            </a:xfrm>
            <a:custGeom>
              <a:rect b="b" l="l" r="r" t="t"/>
              <a:pathLst>
                <a:path extrusionOk="0" h="1589" w="1589">
                  <a:moveTo>
                    <a:pt x="794" y="1"/>
                  </a:moveTo>
                  <a:cubicBezTo>
                    <a:pt x="353" y="1"/>
                    <a:pt x="0" y="354"/>
                    <a:pt x="0" y="795"/>
                  </a:cubicBezTo>
                  <a:cubicBezTo>
                    <a:pt x="0" y="1223"/>
                    <a:pt x="353" y="1589"/>
                    <a:pt x="794" y="1589"/>
                  </a:cubicBezTo>
                  <a:cubicBezTo>
                    <a:pt x="1235" y="1589"/>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2"/>
            <p:cNvSpPr/>
            <p:nvPr/>
          </p:nvSpPr>
          <p:spPr>
            <a:xfrm>
              <a:off x="5173875" y="1248975"/>
              <a:ext cx="46025" cy="39450"/>
            </a:xfrm>
            <a:custGeom>
              <a:rect b="b" l="l" r="r" t="t"/>
              <a:pathLst>
                <a:path extrusionOk="0" h="1578" w="1841">
                  <a:moveTo>
                    <a:pt x="1059" y="0"/>
                  </a:moveTo>
                  <a:cubicBezTo>
                    <a:pt x="353" y="0"/>
                    <a:pt x="0" y="845"/>
                    <a:pt x="505" y="1349"/>
                  </a:cubicBezTo>
                  <a:cubicBezTo>
                    <a:pt x="663" y="1507"/>
                    <a:pt x="858" y="1578"/>
                    <a:pt x="1049" y="1578"/>
                  </a:cubicBezTo>
                  <a:cubicBezTo>
                    <a:pt x="1452" y="1578"/>
                    <a:pt x="1840" y="1264"/>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2"/>
            <p:cNvSpPr/>
            <p:nvPr/>
          </p:nvSpPr>
          <p:spPr>
            <a:xfrm>
              <a:off x="5352500" y="938375"/>
              <a:ext cx="46000" cy="39500"/>
            </a:xfrm>
            <a:custGeom>
              <a:rect b="b" l="l" r="r" t="t"/>
              <a:pathLst>
                <a:path extrusionOk="0" h="1580" w="1840">
                  <a:moveTo>
                    <a:pt x="1059" y="0"/>
                  </a:moveTo>
                  <a:cubicBezTo>
                    <a:pt x="353" y="0"/>
                    <a:pt x="0" y="857"/>
                    <a:pt x="504" y="1348"/>
                  </a:cubicBezTo>
                  <a:cubicBezTo>
                    <a:pt x="664" y="1508"/>
                    <a:pt x="861" y="1580"/>
                    <a:pt x="1054" y="1580"/>
                  </a:cubicBezTo>
                  <a:cubicBezTo>
                    <a:pt x="1455" y="1580"/>
                    <a:pt x="1840" y="1270"/>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2"/>
            <p:cNvSpPr/>
            <p:nvPr/>
          </p:nvSpPr>
          <p:spPr>
            <a:xfrm>
              <a:off x="5722650" y="1358275"/>
              <a:ext cx="46000" cy="39525"/>
            </a:xfrm>
            <a:custGeom>
              <a:rect b="b" l="l" r="r" t="t"/>
              <a:pathLst>
                <a:path extrusionOk="0" h="1581" w="1840">
                  <a:moveTo>
                    <a:pt x="1046" y="1"/>
                  </a:moveTo>
                  <a:cubicBezTo>
                    <a:pt x="353" y="1"/>
                    <a:pt x="0" y="858"/>
                    <a:pt x="492" y="1349"/>
                  </a:cubicBezTo>
                  <a:cubicBezTo>
                    <a:pt x="655" y="1509"/>
                    <a:pt x="855" y="1581"/>
                    <a:pt x="1050" y="1581"/>
                  </a:cubicBezTo>
                  <a:cubicBezTo>
                    <a:pt x="1455" y="1581"/>
                    <a:pt x="1840" y="1271"/>
                    <a:pt x="1840" y="795"/>
                  </a:cubicBezTo>
                  <a:cubicBezTo>
                    <a:pt x="1840" y="354"/>
                    <a:pt x="1487" y="1"/>
                    <a:pt x="1046" y="1"/>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2"/>
            <p:cNvSpPr/>
            <p:nvPr/>
          </p:nvSpPr>
          <p:spPr>
            <a:xfrm>
              <a:off x="5859350" y="1157300"/>
              <a:ext cx="46025" cy="39450"/>
            </a:xfrm>
            <a:custGeom>
              <a:rect b="b" l="l" r="r" t="t"/>
              <a:pathLst>
                <a:path extrusionOk="0" h="1578" w="1841">
                  <a:moveTo>
                    <a:pt x="1059" y="1"/>
                  </a:moveTo>
                  <a:cubicBezTo>
                    <a:pt x="354" y="1"/>
                    <a:pt x="1" y="845"/>
                    <a:pt x="492" y="1349"/>
                  </a:cubicBezTo>
                  <a:cubicBezTo>
                    <a:pt x="655" y="1507"/>
                    <a:pt x="852" y="1578"/>
                    <a:pt x="1046" y="1578"/>
                  </a:cubicBezTo>
                  <a:cubicBezTo>
                    <a:pt x="1453" y="1578"/>
                    <a:pt x="1841" y="1264"/>
                    <a:pt x="1841" y="794"/>
                  </a:cubicBezTo>
                  <a:cubicBezTo>
                    <a:pt x="1841" y="353"/>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2"/>
            <p:cNvSpPr/>
            <p:nvPr/>
          </p:nvSpPr>
          <p:spPr>
            <a:xfrm>
              <a:off x="6131225" y="1060900"/>
              <a:ext cx="46025" cy="39350"/>
            </a:xfrm>
            <a:custGeom>
              <a:rect b="b" l="l" r="r" t="t"/>
              <a:pathLst>
                <a:path extrusionOk="0" h="1574" w="1841">
                  <a:moveTo>
                    <a:pt x="1059" y="1"/>
                  </a:moveTo>
                  <a:cubicBezTo>
                    <a:pt x="353" y="1"/>
                    <a:pt x="1" y="845"/>
                    <a:pt x="492" y="1336"/>
                  </a:cubicBezTo>
                  <a:cubicBezTo>
                    <a:pt x="656" y="1500"/>
                    <a:pt x="856" y="1574"/>
                    <a:pt x="1051" y="1574"/>
                  </a:cubicBezTo>
                  <a:cubicBezTo>
                    <a:pt x="1456" y="1574"/>
                    <a:pt x="1840" y="1258"/>
                    <a:pt x="1840" y="782"/>
                  </a:cubicBezTo>
                  <a:cubicBezTo>
                    <a:pt x="1840" y="341"/>
                    <a:pt x="1487"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2"/>
            <p:cNvSpPr/>
            <p:nvPr/>
          </p:nvSpPr>
          <p:spPr>
            <a:xfrm>
              <a:off x="6358050" y="914425"/>
              <a:ext cx="46000" cy="39350"/>
            </a:xfrm>
            <a:custGeom>
              <a:rect b="b" l="l" r="r" t="t"/>
              <a:pathLst>
                <a:path extrusionOk="0" h="1574" w="1840">
                  <a:moveTo>
                    <a:pt x="1059" y="0"/>
                  </a:moveTo>
                  <a:cubicBezTo>
                    <a:pt x="353" y="0"/>
                    <a:pt x="0" y="845"/>
                    <a:pt x="504" y="1336"/>
                  </a:cubicBezTo>
                  <a:cubicBezTo>
                    <a:pt x="664" y="1500"/>
                    <a:pt x="861" y="1573"/>
                    <a:pt x="1054" y="1573"/>
                  </a:cubicBezTo>
                  <a:cubicBezTo>
                    <a:pt x="1455" y="1573"/>
                    <a:pt x="1840" y="1258"/>
                    <a:pt x="1840" y="782"/>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2"/>
            <p:cNvSpPr/>
            <p:nvPr/>
          </p:nvSpPr>
          <p:spPr>
            <a:xfrm>
              <a:off x="6510200" y="1128325"/>
              <a:ext cx="46025" cy="39450"/>
            </a:xfrm>
            <a:custGeom>
              <a:rect b="b" l="l" r="r" t="t"/>
              <a:pathLst>
                <a:path extrusionOk="0" h="1578" w="1841">
                  <a:moveTo>
                    <a:pt x="1046" y="0"/>
                  </a:moveTo>
                  <a:cubicBezTo>
                    <a:pt x="353" y="0"/>
                    <a:pt x="0" y="845"/>
                    <a:pt x="492" y="1349"/>
                  </a:cubicBezTo>
                  <a:cubicBezTo>
                    <a:pt x="650" y="1507"/>
                    <a:pt x="846" y="1578"/>
                    <a:pt x="1039" y="1578"/>
                  </a:cubicBezTo>
                  <a:cubicBezTo>
                    <a:pt x="1446" y="1578"/>
                    <a:pt x="1840" y="1264"/>
                    <a:pt x="1840" y="794"/>
                  </a:cubicBezTo>
                  <a:cubicBezTo>
                    <a:pt x="1840" y="353"/>
                    <a:pt x="1487" y="0"/>
                    <a:pt x="1046" y="0"/>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2"/>
            <p:cNvSpPr/>
            <p:nvPr/>
          </p:nvSpPr>
          <p:spPr>
            <a:xfrm>
              <a:off x="6708025" y="1051150"/>
              <a:ext cx="46025" cy="39425"/>
            </a:xfrm>
            <a:custGeom>
              <a:rect b="b" l="l" r="r" t="t"/>
              <a:pathLst>
                <a:path extrusionOk="0" h="1577" w="1841">
                  <a:moveTo>
                    <a:pt x="1059" y="0"/>
                  </a:moveTo>
                  <a:cubicBezTo>
                    <a:pt x="354" y="0"/>
                    <a:pt x="1" y="844"/>
                    <a:pt x="492" y="1348"/>
                  </a:cubicBezTo>
                  <a:cubicBezTo>
                    <a:pt x="654" y="1506"/>
                    <a:pt x="851" y="1577"/>
                    <a:pt x="1044" y="1577"/>
                  </a:cubicBezTo>
                  <a:cubicBezTo>
                    <a:pt x="1451" y="1577"/>
                    <a:pt x="1840" y="1260"/>
                    <a:pt x="1840" y="781"/>
                  </a:cubicBezTo>
                  <a:cubicBezTo>
                    <a:pt x="1840" y="353"/>
                    <a:pt x="1488"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2"/>
            <p:cNvSpPr/>
            <p:nvPr/>
          </p:nvSpPr>
          <p:spPr>
            <a:xfrm>
              <a:off x="7033125" y="1244875"/>
              <a:ext cx="46025" cy="39450"/>
            </a:xfrm>
            <a:custGeom>
              <a:rect b="b" l="l" r="r" t="t"/>
              <a:pathLst>
                <a:path extrusionOk="0" h="1578" w="1841">
                  <a:moveTo>
                    <a:pt x="1047" y="1"/>
                  </a:moveTo>
                  <a:cubicBezTo>
                    <a:pt x="341" y="1"/>
                    <a:pt x="1" y="858"/>
                    <a:pt x="492" y="1349"/>
                  </a:cubicBezTo>
                  <a:cubicBezTo>
                    <a:pt x="651" y="1507"/>
                    <a:pt x="847" y="1578"/>
                    <a:pt x="1040" y="1578"/>
                  </a:cubicBezTo>
                  <a:cubicBezTo>
                    <a:pt x="1447" y="1578"/>
                    <a:pt x="1841" y="1264"/>
                    <a:pt x="1841" y="795"/>
                  </a:cubicBezTo>
                  <a:cubicBezTo>
                    <a:pt x="1841" y="353"/>
                    <a:pt x="1488" y="1"/>
                    <a:pt x="1047" y="1"/>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2"/>
            <p:cNvSpPr/>
            <p:nvPr/>
          </p:nvSpPr>
          <p:spPr>
            <a:xfrm>
              <a:off x="4898850" y="1313550"/>
              <a:ext cx="46025" cy="39350"/>
            </a:xfrm>
            <a:custGeom>
              <a:rect b="b" l="l" r="r" t="t"/>
              <a:pathLst>
                <a:path extrusionOk="0" h="1574" w="1841">
                  <a:moveTo>
                    <a:pt x="1059" y="1"/>
                  </a:moveTo>
                  <a:cubicBezTo>
                    <a:pt x="354" y="1"/>
                    <a:pt x="1" y="845"/>
                    <a:pt x="492" y="1336"/>
                  </a:cubicBezTo>
                  <a:cubicBezTo>
                    <a:pt x="656" y="1500"/>
                    <a:pt x="856" y="1574"/>
                    <a:pt x="1051" y="1574"/>
                  </a:cubicBezTo>
                  <a:cubicBezTo>
                    <a:pt x="1456" y="1574"/>
                    <a:pt x="1841" y="1258"/>
                    <a:pt x="1841" y="782"/>
                  </a:cubicBezTo>
                  <a:cubicBezTo>
                    <a:pt x="1841" y="341"/>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2"/>
            <p:cNvSpPr/>
            <p:nvPr/>
          </p:nvSpPr>
          <p:spPr>
            <a:xfrm>
              <a:off x="5551575" y="1234800"/>
              <a:ext cx="46025" cy="39350"/>
            </a:xfrm>
            <a:custGeom>
              <a:rect b="b" l="l" r="r" t="t"/>
              <a:pathLst>
                <a:path extrusionOk="0" h="1574" w="1841">
                  <a:moveTo>
                    <a:pt x="1059" y="0"/>
                  </a:moveTo>
                  <a:cubicBezTo>
                    <a:pt x="354" y="0"/>
                    <a:pt x="1" y="845"/>
                    <a:pt x="505" y="1336"/>
                  </a:cubicBezTo>
                  <a:cubicBezTo>
                    <a:pt x="665" y="1500"/>
                    <a:pt x="862" y="1573"/>
                    <a:pt x="1055" y="1573"/>
                  </a:cubicBezTo>
                  <a:cubicBezTo>
                    <a:pt x="1456" y="1573"/>
                    <a:pt x="1841" y="1258"/>
                    <a:pt x="1841" y="782"/>
                  </a:cubicBezTo>
                  <a:cubicBezTo>
                    <a:pt x="1841" y="341"/>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2"/>
            <p:cNvSpPr/>
            <p:nvPr/>
          </p:nvSpPr>
          <p:spPr>
            <a:xfrm>
              <a:off x="5887400" y="907725"/>
              <a:ext cx="45075" cy="39575"/>
            </a:xfrm>
            <a:custGeom>
              <a:rect b="b" l="l" r="r" t="t"/>
              <a:pathLst>
                <a:path extrusionOk="0" h="1583" w="1803">
                  <a:moveTo>
                    <a:pt x="896" y="1"/>
                  </a:moveTo>
                  <a:cubicBezTo>
                    <a:pt x="589" y="1"/>
                    <a:pt x="299" y="182"/>
                    <a:pt x="177" y="483"/>
                  </a:cubicBezTo>
                  <a:cubicBezTo>
                    <a:pt x="0" y="886"/>
                    <a:pt x="189" y="1352"/>
                    <a:pt x="593" y="1516"/>
                  </a:cubicBezTo>
                  <a:cubicBezTo>
                    <a:pt x="695" y="1561"/>
                    <a:pt x="802" y="1582"/>
                    <a:pt x="907" y="1582"/>
                  </a:cubicBezTo>
                  <a:cubicBezTo>
                    <a:pt x="1215" y="1582"/>
                    <a:pt x="1507" y="1400"/>
                    <a:pt x="1639" y="1100"/>
                  </a:cubicBezTo>
                  <a:cubicBezTo>
                    <a:pt x="1802" y="697"/>
                    <a:pt x="1613" y="231"/>
                    <a:pt x="1210" y="67"/>
                  </a:cubicBezTo>
                  <a:cubicBezTo>
                    <a:pt x="1107" y="22"/>
                    <a:pt x="1001" y="1"/>
                    <a:pt x="896"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2"/>
            <p:cNvSpPr/>
            <p:nvPr/>
          </p:nvSpPr>
          <p:spPr>
            <a:xfrm>
              <a:off x="6166200" y="1209275"/>
              <a:ext cx="39700" cy="39725"/>
            </a:xfrm>
            <a:custGeom>
              <a:rect b="b" l="l" r="r" t="t"/>
              <a:pathLst>
                <a:path extrusionOk="0" h="1589" w="1588">
                  <a:moveTo>
                    <a:pt x="794" y="1"/>
                  </a:moveTo>
                  <a:cubicBezTo>
                    <a:pt x="366" y="1"/>
                    <a:pt x="0" y="354"/>
                    <a:pt x="0" y="795"/>
                  </a:cubicBezTo>
                  <a:cubicBezTo>
                    <a:pt x="0" y="1223"/>
                    <a:pt x="366" y="1588"/>
                    <a:pt x="794" y="1588"/>
                  </a:cubicBezTo>
                  <a:cubicBezTo>
                    <a:pt x="1235" y="1588"/>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2"/>
            <p:cNvSpPr/>
            <p:nvPr/>
          </p:nvSpPr>
          <p:spPr>
            <a:xfrm>
              <a:off x="6373800" y="1380650"/>
              <a:ext cx="39700" cy="39400"/>
            </a:xfrm>
            <a:custGeom>
              <a:rect b="b" l="l" r="r" t="t"/>
              <a:pathLst>
                <a:path extrusionOk="0" h="1576" w="1588">
                  <a:moveTo>
                    <a:pt x="794" y="1"/>
                  </a:moveTo>
                  <a:cubicBezTo>
                    <a:pt x="353" y="1"/>
                    <a:pt x="0" y="353"/>
                    <a:pt x="0" y="794"/>
                  </a:cubicBezTo>
                  <a:cubicBezTo>
                    <a:pt x="0" y="1223"/>
                    <a:pt x="353" y="1576"/>
                    <a:pt x="794" y="1576"/>
                  </a:cubicBezTo>
                  <a:cubicBezTo>
                    <a:pt x="1235" y="1576"/>
                    <a:pt x="1588" y="1223"/>
                    <a:pt x="1588" y="794"/>
                  </a:cubicBezTo>
                  <a:cubicBezTo>
                    <a:pt x="1588" y="353"/>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2"/>
            <p:cNvSpPr/>
            <p:nvPr/>
          </p:nvSpPr>
          <p:spPr>
            <a:xfrm>
              <a:off x="6594950" y="1344425"/>
              <a:ext cx="46000" cy="39350"/>
            </a:xfrm>
            <a:custGeom>
              <a:rect b="b" l="l" r="r" t="t"/>
              <a:pathLst>
                <a:path extrusionOk="0" h="1574" w="1840">
                  <a:moveTo>
                    <a:pt x="1059" y="1"/>
                  </a:moveTo>
                  <a:cubicBezTo>
                    <a:pt x="353" y="1"/>
                    <a:pt x="0" y="845"/>
                    <a:pt x="491" y="1336"/>
                  </a:cubicBezTo>
                  <a:cubicBezTo>
                    <a:pt x="655" y="1500"/>
                    <a:pt x="855" y="1573"/>
                    <a:pt x="1050" y="1573"/>
                  </a:cubicBezTo>
                  <a:cubicBezTo>
                    <a:pt x="1455" y="1573"/>
                    <a:pt x="1840" y="1258"/>
                    <a:pt x="1840" y="782"/>
                  </a:cubicBezTo>
                  <a:cubicBezTo>
                    <a:pt x="1840" y="353"/>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2"/>
            <p:cNvSpPr/>
            <p:nvPr/>
          </p:nvSpPr>
          <p:spPr>
            <a:xfrm>
              <a:off x="6731025" y="1382850"/>
              <a:ext cx="46025" cy="39475"/>
            </a:xfrm>
            <a:custGeom>
              <a:rect b="b" l="l" r="r" t="t"/>
              <a:pathLst>
                <a:path extrusionOk="0" h="1579" w="1841">
                  <a:moveTo>
                    <a:pt x="1059" y="1"/>
                  </a:moveTo>
                  <a:cubicBezTo>
                    <a:pt x="353" y="1"/>
                    <a:pt x="1" y="858"/>
                    <a:pt x="505" y="1349"/>
                  </a:cubicBezTo>
                  <a:cubicBezTo>
                    <a:pt x="663" y="1507"/>
                    <a:pt x="858" y="1578"/>
                    <a:pt x="1049" y="1578"/>
                  </a:cubicBezTo>
                  <a:cubicBezTo>
                    <a:pt x="1452" y="1578"/>
                    <a:pt x="1840" y="1265"/>
                    <a:pt x="1840" y="795"/>
                  </a:cubicBezTo>
                  <a:cubicBezTo>
                    <a:pt x="1840" y="354"/>
                    <a:pt x="1488"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2"/>
            <p:cNvSpPr/>
            <p:nvPr/>
          </p:nvSpPr>
          <p:spPr>
            <a:xfrm>
              <a:off x="6891700" y="1116350"/>
              <a:ext cx="46000" cy="39350"/>
            </a:xfrm>
            <a:custGeom>
              <a:rect b="b" l="l" r="r" t="t"/>
              <a:pathLst>
                <a:path extrusionOk="0" h="1574" w="1840">
                  <a:moveTo>
                    <a:pt x="1046" y="1"/>
                  </a:moveTo>
                  <a:cubicBezTo>
                    <a:pt x="353" y="1"/>
                    <a:pt x="0" y="845"/>
                    <a:pt x="491" y="1336"/>
                  </a:cubicBezTo>
                  <a:cubicBezTo>
                    <a:pt x="651" y="1500"/>
                    <a:pt x="850" y="1573"/>
                    <a:pt x="1045" y="1573"/>
                  </a:cubicBezTo>
                  <a:cubicBezTo>
                    <a:pt x="1450" y="1573"/>
                    <a:pt x="1840" y="1258"/>
                    <a:pt x="1840" y="782"/>
                  </a:cubicBezTo>
                  <a:cubicBezTo>
                    <a:pt x="1840" y="353"/>
                    <a:pt x="1487" y="1"/>
                    <a:pt x="1046"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2"/>
            <p:cNvSpPr/>
            <p:nvPr/>
          </p:nvSpPr>
          <p:spPr>
            <a:xfrm>
              <a:off x="7059275" y="1035400"/>
              <a:ext cx="46025" cy="39450"/>
            </a:xfrm>
            <a:custGeom>
              <a:rect b="b" l="l" r="r" t="t"/>
              <a:pathLst>
                <a:path extrusionOk="0" h="1578" w="1841">
                  <a:moveTo>
                    <a:pt x="1059" y="0"/>
                  </a:moveTo>
                  <a:cubicBezTo>
                    <a:pt x="354" y="0"/>
                    <a:pt x="1" y="844"/>
                    <a:pt x="505" y="1348"/>
                  </a:cubicBezTo>
                  <a:cubicBezTo>
                    <a:pt x="663" y="1507"/>
                    <a:pt x="858" y="1577"/>
                    <a:pt x="1049" y="1577"/>
                  </a:cubicBezTo>
                  <a:cubicBezTo>
                    <a:pt x="1452" y="1577"/>
                    <a:pt x="1840" y="1264"/>
                    <a:pt x="1840" y="794"/>
                  </a:cubicBezTo>
                  <a:cubicBezTo>
                    <a:pt x="1840"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2"/>
            <p:cNvSpPr/>
            <p:nvPr/>
          </p:nvSpPr>
          <p:spPr>
            <a:xfrm>
              <a:off x="4708275" y="856450"/>
              <a:ext cx="2575650" cy="667875"/>
            </a:xfrm>
            <a:custGeom>
              <a:rect b="b" l="l" r="r" t="t"/>
              <a:pathLst>
                <a:path extrusionOk="0" h="26715" w="103026">
                  <a:moveTo>
                    <a:pt x="55432" y="1"/>
                  </a:moveTo>
                  <a:lnTo>
                    <a:pt x="46271" y="7952"/>
                  </a:lnTo>
                  <a:lnTo>
                    <a:pt x="35938" y="5507"/>
                  </a:lnTo>
                  <a:lnTo>
                    <a:pt x="35913" y="5507"/>
                  </a:lnTo>
                  <a:lnTo>
                    <a:pt x="27294" y="11934"/>
                  </a:lnTo>
                  <a:lnTo>
                    <a:pt x="16382" y="6188"/>
                  </a:lnTo>
                  <a:lnTo>
                    <a:pt x="11480" y="23287"/>
                  </a:lnTo>
                  <a:lnTo>
                    <a:pt x="0" y="26526"/>
                  </a:lnTo>
                  <a:lnTo>
                    <a:pt x="38" y="26664"/>
                  </a:lnTo>
                  <a:lnTo>
                    <a:pt x="11593" y="23401"/>
                  </a:lnTo>
                  <a:lnTo>
                    <a:pt x="16470" y="6389"/>
                  </a:lnTo>
                  <a:lnTo>
                    <a:pt x="27306" y="12098"/>
                  </a:lnTo>
                  <a:lnTo>
                    <a:pt x="35938" y="5659"/>
                  </a:lnTo>
                  <a:lnTo>
                    <a:pt x="46309" y="8103"/>
                  </a:lnTo>
                  <a:lnTo>
                    <a:pt x="55419" y="215"/>
                  </a:lnTo>
                  <a:lnTo>
                    <a:pt x="64958" y="12186"/>
                  </a:lnTo>
                  <a:lnTo>
                    <a:pt x="64970" y="12211"/>
                  </a:lnTo>
                  <a:lnTo>
                    <a:pt x="79663" y="15815"/>
                  </a:lnTo>
                  <a:lnTo>
                    <a:pt x="79714" y="15827"/>
                  </a:lnTo>
                  <a:lnTo>
                    <a:pt x="87186" y="5293"/>
                  </a:lnTo>
                  <a:lnTo>
                    <a:pt x="90815" y="19368"/>
                  </a:lnTo>
                  <a:lnTo>
                    <a:pt x="90815" y="19394"/>
                  </a:lnTo>
                  <a:lnTo>
                    <a:pt x="102950" y="26715"/>
                  </a:lnTo>
                  <a:lnTo>
                    <a:pt x="103025" y="26589"/>
                  </a:lnTo>
                  <a:lnTo>
                    <a:pt x="90941" y="19305"/>
                  </a:lnTo>
                  <a:lnTo>
                    <a:pt x="87249" y="4966"/>
                  </a:lnTo>
                  <a:lnTo>
                    <a:pt x="79651" y="15664"/>
                  </a:lnTo>
                  <a:lnTo>
                    <a:pt x="65046" y="12085"/>
                  </a:lnTo>
                  <a:lnTo>
                    <a:pt x="5543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2"/>
            <p:cNvSpPr/>
            <p:nvPr/>
          </p:nvSpPr>
          <p:spPr>
            <a:xfrm>
              <a:off x="4558950" y="1523350"/>
              <a:ext cx="2813800" cy="3825"/>
            </a:xfrm>
            <a:custGeom>
              <a:rect b="b" l="l" r="r" t="t"/>
              <a:pathLst>
                <a:path extrusionOk="0" h="153" w="112552">
                  <a:moveTo>
                    <a:pt x="1" y="1"/>
                  </a:moveTo>
                  <a:lnTo>
                    <a:pt x="1" y="152"/>
                  </a:lnTo>
                  <a:lnTo>
                    <a:pt x="112552" y="152"/>
                  </a:lnTo>
                  <a:lnTo>
                    <a:pt x="112552"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2"/>
            <p:cNvSpPr/>
            <p:nvPr/>
          </p:nvSpPr>
          <p:spPr>
            <a:xfrm>
              <a:off x="4967225" y="1418775"/>
              <a:ext cx="46025" cy="39450"/>
            </a:xfrm>
            <a:custGeom>
              <a:rect b="b" l="l" r="r" t="t"/>
              <a:pathLst>
                <a:path extrusionOk="0" h="1578" w="1841">
                  <a:moveTo>
                    <a:pt x="1059" y="0"/>
                  </a:moveTo>
                  <a:cubicBezTo>
                    <a:pt x="353" y="0"/>
                    <a:pt x="0" y="845"/>
                    <a:pt x="492" y="1349"/>
                  </a:cubicBezTo>
                  <a:cubicBezTo>
                    <a:pt x="654" y="1506"/>
                    <a:pt x="850" y="1577"/>
                    <a:pt x="1043" y="1577"/>
                  </a:cubicBezTo>
                  <a:cubicBezTo>
                    <a:pt x="1451" y="1577"/>
                    <a:pt x="1840" y="1261"/>
                    <a:pt x="1840" y="782"/>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2"/>
            <p:cNvSpPr/>
            <p:nvPr/>
          </p:nvSpPr>
          <p:spPr>
            <a:xfrm>
              <a:off x="5101172" y="992325"/>
              <a:ext cx="42875" cy="39850"/>
            </a:xfrm>
            <a:custGeom>
              <a:rect b="b" l="l" r="r" t="t"/>
              <a:pathLst>
                <a:path extrusionOk="0" h="1594" w="1715">
                  <a:moveTo>
                    <a:pt x="849" y="1"/>
                  </a:moveTo>
                  <a:cubicBezTo>
                    <a:pt x="810" y="1"/>
                    <a:pt x="771" y="4"/>
                    <a:pt x="731" y="9"/>
                  </a:cubicBezTo>
                  <a:cubicBezTo>
                    <a:pt x="290" y="85"/>
                    <a:pt x="1" y="488"/>
                    <a:pt x="76" y="917"/>
                  </a:cubicBezTo>
                  <a:cubicBezTo>
                    <a:pt x="133" y="1317"/>
                    <a:pt x="482" y="1593"/>
                    <a:pt x="866" y="1593"/>
                  </a:cubicBezTo>
                  <a:cubicBezTo>
                    <a:pt x="905" y="1593"/>
                    <a:pt x="944" y="1590"/>
                    <a:pt x="983" y="1584"/>
                  </a:cubicBezTo>
                  <a:cubicBezTo>
                    <a:pt x="1412" y="1509"/>
                    <a:pt x="1714" y="1106"/>
                    <a:pt x="1639" y="665"/>
                  </a:cubicBezTo>
                  <a:cubicBezTo>
                    <a:pt x="1581" y="276"/>
                    <a:pt x="1233" y="1"/>
                    <a:pt x="849" y="1"/>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2"/>
            <p:cNvSpPr/>
            <p:nvPr/>
          </p:nvSpPr>
          <p:spPr>
            <a:xfrm>
              <a:off x="5364775" y="1136200"/>
              <a:ext cx="46025" cy="39450"/>
            </a:xfrm>
            <a:custGeom>
              <a:rect b="b" l="l" r="r" t="t"/>
              <a:pathLst>
                <a:path extrusionOk="0" h="1578" w="1841">
                  <a:moveTo>
                    <a:pt x="1046" y="0"/>
                  </a:moveTo>
                  <a:cubicBezTo>
                    <a:pt x="353" y="0"/>
                    <a:pt x="1" y="845"/>
                    <a:pt x="492" y="1349"/>
                  </a:cubicBezTo>
                  <a:cubicBezTo>
                    <a:pt x="654" y="1507"/>
                    <a:pt x="852" y="1578"/>
                    <a:pt x="1045" y="1578"/>
                  </a:cubicBezTo>
                  <a:cubicBezTo>
                    <a:pt x="1452" y="1578"/>
                    <a:pt x="1840" y="1264"/>
                    <a:pt x="1840" y="794"/>
                  </a:cubicBezTo>
                  <a:cubicBezTo>
                    <a:pt x="1840" y="353"/>
                    <a:pt x="1488"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2"/>
            <p:cNvSpPr/>
            <p:nvPr/>
          </p:nvSpPr>
          <p:spPr>
            <a:xfrm>
              <a:off x="5581825" y="976800"/>
              <a:ext cx="46025" cy="39525"/>
            </a:xfrm>
            <a:custGeom>
              <a:rect b="b" l="l" r="r" t="t"/>
              <a:pathLst>
                <a:path extrusionOk="0" h="1581" w="1841">
                  <a:moveTo>
                    <a:pt x="1059" y="0"/>
                  </a:moveTo>
                  <a:cubicBezTo>
                    <a:pt x="353" y="0"/>
                    <a:pt x="1" y="857"/>
                    <a:pt x="505" y="1349"/>
                  </a:cubicBezTo>
                  <a:cubicBezTo>
                    <a:pt x="664" y="1508"/>
                    <a:pt x="861" y="1580"/>
                    <a:pt x="1055" y="1580"/>
                  </a:cubicBezTo>
                  <a:cubicBezTo>
                    <a:pt x="1456" y="1580"/>
                    <a:pt x="1840" y="1270"/>
                    <a:pt x="1840" y="794"/>
                  </a:cubicBezTo>
                  <a:cubicBezTo>
                    <a:pt x="1840"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2"/>
            <p:cNvSpPr/>
            <p:nvPr/>
          </p:nvSpPr>
          <p:spPr>
            <a:xfrm>
              <a:off x="5838875" y="1036025"/>
              <a:ext cx="46025" cy="39450"/>
            </a:xfrm>
            <a:custGeom>
              <a:rect b="b" l="l" r="r" t="t"/>
              <a:pathLst>
                <a:path extrusionOk="0" h="1578" w="1841">
                  <a:moveTo>
                    <a:pt x="1059" y="0"/>
                  </a:moveTo>
                  <a:cubicBezTo>
                    <a:pt x="354" y="0"/>
                    <a:pt x="1" y="845"/>
                    <a:pt x="492" y="1349"/>
                  </a:cubicBezTo>
                  <a:cubicBezTo>
                    <a:pt x="655" y="1507"/>
                    <a:pt x="852" y="1578"/>
                    <a:pt x="1046" y="1578"/>
                  </a:cubicBezTo>
                  <a:cubicBezTo>
                    <a:pt x="1453" y="1578"/>
                    <a:pt x="1841" y="1264"/>
                    <a:pt x="1841" y="794"/>
                  </a:cubicBezTo>
                  <a:cubicBezTo>
                    <a:pt x="1841"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2"/>
            <p:cNvSpPr/>
            <p:nvPr/>
          </p:nvSpPr>
          <p:spPr>
            <a:xfrm>
              <a:off x="6316150" y="1138400"/>
              <a:ext cx="39700" cy="39400"/>
            </a:xfrm>
            <a:custGeom>
              <a:rect b="b" l="l" r="r" t="t"/>
              <a:pathLst>
                <a:path extrusionOk="0" h="1576" w="1588">
                  <a:moveTo>
                    <a:pt x="794" y="1"/>
                  </a:moveTo>
                  <a:cubicBezTo>
                    <a:pt x="353" y="1"/>
                    <a:pt x="0" y="353"/>
                    <a:pt x="0" y="782"/>
                  </a:cubicBezTo>
                  <a:cubicBezTo>
                    <a:pt x="0" y="1223"/>
                    <a:pt x="353" y="1576"/>
                    <a:pt x="794" y="1576"/>
                  </a:cubicBezTo>
                  <a:cubicBezTo>
                    <a:pt x="1235" y="1576"/>
                    <a:pt x="1588" y="1223"/>
                    <a:pt x="1588" y="782"/>
                  </a:cubicBezTo>
                  <a:cubicBezTo>
                    <a:pt x="1588" y="353"/>
                    <a:pt x="1235" y="1"/>
                    <a:pt x="794" y="1"/>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2"/>
            <p:cNvSpPr/>
            <p:nvPr/>
          </p:nvSpPr>
          <p:spPr>
            <a:xfrm>
              <a:off x="6675275" y="1230075"/>
              <a:ext cx="46000" cy="39350"/>
            </a:xfrm>
            <a:custGeom>
              <a:rect b="b" l="l" r="r" t="t"/>
              <a:pathLst>
                <a:path extrusionOk="0" h="1574" w="1840">
                  <a:moveTo>
                    <a:pt x="1046" y="0"/>
                  </a:moveTo>
                  <a:cubicBezTo>
                    <a:pt x="353" y="0"/>
                    <a:pt x="0" y="845"/>
                    <a:pt x="492" y="1336"/>
                  </a:cubicBezTo>
                  <a:cubicBezTo>
                    <a:pt x="656" y="1500"/>
                    <a:pt x="856" y="1573"/>
                    <a:pt x="1051" y="1573"/>
                  </a:cubicBezTo>
                  <a:cubicBezTo>
                    <a:pt x="1456" y="1573"/>
                    <a:pt x="1840" y="1258"/>
                    <a:pt x="1840" y="782"/>
                  </a:cubicBezTo>
                  <a:cubicBezTo>
                    <a:pt x="1840" y="353"/>
                    <a:pt x="1487"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2"/>
            <p:cNvSpPr/>
            <p:nvPr/>
          </p:nvSpPr>
          <p:spPr>
            <a:xfrm>
              <a:off x="6863325" y="967025"/>
              <a:ext cx="46350" cy="39350"/>
            </a:xfrm>
            <a:custGeom>
              <a:rect b="b" l="l" r="r" t="t"/>
              <a:pathLst>
                <a:path extrusionOk="0" h="1574" w="1854">
                  <a:moveTo>
                    <a:pt x="1059" y="1"/>
                  </a:moveTo>
                  <a:cubicBezTo>
                    <a:pt x="354" y="1"/>
                    <a:pt x="1" y="845"/>
                    <a:pt x="505" y="1336"/>
                  </a:cubicBezTo>
                  <a:cubicBezTo>
                    <a:pt x="665" y="1500"/>
                    <a:pt x="863" y="1574"/>
                    <a:pt x="1058" y="1574"/>
                  </a:cubicBezTo>
                  <a:cubicBezTo>
                    <a:pt x="1463" y="1574"/>
                    <a:pt x="1853" y="1258"/>
                    <a:pt x="1853" y="782"/>
                  </a:cubicBezTo>
                  <a:cubicBezTo>
                    <a:pt x="1853" y="341"/>
                    <a:pt x="1500"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2"/>
            <p:cNvSpPr/>
            <p:nvPr/>
          </p:nvSpPr>
          <p:spPr>
            <a:xfrm>
              <a:off x="6956275" y="1323000"/>
              <a:ext cx="46000" cy="39350"/>
            </a:xfrm>
            <a:custGeom>
              <a:rect b="b" l="l" r="r" t="t"/>
              <a:pathLst>
                <a:path extrusionOk="0" h="1574" w="1840">
                  <a:moveTo>
                    <a:pt x="1059" y="1"/>
                  </a:moveTo>
                  <a:cubicBezTo>
                    <a:pt x="353" y="1"/>
                    <a:pt x="0" y="845"/>
                    <a:pt x="504" y="1336"/>
                  </a:cubicBezTo>
                  <a:cubicBezTo>
                    <a:pt x="664" y="1500"/>
                    <a:pt x="861" y="1574"/>
                    <a:pt x="1055" y="1574"/>
                  </a:cubicBezTo>
                  <a:cubicBezTo>
                    <a:pt x="1456" y="1574"/>
                    <a:pt x="1840" y="1258"/>
                    <a:pt x="1840" y="782"/>
                  </a:cubicBezTo>
                  <a:cubicBezTo>
                    <a:pt x="1840" y="354"/>
                    <a:pt x="1487"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256" name="Shape 256"/>
        <p:cNvGrpSpPr/>
        <p:nvPr/>
      </p:nvGrpSpPr>
      <p:grpSpPr>
        <a:xfrm>
          <a:off x="0" y="0"/>
          <a:ext cx="0" cy="0"/>
          <a:chOff x="0" y="0"/>
          <a:chExt cx="0" cy="0"/>
        </a:xfrm>
      </p:grpSpPr>
      <p:sp>
        <p:nvSpPr>
          <p:cNvPr id="257" name="Google Shape;257;p13"/>
          <p:cNvSpPr txBox="1"/>
          <p:nvPr>
            <p:ph idx="1" type="subTitle"/>
          </p:nvPr>
        </p:nvSpPr>
        <p:spPr>
          <a:xfrm>
            <a:off x="6429027" y="3829680"/>
            <a:ext cx="2428200" cy="57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4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p:txBody>
      </p:sp>
      <p:sp>
        <p:nvSpPr>
          <p:cNvPr id="258" name="Google Shape;258;p13"/>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3"/>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3"/>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3"/>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3"/>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3"/>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3"/>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3"/>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3"/>
          <p:cNvSpPr/>
          <p:nvPr/>
        </p:nvSpPr>
        <p:spPr>
          <a:xfrm>
            <a:off x="285750" y="454265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3"/>
          <p:cNvSpPr/>
          <p:nvPr/>
        </p:nvSpPr>
        <p:spPr>
          <a:xfrm>
            <a:off x="439150" y="48034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3"/>
          <p:cNvSpPr txBox="1"/>
          <p:nvPr>
            <p:ph type="ctrTitle"/>
          </p:nvPr>
        </p:nvSpPr>
        <p:spPr>
          <a:xfrm>
            <a:off x="970814" y="3396800"/>
            <a:ext cx="21525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69" name="Google Shape;269;p13"/>
          <p:cNvSpPr txBox="1"/>
          <p:nvPr>
            <p:ph idx="2" type="subTitle"/>
          </p:nvPr>
        </p:nvSpPr>
        <p:spPr>
          <a:xfrm>
            <a:off x="970814" y="3829680"/>
            <a:ext cx="2428200" cy="57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4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p:txBody>
      </p:sp>
      <p:sp>
        <p:nvSpPr>
          <p:cNvPr id="270" name="Google Shape;270;p13"/>
          <p:cNvSpPr txBox="1"/>
          <p:nvPr>
            <p:ph hasCustomPrompt="1" idx="3" type="title"/>
          </p:nvPr>
        </p:nvSpPr>
        <p:spPr>
          <a:xfrm>
            <a:off x="970814" y="2645887"/>
            <a:ext cx="1753800" cy="5778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000000"/>
              </a:buClr>
              <a:buSzPts val="4800"/>
              <a:buNone/>
              <a:defRPr sz="4800">
                <a:solidFill>
                  <a:schemeClr val="accent2"/>
                </a:solidFill>
              </a:defRPr>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271" name="Google Shape;271;p13"/>
          <p:cNvSpPr txBox="1"/>
          <p:nvPr>
            <p:ph idx="4" type="ctrTitle"/>
          </p:nvPr>
        </p:nvSpPr>
        <p:spPr>
          <a:xfrm>
            <a:off x="3690348" y="3396800"/>
            <a:ext cx="13866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72" name="Google Shape;272;p13"/>
          <p:cNvSpPr txBox="1"/>
          <p:nvPr>
            <p:ph idx="5" type="subTitle"/>
          </p:nvPr>
        </p:nvSpPr>
        <p:spPr>
          <a:xfrm>
            <a:off x="3690341" y="3829680"/>
            <a:ext cx="2428200" cy="57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4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p:txBody>
      </p:sp>
      <p:sp>
        <p:nvSpPr>
          <p:cNvPr id="273" name="Google Shape;273;p13"/>
          <p:cNvSpPr txBox="1"/>
          <p:nvPr>
            <p:ph hasCustomPrompt="1" idx="6" type="title"/>
          </p:nvPr>
        </p:nvSpPr>
        <p:spPr>
          <a:xfrm>
            <a:off x="3690341" y="2645887"/>
            <a:ext cx="1753800" cy="5778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000000"/>
              </a:buClr>
              <a:buSzPts val="4800"/>
              <a:buNone/>
              <a:defRPr sz="4800">
                <a:solidFill>
                  <a:schemeClr val="accent3"/>
                </a:solidFill>
              </a:defRPr>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274" name="Google Shape;274;p13"/>
          <p:cNvSpPr txBox="1"/>
          <p:nvPr>
            <p:ph idx="7" type="ctrTitle"/>
          </p:nvPr>
        </p:nvSpPr>
        <p:spPr>
          <a:xfrm>
            <a:off x="618825" y="411675"/>
            <a:ext cx="45762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275" name="Google Shape;275;p13"/>
          <p:cNvSpPr txBox="1"/>
          <p:nvPr>
            <p:ph idx="8" type="ctrTitle"/>
          </p:nvPr>
        </p:nvSpPr>
        <p:spPr>
          <a:xfrm>
            <a:off x="6428436" y="3377738"/>
            <a:ext cx="22518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76" name="Google Shape;276;p13"/>
          <p:cNvSpPr txBox="1"/>
          <p:nvPr>
            <p:ph hasCustomPrompt="1" idx="9" type="title"/>
          </p:nvPr>
        </p:nvSpPr>
        <p:spPr>
          <a:xfrm>
            <a:off x="6428436" y="2645887"/>
            <a:ext cx="1753800" cy="5778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000000"/>
              </a:buClr>
              <a:buSzPts val="4800"/>
              <a:buNone/>
              <a:defRPr sz="4800">
                <a:solidFill>
                  <a:schemeClr val="accent1"/>
                </a:solidFill>
              </a:defRPr>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277" name="Google Shape;277;p13"/>
          <p:cNvSpPr txBox="1"/>
          <p:nvPr>
            <p:ph idx="13" type="ctrTitle"/>
          </p:nvPr>
        </p:nvSpPr>
        <p:spPr>
          <a:xfrm>
            <a:off x="6429027" y="3396800"/>
            <a:ext cx="22518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
    <p:spTree>
      <p:nvGrpSpPr>
        <p:cNvPr id="278" name="Shape 278"/>
        <p:cNvGrpSpPr/>
        <p:nvPr/>
      </p:nvGrpSpPr>
      <p:grpSpPr>
        <a:xfrm>
          <a:off x="0" y="0"/>
          <a:ext cx="0" cy="0"/>
          <a:chOff x="0" y="0"/>
          <a:chExt cx="0" cy="0"/>
        </a:xfrm>
      </p:grpSpPr>
      <p:sp>
        <p:nvSpPr>
          <p:cNvPr id="279" name="Google Shape;279;p14"/>
          <p:cNvSpPr txBox="1"/>
          <p:nvPr>
            <p:ph type="ctrTitle"/>
          </p:nvPr>
        </p:nvSpPr>
        <p:spPr>
          <a:xfrm>
            <a:off x="4696481" y="1365079"/>
            <a:ext cx="2655600" cy="644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280" name="Google Shape;280;p14"/>
          <p:cNvSpPr txBox="1"/>
          <p:nvPr>
            <p:ph idx="1" type="subTitle"/>
          </p:nvPr>
        </p:nvSpPr>
        <p:spPr>
          <a:xfrm>
            <a:off x="4696481" y="1835141"/>
            <a:ext cx="3039300" cy="93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6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281" name="Google Shape;281;p14"/>
          <p:cNvSpPr txBox="1"/>
          <p:nvPr>
            <p:ph idx="2" type="ctrTitle"/>
          </p:nvPr>
        </p:nvSpPr>
        <p:spPr>
          <a:xfrm>
            <a:off x="1900150" y="3127942"/>
            <a:ext cx="2472900" cy="6447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282" name="Google Shape;282;p14"/>
          <p:cNvSpPr txBox="1"/>
          <p:nvPr>
            <p:ph idx="3" type="subTitle"/>
          </p:nvPr>
        </p:nvSpPr>
        <p:spPr>
          <a:xfrm>
            <a:off x="1333875" y="3598390"/>
            <a:ext cx="3039300" cy="1179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6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283" name="Google Shape;283;p14"/>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4"/>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4"/>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4"/>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7" name="Google Shape;287;p14"/>
          <p:cNvGrpSpPr/>
          <p:nvPr/>
        </p:nvGrpSpPr>
        <p:grpSpPr>
          <a:xfrm>
            <a:off x="6626134" y="-164562"/>
            <a:ext cx="121172" cy="760495"/>
            <a:chOff x="5245196" y="3136513"/>
            <a:chExt cx="121172" cy="760495"/>
          </a:xfrm>
        </p:grpSpPr>
        <p:sp>
          <p:nvSpPr>
            <p:cNvPr id="288" name="Google Shape;288;p14"/>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4"/>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0" name="Google Shape;290;p14"/>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4"/>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4"/>
          <p:cNvSpPr txBox="1"/>
          <p:nvPr>
            <p:ph idx="4"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_1">
    <p:spTree>
      <p:nvGrpSpPr>
        <p:cNvPr id="293" name="Shape 293"/>
        <p:cNvGrpSpPr/>
        <p:nvPr/>
      </p:nvGrpSpPr>
      <p:grpSpPr>
        <a:xfrm>
          <a:off x="0" y="0"/>
          <a:ext cx="0" cy="0"/>
          <a:chOff x="0" y="0"/>
          <a:chExt cx="0" cy="0"/>
        </a:xfrm>
      </p:grpSpPr>
      <p:sp>
        <p:nvSpPr>
          <p:cNvPr id="294" name="Google Shape;294;p15"/>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5"/>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5"/>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5"/>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8" name="Google Shape;298;p15"/>
          <p:cNvGrpSpPr/>
          <p:nvPr/>
        </p:nvGrpSpPr>
        <p:grpSpPr>
          <a:xfrm>
            <a:off x="6626134" y="-164562"/>
            <a:ext cx="121172" cy="760495"/>
            <a:chOff x="5245196" y="3136513"/>
            <a:chExt cx="121172" cy="760495"/>
          </a:xfrm>
        </p:grpSpPr>
        <p:sp>
          <p:nvSpPr>
            <p:cNvPr id="299" name="Google Shape;299;p15"/>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5"/>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1" name="Google Shape;301;p15"/>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5"/>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5"/>
          <p:cNvSpPr txBox="1"/>
          <p:nvPr>
            <p:ph type="ctrTitle"/>
          </p:nvPr>
        </p:nvSpPr>
        <p:spPr>
          <a:xfrm>
            <a:off x="891226" y="1267450"/>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04" name="Google Shape;304;p15"/>
          <p:cNvSpPr txBox="1"/>
          <p:nvPr>
            <p:ph idx="1" type="subTitle"/>
          </p:nvPr>
        </p:nvSpPr>
        <p:spPr>
          <a:xfrm>
            <a:off x="891226" y="3491100"/>
            <a:ext cx="1881300" cy="1112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05" name="Google Shape;305;p15"/>
          <p:cNvSpPr txBox="1"/>
          <p:nvPr>
            <p:ph idx="2" type="ctrTitle"/>
          </p:nvPr>
        </p:nvSpPr>
        <p:spPr>
          <a:xfrm>
            <a:off x="3503173" y="1267450"/>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06" name="Google Shape;306;p15"/>
          <p:cNvSpPr txBox="1"/>
          <p:nvPr>
            <p:ph idx="3" type="subTitle"/>
          </p:nvPr>
        </p:nvSpPr>
        <p:spPr>
          <a:xfrm>
            <a:off x="3503173" y="3491100"/>
            <a:ext cx="1881300" cy="1112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07" name="Google Shape;307;p15"/>
          <p:cNvSpPr txBox="1"/>
          <p:nvPr>
            <p:ph idx="4" type="ctrTitle"/>
          </p:nvPr>
        </p:nvSpPr>
        <p:spPr>
          <a:xfrm>
            <a:off x="6124594" y="1267450"/>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08" name="Google Shape;308;p15"/>
          <p:cNvSpPr txBox="1"/>
          <p:nvPr>
            <p:ph idx="5" type="subTitle"/>
          </p:nvPr>
        </p:nvSpPr>
        <p:spPr>
          <a:xfrm>
            <a:off x="6124594" y="3491100"/>
            <a:ext cx="1881300" cy="1112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09" name="Google Shape;309;p15"/>
          <p:cNvSpPr txBox="1"/>
          <p:nvPr>
            <p:ph idx="6"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_1">
    <p:spTree>
      <p:nvGrpSpPr>
        <p:cNvPr id="310" name="Shape 310"/>
        <p:cNvGrpSpPr/>
        <p:nvPr/>
      </p:nvGrpSpPr>
      <p:grpSpPr>
        <a:xfrm>
          <a:off x="0" y="0"/>
          <a:ext cx="0" cy="0"/>
          <a:chOff x="0" y="0"/>
          <a:chExt cx="0" cy="0"/>
        </a:xfrm>
      </p:grpSpPr>
      <p:sp>
        <p:nvSpPr>
          <p:cNvPr id="311" name="Google Shape;311;p16"/>
          <p:cNvSpPr txBox="1"/>
          <p:nvPr>
            <p:ph type="ctrTitle"/>
          </p:nvPr>
        </p:nvSpPr>
        <p:spPr>
          <a:xfrm>
            <a:off x="1121525" y="2302200"/>
            <a:ext cx="1881300" cy="4596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2" name="Google Shape;312;p16"/>
          <p:cNvSpPr txBox="1"/>
          <p:nvPr>
            <p:ph idx="1" type="subTitle"/>
          </p:nvPr>
        </p:nvSpPr>
        <p:spPr>
          <a:xfrm>
            <a:off x="961925" y="1643751"/>
            <a:ext cx="2200500" cy="8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13" name="Google Shape;313;p16"/>
          <p:cNvSpPr txBox="1"/>
          <p:nvPr>
            <p:ph idx="2" type="ctrTitle"/>
          </p:nvPr>
        </p:nvSpPr>
        <p:spPr>
          <a:xfrm>
            <a:off x="3628263" y="2302200"/>
            <a:ext cx="1881300" cy="4596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4" name="Google Shape;314;p16"/>
          <p:cNvSpPr txBox="1"/>
          <p:nvPr>
            <p:ph idx="3" type="subTitle"/>
          </p:nvPr>
        </p:nvSpPr>
        <p:spPr>
          <a:xfrm>
            <a:off x="3468663" y="1643759"/>
            <a:ext cx="2200500" cy="8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15" name="Google Shape;315;p16"/>
          <p:cNvSpPr txBox="1"/>
          <p:nvPr>
            <p:ph idx="4" type="ctrTitle"/>
          </p:nvPr>
        </p:nvSpPr>
        <p:spPr>
          <a:xfrm>
            <a:off x="6142624" y="2302200"/>
            <a:ext cx="1881300" cy="4596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6" name="Google Shape;316;p16"/>
          <p:cNvSpPr txBox="1"/>
          <p:nvPr>
            <p:ph idx="5" type="subTitle"/>
          </p:nvPr>
        </p:nvSpPr>
        <p:spPr>
          <a:xfrm>
            <a:off x="5947924" y="1643751"/>
            <a:ext cx="2270700" cy="8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17" name="Google Shape;317;p16"/>
          <p:cNvSpPr txBox="1"/>
          <p:nvPr>
            <p:ph idx="6"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318" name="Google Shape;318;p16"/>
          <p:cNvSpPr txBox="1"/>
          <p:nvPr>
            <p:ph idx="7" type="ctrTitle"/>
          </p:nvPr>
        </p:nvSpPr>
        <p:spPr>
          <a:xfrm>
            <a:off x="1121525" y="4134800"/>
            <a:ext cx="1881300" cy="4596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9" name="Google Shape;319;p16"/>
          <p:cNvSpPr txBox="1"/>
          <p:nvPr>
            <p:ph idx="8" type="subTitle"/>
          </p:nvPr>
        </p:nvSpPr>
        <p:spPr>
          <a:xfrm>
            <a:off x="961925" y="3479251"/>
            <a:ext cx="2200500" cy="8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20" name="Google Shape;320;p16"/>
          <p:cNvSpPr txBox="1"/>
          <p:nvPr>
            <p:ph idx="9" type="ctrTitle"/>
          </p:nvPr>
        </p:nvSpPr>
        <p:spPr>
          <a:xfrm>
            <a:off x="3628263" y="4134800"/>
            <a:ext cx="1881300" cy="4596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1" name="Google Shape;321;p16"/>
          <p:cNvSpPr txBox="1"/>
          <p:nvPr>
            <p:ph idx="13" type="subTitle"/>
          </p:nvPr>
        </p:nvSpPr>
        <p:spPr>
          <a:xfrm>
            <a:off x="3533613" y="3479251"/>
            <a:ext cx="2070600" cy="8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22" name="Google Shape;322;p16"/>
          <p:cNvSpPr txBox="1"/>
          <p:nvPr>
            <p:ph idx="14" type="ctrTitle"/>
          </p:nvPr>
        </p:nvSpPr>
        <p:spPr>
          <a:xfrm>
            <a:off x="6142624" y="4134800"/>
            <a:ext cx="1881300" cy="4596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3" name="Google Shape;323;p16"/>
          <p:cNvSpPr txBox="1"/>
          <p:nvPr>
            <p:ph idx="15" type="subTitle"/>
          </p:nvPr>
        </p:nvSpPr>
        <p:spPr>
          <a:xfrm>
            <a:off x="5947924" y="3479251"/>
            <a:ext cx="2270700" cy="8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24" name="Google Shape;324;p16"/>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6"/>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6"/>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6"/>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6"/>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6"/>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6"/>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6"/>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6"/>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
    <p:spTree>
      <p:nvGrpSpPr>
        <p:cNvPr id="333" name="Shape 333"/>
        <p:cNvGrpSpPr/>
        <p:nvPr/>
      </p:nvGrpSpPr>
      <p:grpSpPr>
        <a:xfrm>
          <a:off x="0" y="0"/>
          <a:ext cx="0" cy="0"/>
          <a:chOff x="0" y="0"/>
          <a:chExt cx="0" cy="0"/>
        </a:xfrm>
      </p:grpSpPr>
      <p:sp>
        <p:nvSpPr>
          <p:cNvPr id="334" name="Google Shape;334;p17"/>
          <p:cNvSpPr txBox="1"/>
          <p:nvPr>
            <p:ph type="ctrTitle"/>
          </p:nvPr>
        </p:nvSpPr>
        <p:spPr>
          <a:xfrm>
            <a:off x="1218541" y="1373195"/>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2000">
                <a:solidFill>
                  <a:schemeClr val="lt1"/>
                </a:solidFill>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35" name="Google Shape;335;p17"/>
          <p:cNvSpPr txBox="1"/>
          <p:nvPr>
            <p:ph idx="1" type="subTitle"/>
          </p:nvPr>
        </p:nvSpPr>
        <p:spPr>
          <a:xfrm>
            <a:off x="1218541" y="1865495"/>
            <a:ext cx="1881300" cy="644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36" name="Google Shape;336;p17"/>
          <p:cNvSpPr txBox="1"/>
          <p:nvPr>
            <p:ph idx="2" type="ctrTitle"/>
          </p:nvPr>
        </p:nvSpPr>
        <p:spPr>
          <a:xfrm>
            <a:off x="6054555" y="1373195"/>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2000">
                <a:solidFill>
                  <a:schemeClr val="lt1"/>
                </a:solidFill>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37" name="Google Shape;337;p17"/>
          <p:cNvSpPr txBox="1"/>
          <p:nvPr>
            <p:ph idx="3" type="subTitle"/>
          </p:nvPr>
        </p:nvSpPr>
        <p:spPr>
          <a:xfrm>
            <a:off x="6054555" y="1865495"/>
            <a:ext cx="1881300" cy="644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38" name="Google Shape;338;p17"/>
          <p:cNvSpPr txBox="1"/>
          <p:nvPr>
            <p:ph idx="4" type="ctrTitle"/>
          </p:nvPr>
        </p:nvSpPr>
        <p:spPr>
          <a:xfrm>
            <a:off x="1218541" y="2778806"/>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2000">
                <a:solidFill>
                  <a:schemeClr val="lt1"/>
                </a:solidFill>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39" name="Google Shape;339;p17"/>
          <p:cNvSpPr txBox="1"/>
          <p:nvPr>
            <p:ph idx="5" type="subTitle"/>
          </p:nvPr>
        </p:nvSpPr>
        <p:spPr>
          <a:xfrm>
            <a:off x="1116841" y="3271106"/>
            <a:ext cx="2084700" cy="644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40" name="Google Shape;340;p17"/>
          <p:cNvSpPr txBox="1"/>
          <p:nvPr>
            <p:ph idx="6" type="ctrTitle"/>
          </p:nvPr>
        </p:nvSpPr>
        <p:spPr>
          <a:xfrm>
            <a:off x="6054555" y="2778806"/>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2000">
                <a:solidFill>
                  <a:schemeClr val="lt1"/>
                </a:solidFill>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1" name="Google Shape;341;p17"/>
          <p:cNvSpPr txBox="1"/>
          <p:nvPr>
            <p:ph idx="7" type="subTitle"/>
          </p:nvPr>
        </p:nvSpPr>
        <p:spPr>
          <a:xfrm>
            <a:off x="6054555" y="3271106"/>
            <a:ext cx="1881300" cy="644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42" name="Google Shape;342;p17"/>
          <p:cNvSpPr txBox="1"/>
          <p:nvPr>
            <p:ph idx="8"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343" name="Google Shape;343;p17"/>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7"/>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7"/>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7"/>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7"/>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7"/>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7"/>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7"/>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7"/>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7"/>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2_1">
    <p:spTree>
      <p:nvGrpSpPr>
        <p:cNvPr id="353" name="Shape 353"/>
        <p:cNvGrpSpPr/>
        <p:nvPr/>
      </p:nvGrpSpPr>
      <p:grpSpPr>
        <a:xfrm>
          <a:off x="0" y="0"/>
          <a:ext cx="0" cy="0"/>
          <a:chOff x="0" y="0"/>
          <a:chExt cx="0" cy="0"/>
        </a:xfrm>
      </p:grpSpPr>
      <p:sp>
        <p:nvSpPr>
          <p:cNvPr id="354" name="Google Shape;354;p18"/>
          <p:cNvSpPr txBox="1"/>
          <p:nvPr>
            <p:ph type="ctrTitle"/>
          </p:nvPr>
        </p:nvSpPr>
        <p:spPr>
          <a:xfrm>
            <a:off x="915161" y="2299544"/>
            <a:ext cx="1881300" cy="644700"/>
          </a:xfrm>
          <a:prstGeom prst="rect">
            <a:avLst/>
          </a:prstGeom>
          <a:ln>
            <a:noFill/>
          </a:ln>
        </p:spPr>
        <p:txBody>
          <a:bodyPr anchorCtr="0" anchor="t" bIns="91425" lIns="91425" spcFirstLastPara="1" rIns="91425" wrap="square" tIns="91425">
            <a:noAutofit/>
          </a:bodyPr>
          <a:lstStyle>
            <a:lvl1pPr lvl="0" rtl="0" algn="r">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None/>
              <a:defRPr sz="1800">
                <a:solidFill>
                  <a:srgbClr val="000000"/>
                </a:solidFill>
              </a:defRPr>
            </a:lvl2pPr>
            <a:lvl3pPr lvl="2" rtl="0" algn="ctr">
              <a:spcBef>
                <a:spcPts val="0"/>
              </a:spcBef>
              <a:spcAft>
                <a:spcPts val="0"/>
              </a:spcAft>
              <a:buClr>
                <a:srgbClr val="000000"/>
              </a:buClr>
              <a:buSzPts val="1800"/>
              <a:buNone/>
              <a:defRPr sz="1800">
                <a:solidFill>
                  <a:srgbClr val="000000"/>
                </a:solidFill>
              </a:defRPr>
            </a:lvl3pPr>
            <a:lvl4pPr lvl="3" rtl="0" algn="ctr">
              <a:spcBef>
                <a:spcPts val="0"/>
              </a:spcBef>
              <a:spcAft>
                <a:spcPts val="0"/>
              </a:spcAft>
              <a:buClr>
                <a:srgbClr val="000000"/>
              </a:buClr>
              <a:buSzPts val="1800"/>
              <a:buNone/>
              <a:defRPr sz="1800">
                <a:solidFill>
                  <a:srgbClr val="000000"/>
                </a:solidFill>
              </a:defRPr>
            </a:lvl4pPr>
            <a:lvl5pPr lvl="4" rtl="0" algn="ctr">
              <a:spcBef>
                <a:spcPts val="0"/>
              </a:spcBef>
              <a:spcAft>
                <a:spcPts val="0"/>
              </a:spcAft>
              <a:buClr>
                <a:srgbClr val="000000"/>
              </a:buClr>
              <a:buSzPts val="1800"/>
              <a:buNone/>
              <a:defRPr sz="1800">
                <a:solidFill>
                  <a:srgbClr val="000000"/>
                </a:solidFill>
              </a:defRPr>
            </a:lvl5pPr>
            <a:lvl6pPr lvl="5" rtl="0" algn="ctr">
              <a:spcBef>
                <a:spcPts val="0"/>
              </a:spcBef>
              <a:spcAft>
                <a:spcPts val="0"/>
              </a:spcAft>
              <a:buClr>
                <a:srgbClr val="000000"/>
              </a:buClr>
              <a:buSzPts val="1800"/>
              <a:buNone/>
              <a:defRPr sz="1800">
                <a:solidFill>
                  <a:srgbClr val="000000"/>
                </a:solidFill>
              </a:defRPr>
            </a:lvl6pPr>
            <a:lvl7pPr lvl="6" rtl="0" algn="ctr">
              <a:spcBef>
                <a:spcPts val="0"/>
              </a:spcBef>
              <a:spcAft>
                <a:spcPts val="0"/>
              </a:spcAft>
              <a:buClr>
                <a:srgbClr val="000000"/>
              </a:buClr>
              <a:buSzPts val="1800"/>
              <a:buNone/>
              <a:defRPr sz="1800">
                <a:solidFill>
                  <a:srgbClr val="000000"/>
                </a:solidFill>
              </a:defRPr>
            </a:lvl7pPr>
            <a:lvl8pPr lvl="7" rtl="0" algn="ctr">
              <a:spcBef>
                <a:spcPts val="0"/>
              </a:spcBef>
              <a:spcAft>
                <a:spcPts val="0"/>
              </a:spcAft>
              <a:buClr>
                <a:srgbClr val="000000"/>
              </a:buClr>
              <a:buSzPts val="1800"/>
              <a:buNone/>
              <a:defRPr sz="1800">
                <a:solidFill>
                  <a:srgbClr val="000000"/>
                </a:solidFill>
              </a:defRPr>
            </a:lvl8pPr>
            <a:lvl9pPr lvl="8" rtl="0" algn="ctr">
              <a:spcBef>
                <a:spcPts val="0"/>
              </a:spcBef>
              <a:spcAft>
                <a:spcPts val="0"/>
              </a:spcAft>
              <a:buClr>
                <a:srgbClr val="000000"/>
              </a:buClr>
              <a:buSzPts val="1800"/>
              <a:buNone/>
              <a:defRPr sz="1800">
                <a:solidFill>
                  <a:srgbClr val="000000"/>
                </a:solidFill>
              </a:defRPr>
            </a:lvl9pPr>
          </a:lstStyle>
          <a:p/>
        </p:txBody>
      </p:sp>
      <p:sp>
        <p:nvSpPr>
          <p:cNvPr id="355" name="Google Shape;355;p18"/>
          <p:cNvSpPr txBox="1"/>
          <p:nvPr>
            <p:ph idx="1" type="subTitle"/>
          </p:nvPr>
        </p:nvSpPr>
        <p:spPr>
          <a:xfrm>
            <a:off x="879139" y="1777397"/>
            <a:ext cx="1917300" cy="6447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56" name="Google Shape;356;p18"/>
          <p:cNvSpPr txBox="1"/>
          <p:nvPr>
            <p:ph idx="2" type="ctrTitle"/>
          </p:nvPr>
        </p:nvSpPr>
        <p:spPr>
          <a:xfrm>
            <a:off x="6345518" y="2299544"/>
            <a:ext cx="1881300" cy="644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None/>
              <a:defRPr sz="1800">
                <a:solidFill>
                  <a:srgbClr val="000000"/>
                </a:solidFill>
              </a:defRPr>
            </a:lvl2pPr>
            <a:lvl3pPr lvl="2" rtl="0" algn="ctr">
              <a:spcBef>
                <a:spcPts val="0"/>
              </a:spcBef>
              <a:spcAft>
                <a:spcPts val="0"/>
              </a:spcAft>
              <a:buClr>
                <a:srgbClr val="000000"/>
              </a:buClr>
              <a:buSzPts val="1800"/>
              <a:buNone/>
              <a:defRPr sz="1800">
                <a:solidFill>
                  <a:srgbClr val="000000"/>
                </a:solidFill>
              </a:defRPr>
            </a:lvl3pPr>
            <a:lvl4pPr lvl="3" rtl="0" algn="ctr">
              <a:spcBef>
                <a:spcPts val="0"/>
              </a:spcBef>
              <a:spcAft>
                <a:spcPts val="0"/>
              </a:spcAft>
              <a:buClr>
                <a:srgbClr val="000000"/>
              </a:buClr>
              <a:buSzPts val="1800"/>
              <a:buNone/>
              <a:defRPr sz="1800">
                <a:solidFill>
                  <a:srgbClr val="000000"/>
                </a:solidFill>
              </a:defRPr>
            </a:lvl4pPr>
            <a:lvl5pPr lvl="4" rtl="0" algn="ctr">
              <a:spcBef>
                <a:spcPts val="0"/>
              </a:spcBef>
              <a:spcAft>
                <a:spcPts val="0"/>
              </a:spcAft>
              <a:buClr>
                <a:srgbClr val="000000"/>
              </a:buClr>
              <a:buSzPts val="1800"/>
              <a:buNone/>
              <a:defRPr sz="1800">
                <a:solidFill>
                  <a:srgbClr val="000000"/>
                </a:solidFill>
              </a:defRPr>
            </a:lvl5pPr>
            <a:lvl6pPr lvl="5" rtl="0" algn="ctr">
              <a:spcBef>
                <a:spcPts val="0"/>
              </a:spcBef>
              <a:spcAft>
                <a:spcPts val="0"/>
              </a:spcAft>
              <a:buClr>
                <a:srgbClr val="000000"/>
              </a:buClr>
              <a:buSzPts val="1800"/>
              <a:buNone/>
              <a:defRPr sz="1800">
                <a:solidFill>
                  <a:srgbClr val="000000"/>
                </a:solidFill>
              </a:defRPr>
            </a:lvl6pPr>
            <a:lvl7pPr lvl="6" rtl="0" algn="ctr">
              <a:spcBef>
                <a:spcPts val="0"/>
              </a:spcBef>
              <a:spcAft>
                <a:spcPts val="0"/>
              </a:spcAft>
              <a:buClr>
                <a:srgbClr val="000000"/>
              </a:buClr>
              <a:buSzPts val="1800"/>
              <a:buNone/>
              <a:defRPr sz="1800">
                <a:solidFill>
                  <a:srgbClr val="000000"/>
                </a:solidFill>
              </a:defRPr>
            </a:lvl7pPr>
            <a:lvl8pPr lvl="7" rtl="0" algn="ctr">
              <a:spcBef>
                <a:spcPts val="0"/>
              </a:spcBef>
              <a:spcAft>
                <a:spcPts val="0"/>
              </a:spcAft>
              <a:buClr>
                <a:srgbClr val="000000"/>
              </a:buClr>
              <a:buSzPts val="1800"/>
              <a:buNone/>
              <a:defRPr sz="1800">
                <a:solidFill>
                  <a:srgbClr val="000000"/>
                </a:solidFill>
              </a:defRPr>
            </a:lvl8pPr>
            <a:lvl9pPr lvl="8" rtl="0" algn="ctr">
              <a:spcBef>
                <a:spcPts val="0"/>
              </a:spcBef>
              <a:spcAft>
                <a:spcPts val="0"/>
              </a:spcAft>
              <a:buClr>
                <a:srgbClr val="000000"/>
              </a:buClr>
              <a:buSzPts val="1800"/>
              <a:buNone/>
              <a:defRPr sz="1800">
                <a:solidFill>
                  <a:srgbClr val="000000"/>
                </a:solidFill>
              </a:defRPr>
            </a:lvl9pPr>
          </a:lstStyle>
          <a:p/>
        </p:txBody>
      </p:sp>
      <p:sp>
        <p:nvSpPr>
          <p:cNvPr id="357" name="Google Shape;357;p18"/>
          <p:cNvSpPr txBox="1"/>
          <p:nvPr>
            <p:ph idx="3" type="subTitle"/>
          </p:nvPr>
        </p:nvSpPr>
        <p:spPr>
          <a:xfrm>
            <a:off x="6345518" y="1777397"/>
            <a:ext cx="1881300" cy="64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58" name="Google Shape;358;p18"/>
          <p:cNvSpPr txBox="1"/>
          <p:nvPr>
            <p:ph idx="4" type="ctrTitle"/>
          </p:nvPr>
        </p:nvSpPr>
        <p:spPr>
          <a:xfrm>
            <a:off x="915161" y="2861525"/>
            <a:ext cx="1881300" cy="6447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None/>
              <a:defRPr sz="1800">
                <a:solidFill>
                  <a:srgbClr val="000000"/>
                </a:solidFill>
              </a:defRPr>
            </a:lvl2pPr>
            <a:lvl3pPr lvl="2" rtl="0" algn="ctr">
              <a:spcBef>
                <a:spcPts val="0"/>
              </a:spcBef>
              <a:spcAft>
                <a:spcPts val="0"/>
              </a:spcAft>
              <a:buClr>
                <a:srgbClr val="000000"/>
              </a:buClr>
              <a:buSzPts val="1800"/>
              <a:buNone/>
              <a:defRPr sz="1800">
                <a:solidFill>
                  <a:srgbClr val="000000"/>
                </a:solidFill>
              </a:defRPr>
            </a:lvl3pPr>
            <a:lvl4pPr lvl="3" rtl="0" algn="ctr">
              <a:spcBef>
                <a:spcPts val="0"/>
              </a:spcBef>
              <a:spcAft>
                <a:spcPts val="0"/>
              </a:spcAft>
              <a:buClr>
                <a:srgbClr val="000000"/>
              </a:buClr>
              <a:buSzPts val="1800"/>
              <a:buNone/>
              <a:defRPr sz="1800">
                <a:solidFill>
                  <a:srgbClr val="000000"/>
                </a:solidFill>
              </a:defRPr>
            </a:lvl4pPr>
            <a:lvl5pPr lvl="4" rtl="0" algn="ctr">
              <a:spcBef>
                <a:spcPts val="0"/>
              </a:spcBef>
              <a:spcAft>
                <a:spcPts val="0"/>
              </a:spcAft>
              <a:buClr>
                <a:srgbClr val="000000"/>
              </a:buClr>
              <a:buSzPts val="1800"/>
              <a:buNone/>
              <a:defRPr sz="1800">
                <a:solidFill>
                  <a:srgbClr val="000000"/>
                </a:solidFill>
              </a:defRPr>
            </a:lvl5pPr>
            <a:lvl6pPr lvl="5" rtl="0" algn="ctr">
              <a:spcBef>
                <a:spcPts val="0"/>
              </a:spcBef>
              <a:spcAft>
                <a:spcPts val="0"/>
              </a:spcAft>
              <a:buClr>
                <a:srgbClr val="000000"/>
              </a:buClr>
              <a:buSzPts val="1800"/>
              <a:buNone/>
              <a:defRPr sz="1800">
                <a:solidFill>
                  <a:srgbClr val="000000"/>
                </a:solidFill>
              </a:defRPr>
            </a:lvl6pPr>
            <a:lvl7pPr lvl="6" rtl="0" algn="ctr">
              <a:spcBef>
                <a:spcPts val="0"/>
              </a:spcBef>
              <a:spcAft>
                <a:spcPts val="0"/>
              </a:spcAft>
              <a:buClr>
                <a:srgbClr val="000000"/>
              </a:buClr>
              <a:buSzPts val="1800"/>
              <a:buNone/>
              <a:defRPr sz="1800">
                <a:solidFill>
                  <a:srgbClr val="000000"/>
                </a:solidFill>
              </a:defRPr>
            </a:lvl7pPr>
            <a:lvl8pPr lvl="7" rtl="0" algn="ctr">
              <a:spcBef>
                <a:spcPts val="0"/>
              </a:spcBef>
              <a:spcAft>
                <a:spcPts val="0"/>
              </a:spcAft>
              <a:buClr>
                <a:srgbClr val="000000"/>
              </a:buClr>
              <a:buSzPts val="1800"/>
              <a:buNone/>
              <a:defRPr sz="1800">
                <a:solidFill>
                  <a:srgbClr val="000000"/>
                </a:solidFill>
              </a:defRPr>
            </a:lvl8pPr>
            <a:lvl9pPr lvl="8" rtl="0" algn="ctr">
              <a:spcBef>
                <a:spcPts val="0"/>
              </a:spcBef>
              <a:spcAft>
                <a:spcPts val="0"/>
              </a:spcAft>
              <a:buClr>
                <a:srgbClr val="000000"/>
              </a:buClr>
              <a:buSzPts val="1800"/>
              <a:buNone/>
              <a:defRPr sz="1800">
                <a:solidFill>
                  <a:srgbClr val="000000"/>
                </a:solidFill>
              </a:defRPr>
            </a:lvl9pPr>
          </a:lstStyle>
          <a:p/>
        </p:txBody>
      </p:sp>
      <p:sp>
        <p:nvSpPr>
          <p:cNvPr id="359" name="Google Shape;359;p18"/>
          <p:cNvSpPr txBox="1"/>
          <p:nvPr>
            <p:ph idx="5" type="subTitle"/>
          </p:nvPr>
        </p:nvSpPr>
        <p:spPr>
          <a:xfrm>
            <a:off x="915161" y="3353275"/>
            <a:ext cx="1881300" cy="644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60" name="Google Shape;360;p18"/>
          <p:cNvSpPr txBox="1"/>
          <p:nvPr>
            <p:ph idx="6" type="ctrTitle"/>
          </p:nvPr>
        </p:nvSpPr>
        <p:spPr>
          <a:xfrm>
            <a:off x="6345518" y="2861525"/>
            <a:ext cx="1881300" cy="644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None/>
              <a:defRPr sz="1800">
                <a:solidFill>
                  <a:srgbClr val="000000"/>
                </a:solidFill>
              </a:defRPr>
            </a:lvl2pPr>
            <a:lvl3pPr lvl="2" rtl="0" algn="ctr">
              <a:spcBef>
                <a:spcPts val="0"/>
              </a:spcBef>
              <a:spcAft>
                <a:spcPts val="0"/>
              </a:spcAft>
              <a:buClr>
                <a:srgbClr val="000000"/>
              </a:buClr>
              <a:buSzPts val="1800"/>
              <a:buNone/>
              <a:defRPr sz="1800">
                <a:solidFill>
                  <a:srgbClr val="000000"/>
                </a:solidFill>
              </a:defRPr>
            </a:lvl3pPr>
            <a:lvl4pPr lvl="3" rtl="0" algn="ctr">
              <a:spcBef>
                <a:spcPts val="0"/>
              </a:spcBef>
              <a:spcAft>
                <a:spcPts val="0"/>
              </a:spcAft>
              <a:buClr>
                <a:srgbClr val="000000"/>
              </a:buClr>
              <a:buSzPts val="1800"/>
              <a:buNone/>
              <a:defRPr sz="1800">
                <a:solidFill>
                  <a:srgbClr val="000000"/>
                </a:solidFill>
              </a:defRPr>
            </a:lvl4pPr>
            <a:lvl5pPr lvl="4" rtl="0" algn="ctr">
              <a:spcBef>
                <a:spcPts val="0"/>
              </a:spcBef>
              <a:spcAft>
                <a:spcPts val="0"/>
              </a:spcAft>
              <a:buClr>
                <a:srgbClr val="000000"/>
              </a:buClr>
              <a:buSzPts val="1800"/>
              <a:buNone/>
              <a:defRPr sz="1800">
                <a:solidFill>
                  <a:srgbClr val="000000"/>
                </a:solidFill>
              </a:defRPr>
            </a:lvl5pPr>
            <a:lvl6pPr lvl="5" rtl="0" algn="ctr">
              <a:spcBef>
                <a:spcPts val="0"/>
              </a:spcBef>
              <a:spcAft>
                <a:spcPts val="0"/>
              </a:spcAft>
              <a:buClr>
                <a:srgbClr val="000000"/>
              </a:buClr>
              <a:buSzPts val="1800"/>
              <a:buNone/>
              <a:defRPr sz="1800">
                <a:solidFill>
                  <a:srgbClr val="000000"/>
                </a:solidFill>
              </a:defRPr>
            </a:lvl6pPr>
            <a:lvl7pPr lvl="6" rtl="0" algn="ctr">
              <a:spcBef>
                <a:spcPts val="0"/>
              </a:spcBef>
              <a:spcAft>
                <a:spcPts val="0"/>
              </a:spcAft>
              <a:buClr>
                <a:srgbClr val="000000"/>
              </a:buClr>
              <a:buSzPts val="1800"/>
              <a:buNone/>
              <a:defRPr sz="1800">
                <a:solidFill>
                  <a:srgbClr val="000000"/>
                </a:solidFill>
              </a:defRPr>
            </a:lvl7pPr>
            <a:lvl8pPr lvl="7" rtl="0" algn="ctr">
              <a:spcBef>
                <a:spcPts val="0"/>
              </a:spcBef>
              <a:spcAft>
                <a:spcPts val="0"/>
              </a:spcAft>
              <a:buClr>
                <a:srgbClr val="000000"/>
              </a:buClr>
              <a:buSzPts val="1800"/>
              <a:buNone/>
              <a:defRPr sz="1800">
                <a:solidFill>
                  <a:srgbClr val="000000"/>
                </a:solidFill>
              </a:defRPr>
            </a:lvl8pPr>
            <a:lvl9pPr lvl="8" rtl="0" algn="ctr">
              <a:spcBef>
                <a:spcPts val="0"/>
              </a:spcBef>
              <a:spcAft>
                <a:spcPts val="0"/>
              </a:spcAft>
              <a:buClr>
                <a:srgbClr val="000000"/>
              </a:buClr>
              <a:buSzPts val="1800"/>
              <a:buNone/>
              <a:defRPr sz="1800">
                <a:solidFill>
                  <a:srgbClr val="000000"/>
                </a:solidFill>
              </a:defRPr>
            </a:lvl9pPr>
          </a:lstStyle>
          <a:p/>
        </p:txBody>
      </p:sp>
      <p:sp>
        <p:nvSpPr>
          <p:cNvPr id="361" name="Google Shape;361;p18"/>
          <p:cNvSpPr txBox="1"/>
          <p:nvPr>
            <p:ph idx="7" type="subTitle"/>
          </p:nvPr>
        </p:nvSpPr>
        <p:spPr>
          <a:xfrm>
            <a:off x="6345518" y="3353275"/>
            <a:ext cx="1656600" cy="64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62" name="Google Shape;362;p18"/>
          <p:cNvSpPr txBox="1"/>
          <p:nvPr>
            <p:ph idx="8"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363" name="Google Shape;363;p18"/>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8"/>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8"/>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8"/>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8"/>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8"/>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8"/>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8"/>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8"/>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8"/>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373" name="Shape 373"/>
        <p:cNvGrpSpPr/>
        <p:nvPr/>
      </p:nvGrpSpPr>
      <p:grpSpPr>
        <a:xfrm>
          <a:off x="0" y="0"/>
          <a:ext cx="0" cy="0"/>
          <a:chOff x="0" y="0"/>
          <a:chExt cx="0" cy="0"/>
        </a:xfrm>
      </p:grpSpPr>
      <p:sp>
        <p:nvSpPr>
          <p:cNvPr id="374" name="Google Shape;374;p19"/>
          <p:cNvSpPr txBox="1"/>
          <p:nvPr>
            <p:ph type="title"/>
          </p:nvPr>
        </p:nvSpPr>
        <p:spPr>
          <a:xfrm>
            <a:off x="2471150" y="1830075"/>
            <a:ext cx="3823200" cy="1121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7200">
                <a:solidFill>
                  <a:schemeClr val="lt1"/>
                </a:solidFill>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75" name="Google Shape;375;p19"/>
          <p:cNvSpPr txBox="1"/>
          <p:nvPr>
            <p:ph idx="1" type="subTitle"/>
          </p:nvPr>
        </p:nvSpPr>
        <p:spPr>
          <a:xfrm>
            <a:off x="2902550" y="540000"/>
            <a:ext cx="2960400" cy="135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14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76" name="Google Shape;376;p19"/>
          <p:cNvSpPr txBox="1"/>
          <p:nvPr/>
        </p:nvSpPr>
        <p:spPr>
          <a:xfrm>
            <a:off x="2289500" y="3592806"/>
            <a:ext cx="4186500" cy="9315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300"/>
              </a:spcBef>
              <a:spcAft>
                <a:spcPts val="0"/>
              </a:spcAft>
              <a:buNone/>
            </a:pPr>
            <a:r>
              <a:rPr lang="en" sz="1000">
                <a:solidFill>
                  <a:schemeClr val="lt1"/>
                </a:solidFill>
                <a:latin typeface="Maven Pro"/>
                <a:ea typeface="Maven Pro"/>
                <a:cs typeface="Maven Pro"/>
                <a:sym typeface="Maven Pro"/>
              </a:rPr>
              <a:t>CREDITS: This presentation template was created by </a:t>
            </a:r>
            <a:r>
              <a:rPr lang="en" sz="1000">
                <a:solidFill>
                  <a:schemeClr val="accent1"/>
                </a:solidFill>
                <a:uFill>
                  <a:noFill/>
                </a:uFill>
                <a:latin typeface="Maven Pro"/>
                <a:ea typeface="Maven Pro"/>
                <a:cs typeface="Maven Pro"/>
                <a:sym typeface="Maven Pro"/>
                <a:hlinkClick r:id="rId2">
                  <a:extLst>
                    <a:ext uri="{A12FA001-AC4F-418D-AE19-62706E023703}">
                      <ahyp:hlinkClr val="tx"/>
                    </a:ext>
                  </a:extLst>
                </a:hlinkClick>
              </a:rPr>
              <a:t>Slidesgo</a:t>
            </a:r>
            <a:r>
              <a:rPr lang="en" sz="1000">
                <a:solidFill>
                  <a:schemeClr val="lt1"/>
                </a:solidFill>
                <a:latin typeface="Maven Pro"/>
                <a:ea typeface="Maven Pro"/>
                <a:cs typeface="Maven Pro"/>
                <a:sym typeface="Maven Pro"/>
              </a:rPr>
              <a:t>, including icons by </a:t>
            </a:r>
            <a:r>
              <a:rPr lang="en" sz="1000">
                <a:solidFill>
                  <a:schemeClr val="accent2"/>
                </a:solidFill>
                <a:uFill>
                  <a:noFill/>
                </a:uFill>
                <a:latin typeface="Maven Pro"/>
                <a:ea typeface="Maven Pro"/>
                <a:cs typeface="Maven Pro"/>
                <a:sym typeface="Maven Pro"/>
                <a:hlinkClick r:id="rId3">
                  <a:extLst>
                    <a:ext uri="{A12FA001-AC4F-418D-AE19-62706E023703}">
                      <ahyp:hlinkClr val="tx"/>
                    </a:ext>
                  </a:extLst>
                </a:hlinkClick>
              </a:rPr>
              <a:t>Flaticon</a:t>
            </a:r>
            <a:r>
              <a:rPr lang="en" sz="1000">
                <a:solidFill>
                  <a:schemeClr val="lt1"/>
                </a:solidFill>
                <a:latin typeface="Maven Pro"/>
                <a:ea typeface="Maven Pro"/>
                <a:cs typeface="Maven Pro"/>
                <a:sym typeface="Maven Pro"/>
              </a:rPr>
              <a:t>, and infographics &amp; images by </a:t>
            </a:r>
            <a:r>
              <a:rPr lang="en" sz="1000">
                <a:solidFill>
                  <a:schemeClr val="accent3"/>
                </a:solidFill>
                <a:uFill>
                  <a:noFill/>
                </a:uFill>
                <a:latin typeface="Maven Pro"/>
                <a:ea typeface="Maven Pro"/>
                <a:cs typeface="Maven Pro"/>
                <a:sym typeface="Maven Pro"/>
                <a:hlinkClick r:id="rId4">
                  <a:extLst>
                    <a:ext uri="{A12FA001-AC4F-418D-AE19-62706E023703}">
                      <ahyp:hlinkClr val="tx"/>
                    </a:ext>
                  </a:extLst>
                </a:hlinkClick>
              </a:rPr>
              <a:t>Freepik</a:t>
            </a:r>
            <a:endParaRPr sz="1000">
              <a:solidFill>
                <a:schemeClr val="accent3"/>
              </a:solidFill>
              <a:latin typeface="Maven Pro"/>
              <a:ea typeface="Maven Pro"/>
              <a:cs typeface="Maven Pro"/>
              <a:sym typeface="Maven Pro"/>
            </a:endParaRPr>
          </a:p>
        </p:txBody>
      </p:sp>
      <p:sp>
        <p:nvSpPr>
          <p:cNvPr id="377" name="Google Shape;377;p19"/>
          <p:cNvSpPr/>
          <p:nvPr/>
        </p:nvSpPr>
        <p:spPr>
          <a:xfrm>
            <a:off x="858247" y="1380669"/>
            <a:ext cx="130760" cy="131015"/>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9"/>
          <p:cNvSpPr/>
          <p:nvPr/>
        </p:nvSpPr>
        <p:spPr>
          <a:xfrm>
            <a:off x="1802448" y="4340187"/>
            <a:ext cx="131015" cy="131015"/>
          </a:xfrm>
          <a:custGeom>
            <a:rect b="b" l="l" r="r" t="t"/>
            <a:pathLst>
              <a:path extrusionOk="0" h="4634" w="4634">
                <a:moveTo>
                  <a:pt x="1" y="0"/>
                </a:moveTo>
                <a:lnTo>
                  <a:pt x="1" y="4633"/>
                </a:lnTo>
                <a:lnTo>
                  <a:pt x="4634" y="4633"/>
                </a:lnTo>
                <a:lnTo>
                  <a:pt x="4634"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9"/>
          <p:cNvSpPr/>
          <p:nvPr/>
        </p:nvSpPr>
        <p:spPr>
          <a:xfrm>
            <a:off x="7196621" y="809541"/>
            <a:ext cx="131015" cy="131015"/>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9"/>
          <p:cNvSpPr/>
          <p:nvPr/>
        </p:nvSpPr>
        <p:spPr>
          <a:xfrm>
            <a:off x="7826485" y="4005523"/>
            <a:ext cx="105796" cy="106050"/>
          </a:xfrm>
          <a:custGeom>
            <a:rect b="b" l="l" r="r" t="t"/>
            <a:pathLst>
              <a:path extrusionOk="0" fill="none" h="3751" w="3742">
                <a:moveTo>
                  <a:pt x="1" y="0"/>
                </a:moveTo>
                <a:lnTo>
                  <a:pt x="3742" y="0"/>
                </a:lnTo>
                <a:lnTo>
                  <a:pt x="3742" y="3750"/>
                </a:lnTo>
                <a:lnTo>
                  <a:pt x="1" y="3750"/>
                </a:lnTo>
                <a:close/>
              </a:path>
            </a:pathLst>
          </a:custGeom>
          <a:noFill/>
          <a:ln cap="flat" cmpd="sng" w="29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9"/>
          <p:cNvSpPr/>
          <p:nvPr/>
        </p:nvSpPr>
        <p:spPr>
          <a:xfrm>
            <a:off x="6669747" y="3108456"/>
            <a:ext cx="62397" cy="62397"/>
          </a:xfrm>
          <a:custGeom>
            <a:rect b="b" l="l" r="r" t="t"/>
            <a:pathLst>
              <a:path extrusionOk="0" fill="none" h="2207" w="2207">
                <a:moveTo>
                  <a:pt x="0" y="1"/>
                </a:moveTo>
                <a:lnTo>
                  <a:pt x="2206" y="1"/>
                </a:lnTo>
                <a:lnTo>
                  <a:pt x="2206" y="2207"/>
                </a:lnTo>
                <a:lnTo>
                  <a:pt x="0" y="2207"/>
                </a:lnTo>
                <a:close/>
              </a:path>
            </a:pathLst>
          </a:custGeom>
          <a:noFill/>
          <a:ln cap="flat" cmpd="sng" w="13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9"/>
          <p:cNvSpPr/>
          <p:nvPr/>
        </p:nvSpPr>
        <p:spPr>
          <a:xfrm>
            <a:off x="2127273" y="2530788"/>
            <a:ext cx="112298" cy="112553"/>
          </a:xfrm>
          <a:custGeom>
            <a:rect b="b" l="l" r="r" t="t"/>
            <a:pathLst>
              <a:path extrusionOk="0" fill="none" h="3981" w="3972">
                <a:moveTo>
                  <a:pt x="1" y="1"/>
                </a:moveTo>
                <a:lnTo>
                  <a:pt x="3972" y="1"/>
                </a:lnTo>
                <a:lnTo>
                  <a:pt x="3972" y="3981"/>
                </a:lnTo>
                <a:lnTo>
                  <a:pt x="1" y="3981"/>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9"/>
          <p:cNvSpPr/>
          <p:nvPr/>
        </p:nvSpPr>
        <p:spPr>
          <a:xfrm>
            <a:off x="7418926" y="3240515"/>
            <a:ext cx="112298" cy="112553"/>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9"/>
          <p:cNvSpPr/>
          <p:nvPr/>
        </p:nvSpPr>
        <p:spPr>
          <a:xfrm>
            <a:off x="7751274" y="1218584"/>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5" name="Google Shape;385;p19"/>
          <p:cNvGrpSpPr/>
          <p:nvPr/>
        </p:nvGrpSpPr>
        <p:grpSpPr>
          <a:xfrm>
            <a:off x="6669747" y="-389684"/>
            <a:ext cx="143766" cy="2106420"/>
            <a:chOff x="6780548" y="337714"/>
            <a:chExt cx="133252" cy="1952377"/>
          </a:xfrm>
        </p:grpSpPr>
        <p:sp>
          <p:nvSpPr>
            <p:cNvPr id="386" name="Google Shape;386;p19"/>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9"/>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 name="Google Shape;388;p19"/>
          <p:cNvGrpSpPr/>
          <p:nvPr/>
        </p:nvGrpSpPr>
        <p:grpSpPr>
          <a:xfrm>
            <a:off x="1510029" y="507749"/>
            <a:ext cx="203534" cy="2663107"/>
            <a:chOff x="250617" y="2402301"/>
            <a:chExt cx="188650" cy="2468354"/>
          </a:xfrm>
        </p:grpSpPr>
        <p:sp>
          <p:nvSpPr>
            <p:cNvPr id="389" name="Google Shape;389;p19"/>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9"/>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9"/>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9"/>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 name="Google Shape;393;p19"/>
          <p:cNvGrpSpPr/>
          <p:nvPr/>
        </p:nvGrpSpPr>
        <p:grpSpPr>
          <a:xfrm>
            <a:off x="385355" y="1380671"/>
            <a:ext cx="199237" cy="2828935"/>
            <a:chOff x="1608717" y="1280046"/>
            <a:chExt cx="199237" cy="2828935"/>
          </a:xfrm>
        </p:grpSpPr>
        <p:sp>
          <p:nvSpPr>
            <p:cNvPr id="394" name="Google Shape;394;p19"/>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9"/>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9"/>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7" name="Google Shape;397;p19"/>
          <p:cNvSpPr/>
          <p:nvPr/>
        </p:nvSpPr>
        <p:spPr>
          <a:xfrm>
            <a:off x="1050592" y="3209646"/>
            <a:ext cx="9132" cy="2718457"/>
          </a:xfrm>
          <a:custGeom>
            <a:rect b="b" l="l" r="r" t="t"/>
            <a:pathLst>
              <a:path extrusionOk="0" h="96152" w="323">
                <a:moveTo>
                  <a:pt x="166" y="1"/>
                </a:moveTo>
                <a:lnTo>
                  <a:pt x="1" y="96151"/>
                </a:lnTo>
                <a:lnTo>
                  <a:pt x="322" y="96151"/>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9"/>
          <p:cNvSpPr/>
          <p:nvPr/>
        </p:nvSpPr>
        <p:spPr>
          <a:xfrm>
            <a:off x="7090326" y="2590809"/>
            <a:ext cx="9132" cy="1822361"/>
          </a:xfrm>
          <a:custGeom>
            <a:rect b="b" l="l" r="r" t="t"/>
            <a:pathLst>
              <a:path extrusionOk="0" h="64457" w="323">
                <a:moveTo>
                  <a:pt x="157" y="1"/>
                </a:moveTo>
                <a:lnTo>
                  <a:pt x="0" y="64456"/>
                </a:lnTo>
                <a:lnTo>
                  <a:pt x="322" y="64456"/>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9" name="Google Shape;399;p19"/>
          <p:cNvGrpSpPr/>
          <p:nvPr/>
        </p:nvGrpSpPr>
        <p:grpSpPr>
          <a:xfrm>
            <a:off x="989005" y="-389666"/>
            <a:ext cx="62143" cy="897428"/>
            <a:chOff x="2038689" y="173907"/>
            <a:chExt cx="57599" cy="831799"/>
          </a:xfrm>
        </p:grpSpPr>
        <p:sp>
          <p:nvSpPr>
            <p:cNvPr id="400" name="Google Shape;400;p19"/>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9"/>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2" name="Google Shape;402;p19"/>
          <p:cNvGrpSpPr/>
          <p:nvPr/>
        </p:nvGrpSpPr>
        <p:grpSpPr>
          <a:xfrm>
            <a:off x="8568723" y="2184809"/>
            <a:ext cx="214702" cy="2308597"/>
            <a:chOff x="8008096" y="2108910"/>
            <a:chExt cx="199001" cy="2139769"/>
          </a:xfrm>
        </p:grpSpPr>
        <p:sp>
          <p:nvSpPr>
            <p:cNvPr id="403" name="Google Shape;403;p19"/>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9"/>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5" name="Google Shape;405;p19"/>
          <p:cNvSpPr/>
          <p:nvPr/>
        </p:nvSpPr>
        <p:spPr>
          <a:xfrm>
            <a:off x="6423211" y="3192659"/>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6" name="Google Shape;406;p19"/>
          <p:cNvGrpSpPr/>
          <p:nvPr/>
        </p:nvGrpSpPr>
        <p:grpSpPr>
          <a:xfrm>
            <a:off x="8221223" y="9"/>
            <a:ext cx="214702" cy="2308597"/>
            <a:chOff x="8008096" y="2108910"/>
            <a:chExt cx="199001" cy="2139769"/>
          </a:xfrm>
        </p:grpSpPr>
        <p:sp>
          <p:nvSpPr>
            <p:cNvPr id="407" name="Google Shape;407;p19"/>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9"/>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CUSTOM_4">
    <p:spTree>
      <p:nvGrpSpPr>
        <p:cNvPr id="409" name="Shape 409"/>
        <p:cNvGrpSpPr/>
        <p:nvPr/>
      </p:nvGrpSpPr>
      <p:grpSpPr>
        <a:xfrm>
          <a:off x="0" y="0"/>
          <a:ext cx="0" cy="0"/>
          <a:chOff x="0" y="0"/>
          <a:chExt cx="0" cy="0"/>
        </a:xfrm>
      </p:grpSpPr>
      <p:sp>
        <p:nvSpPr>
          <p:cNvPr id="410" name="Google Shape;410;p20"/>
          <p:cNvSpPr txBox="1"/>
          <p:nvPr>
            <p:ph idx="1" type="body"/>
          </p:nvPr>
        </p:nvSpPr>
        <p:spPr>
          <a:xfrm>
            <a:off x="597375" y="1063525"/>
            <a:ext cx="3908700" cy="3786900"/>
          </a:xfrm>
          <a:prstGeom prst="rect">
            <a:avLst/>
          </a:prstGeom>
        </p:spPr>
        <p:txBody>
          <a:bodyPr anchorCtr="0" anchor="t" bIns="91425" lIns="91425" spcFirstLastPara="1" rIns="91425" wrap="square" tIns="91425">
            <a:noAutofit/>
          </a:bodyPr>
          <a:lstStyle>
            <a:lvl1pPr indent="-292100" lvl="0" marL="457200" rtl="0">
              <a:lnSpc>
                <a:spcPct val="100000"/>
              </a:lnSpc>
              <a:spcBef>
                <a:spcPts val="0"/>
              </a:spcBef>
              <a:spcAft>
                <a:spcPts val="0"/>
              </a:spcAft>
              <a:buSzPts val="1000"/>
              <a:buFont typeface="Livvic Light"/>
              <a:buChar char="●"/>
              <a:defRPr sz="1200"/>
            </a:lvl1pPr>
            <a:lvl2pPr indent="-292100" lvl="1" marL="914400" rtl="0">
              <a:spcBef>
                <a:spcPts val="1600"/>
              </a:spcBef>
              <a:spcAft>
                <a:spcPts val="0"/>
              </a:spcAft>
              <a:buSzPts val="1000"/>
              <a:buFont typeface="Nunito Light"/>
              <a:buChar char="○"/>
              <a:defRPr/>
            </a:lvl2pPr>
            <a:lvl3pPr indent="-292100" lvl="2" marL="1371600" rtl="0">
              <a:spcBef>
                <a:spcPts val="1600"/>
              </a:spcBef>
              <a:spcAft>
                <a:spcPts val="0"/>
              </a:spcAft>
              <a:buSzPts val="1000"/>
              <a:buFont typeface="Nunito Light"/>
              <a:buChar char="■"/>
              <a:defRPr/>
            </a:lvl3pPr>
            <a:lvl4pPr indent="-292100" lvl="3" marL="1828800" rtl="0">
              <a:spcBef>
                <a:spcPts val="1600"/>
              </a:spcBef>
              <a:spcAft>
                <a:spcPts val="0"/>
              </a:spcAft>
              <a:buSzPts val="1000"/>
              <a:buFont typeface="Nunito Light"/>
              <a:buChar char="●"/>
              <a:defRPr/>
            </a:lvl4pPr>
            <a:lvl5pPr indent="-292100" lvl="4" marL="2286000" rtl="0">
              <a:spcBef>
                <a:spcPts val="1600"/>
              </a:spcBef>
              <a:spcAft>
                <a:spcPts val="0"/>
              </a:spcAft>
              <a:buSzPts val="1000"/>
              <a:buFont typeface="Nunito Light"/>
              <a:buChar char="○"/>
              <a:defRPr/>
            </a:lvl5pPr>
            <a:lvl6pPr indent="-292100" lvl="5" marL="2743200" rtl="0">
              <a:spcBef>
                <a:spcPts val="1600"/>
              </a:spcBef>
              <a:spcAft>
                <a:spcPts val="0"/>
              </a:spcAft>
              <a:buSzPts val="1000"/>
              <a:buFont typeface="Nunito Light"/>
              <a:buChar char="■"/>
              <a:defRPr/>
            </a:lvl6pPr>
            <a:lvl7pPr indent="-292100" lvl="6" marL="3200400" rtl="0">
              <a:spcBef>
                <a:spcPts val="1600"/>
              </a:spcBef>
              <a:spcAft>
                <a:spcPts val="0"/>
              </a:spcAft>
              <a:buSzPts val="1000"/>
              <a:buFont typeface="Nunito Light"/>
              <a:buChar char="●"/>
              <a:defRPr/>
            </a:lvl7pPr>
            <a:lvl8pPr indent="-292100" lvl="7" marL="3657600" rtl="0">
              <a:spcBef>
                <a:spcPts val="1600"/>
              </a:spcBef>
              <a:spcAft>
                <a:spcPts val="0"/>
              </a:spcAft>
              <a:buSzPts val="1000"/>
              <a:buFont typeface="Nunito Light"/>
              <a:buChar char="○"/>
              <a:defRPr/>
            </a:lvl8pPr>
            <a:lvl9pPr indent="-292100" lvl="8" marL="4114800" rtl="0">
              <a:spcBef>
                <a:spcPts val="1600"/>
              </a:spcBef>
              <a:spcAft>
                <a:spcPts val="1600"/>
              </a:spcAft>
              <a:buSzPts val="1000"/>
              <a:buFont typeface="Nunito Light"/>
              <a:buChar char="■"/>
              <a:defRPr/>
            </a:lvl9pPr>
          </a:lstStyle>
          <a:p/>
        </p:txBody>
      </p:sp>
      <p:sp>
        <p:nvSpPr>
          <p:cNvPr id="411" name="Google Shape;411;p20"/>
          <p:cNvSpPr txBox="1"/>
          <p:nvPr>
            <p:ph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412" name="Google Shape;412;p20"/>
          <p:cNvSpPr txBox="1"/>
          <p:nvPr>
            <p:ph idx="2" type="body"/>
          </p:nvPr>
        </p:nvSpPr>
        <p:spPr>
          <a:xfrm>
            <a:off x="4690125" y="1063525"/>
            <a:ext cx="3908700" cy="3786900"/>
          </a:xfrm>
          <a:prstGeom prst="rect">
            <a:avLst/>
          </a:prstGeom>
        </p:spPr>
        <p:txBody>
          <a:bodyPr anchorCtr="0" anchor="t" bIns="91425" lIns="91425" spcFirstLastPara="1" rIns="91425" wrap="square" tIns="91425">
            <a:noAutofit/>
          </a:bodyPr>
          <a:lstStyle>
            <a:lvl1pPr indent="-292100" lvl="0" marL="457200" rtl="0">
              <a:lnSpc>
                <a:spcPct val="100000"/>
              </a:lnSpc>
              <a:spcBef>
                <a:spcPts val="0"/>
              </a:spcBef>
              <a:spcAft>
                <a:spcPts val="0"/>
              </a:spcAft>
              <a:buClr>
                <a:srgbClr val="EC5D37"/>
              </a:buClr>
              <a:buSzPts val="1000"/>
              <a:buFont typeface="Livvic Light"/>
              <a:buChar char="●"/>
              <a:defRPr sz="1200"/>
            </a:lvl1pPr>
            <a:lvl2pPr indent="-292100" lvl="1" marL="914400" rtl="0">
              <a:spcBef>
                <a:spcPts val="1600"/>
              </a:spcBef>
              <a:spcAft>
                <a:spcPts val="0"/>
              </a:spcAft>
              <a:buClr>
                <a:srgbClr val="FFC800"/>
              </a:buClr>
              <a:buSzPts val="1000"/>
              <a:buFont typeface="Nunito Light"/>
              <a:buChar char="○"/>
              <a:defRPr/>
            </a:lvl2pPr>
            <a:lvl3pPr indent="-292100" lvl="2" marL="1371600" rtl="0">
              <a:spcBef>
                <a:spcPts val="1600"/>
              </a:spcBef>
              <a:spcAft>
                <a:spcPts val="0"/>
              </a:spcAft>
              <a:buClr>
                <a:srgbClr val="FFC800"/>
              </a:buClr>
              <a:buSzPts val="1000"/>
              <a:buFont typeface="Nunito Light"/>
              <a:buChar char="■"/>
              <a:defRPr/>
            </a:lvl3pPr>
            <a:lvl4pPr indent="-292100" lvl="3" marL="1828800" rtl="0">
              <a:spcBef>
                <a:spcPts val="1600"/>
              </a:spcBef>
              <a:spcAft>
                <a:spcPts val="0"/>
              </a:spcAft>
              <a:buClr>
                <a:srgbClr val="FFC800"/>
              </a:buClr>
              <a:buSzPts val="1000"/>
              <a:buFont typeface="Nunito Light"/>
              <a:buChar char="●"/>
              <a:defRPr/>
            </a:lvl4pPr>
            <a:lvl5pPr indent="-292100" lvl="4" marL="2286000" rtl="0">
              <a:spcBef>
                <a:spcPts val="1600"/>
              </a:spcBef>
              <a:spcAft>
                <a:spcPts val="0"/>
              </a:spcAft>
              <a:buClr>
                <a:srgbClr val="434343"/>
              </a:buClr>
              <a:buSzPts val="1000"/>
              <a:buFont typeface="Nunito Light"/>
              <a:buChar char="○"/>
              <a:defRPr/>
            </a:lvl5pPr>
            <a:lvl6pPr indent="-292100" lvl="5" marL="2743200" rtl="0">
              <a:spcBef>
                <a:spcPts val="1600"/>
              </a:spcBef>
              <a:spcAft>
                <a:spcPts val="0"/>
              </a:spcAft>
              <a:buClr>
                <a:srgbClr val="434343"/>
              </a:buClr>
              <a:buSzPts val="1000"/>
              <a:buFont typeface="Nunito Light"/>
              <a:buChar char="■"/>
              <a:defRPr/>
            </a:lvl6pPr>
            <a:lvl7pPr indent="-292100" lvl="6" marL="3200400" rtl="0">
              <a:spcBef>
                <a:spcPts val="1600"/>
              </a:spcBef>
              <a:spcAft>
                <a:spcPts val="0"/>
              </a:spcAft>
              <a:buClr>
                <a:srgbClr val="434343"/>
              </a:buClr>
              <a:buSzPts val="1000"/>
              <a:buFont typeface="Nunito Light"/>
              <a:buChar char="●"/>
              <a:defRPr/>
            </a:lvl7pPr>
            <a:lvl8pPr indent="-292100" lvl="7" marL="3657600" rtl="0">
              <a:spcBef>
                <a:spcPts val="1600"/>
              </a:spcBef>
              <a:spcAft>
                <a:spcPts val="0"/>
              </a:spcAft>
              <a:buClr>
                <a:srgbClr val="434343"/>
              </a:buClr>
              <a:buSzPts val="1000"/>
              <a:buFont typeface="Nunito Light"/>
              <a:buChar char="○"/>
              <a:defRPr/>
            </a:lvl8pPr>
            <a:lvl9pPr indent="-292100" lvl="8" marL="4114800" rtl="0">
              <a:spcBef>
                <a:spcPts val="1600"/>
              </a:spcBef>
              <a:spcAft>
                <a:spcPts val="1600"/>
              </a:spcAft>
              <a:buClr>
                <a:srgbClr val="434343"/>
              </a:buClr>
              <a:buSzPts val="1000"/>
              <a:buFont typeface="Nunito Light"/>
              <a:buChar char="■"/>
              <a:defRPr/>
            </a:lvl9pPr>
          </a:lstStyle>
          <a:p/>
        </p:txBody>
      </p:sp>
      <p:sp>
        <p:nvSpPr>
          <p:cNvPr id="413" name="Google Shape;413;p20"/>
          <p:cNvSpPr/>
          <p:nvPr/>
        </p:nvSpPr>
        <p:spPr>
          <a:xfrm>
            <a:off x="8829925" y="1123700"/>
            <a:ext cx="108650" cy="108625"/>
          </a:xfrm>
          <a:custGeom>
            <a:rect b="b" l="l" r="r" t="t"/>
            <a:pathLst>
              <a:path extrusionOk="0" h="4345" w="4346">
                <a:moveTo>
                  <a:pt x="4027" y="337"/>
                </a:moveTo>
                <a:lnTo>
                  <a:pt x="4027" y="4008"/>
                </a:lnTo>
                <a:lnTo>
                  <a:pt x="338" y="4008"/>
                </a:lnTo>
                <a:lnTo>
                  <a:pt x="338" y="337"/>
                </a:lnTo>
                <a:close/>
                <a:moveTo>
                  <a:pt x="1" y="0"/>
                </a:moveTo>
                <a:lnTo>
                  <a:pt x="1" y="4345"/>
                </a:lnTo>
                <a:lnTo>
                  <a:pt x="4346" y="4345"/>
                </a:lnTo>
                <a:lnTo>
                  <a:pt x="4346"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0"/>
          <p:cNvSpPr/>
          <p:nvPr/>
        </p:nvSpPr>
        <p:spPr>
          <a:xfrm>
            <a:off x="9156250" y="1340450"/>
            <a:ext cx="111450" cy="110975"/>
          </a:xfrm>
          <a:custGeom>
            <a:rect b="b" l="l" r="r" t="t"/>
            <a:pathLst>
              <a:path extrusionOk="0" h="4439" w="4458">
                <a:moveTo>
                  <a:pt x="4008" y="431"/>
                </a:moveTo>
                <a:lnTo>
                  <a:pt x="4008" y="4008"/>
                </a:lnTo>
                <a:lnTo>
                  <a:pt x="431" y="4008"/>
                </a:lnTo>
                <a:lnTo>
                  <a:pt x="431" y="431"/>
                </a:lnTo>
                <a:close/>
                <a:moveTo>
                  <a:pt x="0" y="1"/>
                </a:moveTo>
                <a:lnTo>
                  <a:pt x="0" y="4439"/>
                </a:lnTo>
                <a:lnTo>
                  <a:pt x="4457" y="4439"/>
                </a:lnTo>
                <a:lnTo>
                  <a:pt x="4457" y="1"/>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0"/>
          <p:cNvSpPr/>
          <p:nvPr/>
        </p:nvSpPr>
        <p:spPr>
          <a:xfrm>
            <a:off x="5809850" y="214400"/>
            <a:ext cx="108625" cy="108625"/>
          </a:xfrm>
          <a:custGeom>
            <a:rect b="b" l="l" r="r" t="t"/>
            <a:pathLst>
              <a:path extrusionOk="0" h="4345" w="4345">
                <a:moveTo>
                  <a:pt x="4008" y="337"/>
                </a:moveTo>
                <a:lnTo>
                  <a:pt x="4008" y="4008"/>
                </a:lnTo>
                <a:lnTo>
                  <a:pt x="337" y="4008"/>
                </a:lnTo>
                <a:lnTo>
                  <a:pt x="337" y="337"/>
                </a:lnTo>
                <a:close/>
                <a:moveTo>
                  <a:pt x="0" y="0"/>
                </a:moveTo>
                <a:lnTo>
                  <a:pt x="0" y="4345"/>
                </a:lnTo>
                <a:lnTo>
                  <a:pt x="4345" y="4345"/>
                </a:lnTo>
                <a:lnTo>
                  <a:pt x="4345"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0"/>
          <p:cNvSpPr/>
          <p:nvPr/>
        </p:nvSpPr>
        <p:spPr>
          <a:xfrm>
            <a:off x="7079800" y="420088"/>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0"/>
          <p:cNvSpPr/>
          <p:nvPr/>
        </p:nvSpPr>
        <p:spPr>
          <a:xfrm>
            <a:off x="7952700" y="278513"/>
            <a:ext cx="44975" cy="44500"/>
          </a:xfrm>
          <a:custGeom>
            <a:rect b="b" l="l" r="r" t="t"/>
            <a:pathLst>
              <a:path extrusionOk="0" h="1780" w="1799">
                <a:moveTo>
                  <a:pt x="1" y="1"/>
                </a:moveTo>
                <a:lnTo>
                  <a:pt x="1" y="1780"/>
                </a:lnTo>
                <a:lnTo>
                  <a:pt x="1798" y="1780"/>
                </a:lnTo>
                <a:lnTo>
                  <a:pt x="1798"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0"/>
          <p:cNvSpPr/>
          <p:nvPr/>
        </p:nvSpPr>
        <p:spPr>
          <a:xfrm>
            <a:off x="7372450" y="-69325"/>
            <a:ext cx="155925" cy="155925"/>
          </a:xfrm>
          <a:custGeom>
            <a:rect b="b" l="l" r="r" t="t"/>
            <a:pathLst>
              <a:path extrusionOk="0" h="6237" w="6237">
                <a:moveTo>
                  <a:pt x="0" y="0"/>
                </a:moveTo>
                <a:lnTo>
                  <a:pt x="0" y="6236"/>
                </a:lnTo>
                <a:lnTo>
                  <a:pt x="6236" y="6236"/>
                </a:lnTo>
                <a:lnTo>
                  <a:pt x="6236" y="0"/>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0"/>
          <p:cNvSpPr/>
          <p:nvPr/>
        </p:nvSpPr>
        <p:spPr>
          <a:xfrm>
            <a:off x="8464275" y="355050"/>
            <a:ext cx="155925" cy="156400"/>
          </a:xfrm>
          <a:custGeom>
            <a:rect b="b" l="l" r="r" t="t"/>
            <a:pathLst>
              <a:path extrusionOk="0" h="6256" w="6237">
                <a:moveTo>
                  <a:pt x="1" y="1"/>
                </a:moveTo>
                <a:lnTo>
                  <a:pt x="1" y="6256"/>
                </a:lnTo>
                <a:lnTo>
                  <a:pt x="6237" y="6256"/>
                </a:lnTo>
                <a:lnTo>
                  <a:pt x="6237"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0"/>
          <p:cNvSpPr/>
          <p:nvPr/>
        </p:nvSpPr>
        <p:spPr>
          <a:xfrm>
            <a:off x="7264275" y="607363"/>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0"/>
          <p:cNvSpPr/>
          <p:nvPr/>
        </p:nvSpPr>
        <p:spPr>
          <a:xfrm>
            <a:off x="6298850" y="907625"/>
            <a:ext cx="155925" cy="155900"/>
          </a:xfrm>
          <a:custGeom>
            <a:rect b="b" l="l" r="r" t="t"/>
            <a:pathLst>
              <a:path extrusionOk="0" h="6236" w="6237">
                <a:moveTo>
                  <a:pt x="1" y="0"/>
                </a:moveTo>
                <a:lnTo>
                  <a:pt x="1" y="6236"/>
                </a:lnTo>
                <a:lnTo>
                  <a:pt x="6237" y="6236"/>
                </a:lnTo>
                <a:lnTo>
                  <a:pt x="6237"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0"/>
          <p:cNvSpPr/>
          <p:nvPr/>
        </p:nvSpPr>
        <p:spPr>
          <a:xfrm>
            <a:off x="-83000" y="4540463"/>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0"/>
          <p:cNvSpPr/>
          <p:nvPr/>
        </p:nvSpPr>
        <p:spPr>
          <a:xfrm>
            <a:off x="101475" y="4727738"/>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5">
    <p:spTree>
      <p:nvGrpSpPr>
        <p:cNvPr id="424" name="Shape 424"/>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25" name="Shape 425"/>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426" name="Shape 426"/>
        <p:cNvGrpSpPr/>
        <p:nvPr/>
      </p:nvGrpSpPr>
      <p:grpSpPr>
        <a:xfrm>
          <a:off x="0" y="0"/>
          <a:ext cx="0" cy="0"/>
          <a:chOff x="0" y="0"/>
          <a:chExt cx="0" cy="0"/>
        </a:xfrm>
      </p:grpSpPr>
      <p:grpSp>
        <p:nvGrpSpPr>
          <p:cNvPr id="427" name="Google Shape;427;p23"/>
          <p:cNvGrpSpPr/>
          <p:nvPr/>
        </p:nvGrpSpPr>
        <p:grpSpPr>
          <a:xfrm>
            <a:off x="0" y="381001"/>
            <a:ext cx="1037850" cy="1016288"/>
            <a:chOff x="0" y="381001"/>
            <a:chExt cx="1037850" cy="1016288"/>
          </a:xfrm>
        </p:grpSpPr>
        <p:sp>
          <p:nvSpPr>
            <p:cNvPr id="428" name="Google Shape;428;p2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2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30" name="Google Shape;430;p2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400"/>
              <a:buNone/>
              <a:defRPr sz="24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431" name="Google Shape;431;p23"/>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432" name="Google Shape;43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1pPr>
            <a:lvl2pPr lvl="1">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2pPr>
            <a:lvl3pPr lvl="2">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3pPr>
            <a:lvl4pPr lvl="3">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4pPr>
            <a:lvl5pPr lvl="4">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5pPr>
            <a:lvl6pPr lvl="5">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6pPr>
            <a:lvl7pPr lvl="6">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7pPr>
            <a:lvl8pPr lvl="7">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8pPr>
            <a:lvl9pPr lvl="8">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1"/>
              </a:buClr>
              <a:buSzPts val="1800"/>
              <a:buFont typeface="Maven Pro"/>
              <a:buChar char="●"/>
              <a:defRPr sz="1800">
                <a:solidFill>
                  <a:schemeClr val="lt1"/>
                </a:solidFill>
                <a:latin typeface="Maven Pro"/>
                <a:ea typeface="Maven Pro"/>
                <a:cs typeface="Maven Pro"/>
                <a:sym typeface="Maven Pro"/>
              </a:defRPr>
            </a:lvl1pPr>
            <a:lvl2pPr indent="-317500" lvl="1" marL="9144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2pPr>
            <a:lvl3pPr indent="-317500" lvl="2" marL="13716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3pPr>
            <a:lvl4pPr indent="-317500" lvl="3" marL="18288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4pPr>
            <a:lvl5pPr indent="-317500" lvl="4" marL="22860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5pPr>
            <a:lvl6pPr indent="-317500" lvl="5" marL="27432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6pPr>
            <a:lvl7pPr indent="-317500" lvl="6" marL="32004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7pPr>
            <a:lvl8pPr indent="-317500" lvl="7" marL="36576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8pPr>
            <a:lvl9pPr indent="-317500" lvl="8" marL="4114800">
              <a:lnSpc>
                <a:spcPct val="115000"/>
              </a:lnSpc>
              <a:spcBef>
                <a:spcPts val="1600"/>
              </a:spcBef>
              <a:spcAft>
                <a:spcPts val="1600"/>
              </a:spcAft>
              <a:buClr>
                <a:schemeClr val="lt1"/>
              </a:buClr>
              <a:buSzPts val="1400"/>
              <a:buFont typeface="Maven Pro"/>
              <a:buChar char="■"/>
              <a:defRPr>
                <a:solidFill>
                  <a:schemeClr val="lt1"/>
                </a:solidFill>
                <a:latin typeface="Maven Pro"/>
                <a:ea typeface="Maven Pro"/>
                <a:cs typeface="Maven Pro"/>
                <a:sym typeface="Maven Pr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 Id="rId3" Type="http://schemas.openxmlformats.org/officeDocument/2006/relationships/hyperlink" Target="https://www.indiabix.com/engineering/" TargetMode="External"/><Relationship Id="rId4" Type="http://schemas.openxmlformats.org/officeDocument/2006/relationships/hyperlink" Target="https://www.geeksforgeeks.org/quiz-corner-gq/?ref=ghm#C%20Programming%20Mock%20Test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hyperlink" Target="https://www.hackerearth.com/problem/algorithm/measuring-weights-54c2dc75-b4ccf064/"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 Id="rId3" Type="http://schemas.openxmlformats.org/officeDocument/2006/relationships/hyperlink" Target="https://www.hackerearth.com/problem/algorithm/calculate-cost-ecebf9f8-444b018f/"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9.xml"/><Relationship Id="rId3" Type="http://schemas.openxmlformats.org/officeDocument/2006/relationships/hyperlink" Target="https://leetcode.com/problems/minimum-window-substring"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 Id="rId3" Type="http://schemas.openxmlformats.org/officeDocument/2006/relationships/hyperlink" Target="https://leetcode.com/problems/minimum-window-substring" TargetMode="External"/><Relationship Id="rId4" Type="http://schemas.openxmlformats.org/officeDocument/2006/relationships/hyperlink" Target="https://leetcode.com/problems/minimum-window-substring"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mailto:2019manigandan.kasimani@ves.ac.in"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24"/>
          <p:cNvSpPr txBox="1"/>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7500">
                <a:solidFill>
                  <a:srgbClr val="FFFFFF"/>
                </a:solidFill>
                <a:latin typeface="Share Tech"/>
                <a:ea typeface="Share Tech"/>
                <a:cs typeface="Share Tech"/>
                <a:sym typeface="Share Tech"/>
              </a:rPr>
              <a:t>Barclays</a:t>
            </a:r>
            <a:endParaRPr sz="7500">
              <a:solidFill>
                <a:srgbClr val="FFFFFF"/>
              </a:solidFill>
              <a:latin typeface="Share Tech"/>
              <a:ea typeface="Share Tech"/>
              <a:cs typeface="Share Tech"/>
              <a:sym typeface="Share Tech"/>
            </a:endParaRPr>
          </a:p>
        </p:txBody>
      </p:sp>
      <p:sp>
        <p:nvSpPr>
          <p:cNvPr id="438" name="Google Shape;438;p24"/>
          <p:cNvSpPr txBox="1"/>
          <p:nvPr/>
        </p:nvSpPr>
        <p:spPr>
          <a:xfrm>
            <a:off x="620225" y="2804499"/>
            <a:ext cx="7801500" cy="139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Maven Pro"/>
                <a:ea typeface="Maven Pro"/>
                <a:cs typeface="Maven Pro"/>
                <a:sym typeface="Maven Pro"/>
              </a:rPr>
              <a:t>Placement Interview Experience by</a:t>
            </a:r>
            <a:endParaRPr sz="1800">
              <a:solidFill>
                <a:srgbClr val="FFFFFF"/>
              </a:solidFill>
              <a:latin typeface="Maven Pro"/>
              <a:ea typeface="Maven Pro"/>
              <a:cs typeface="Maven Pro"/>
              <a:sym typeface="Maven Pro"/>
            </a:endParaRPr>
          </a:p>
          <a:p>
            <a:pPr indent="0" lvl="0" marL="0" rtl="0" algn="ctr">
              <a:spcBef>
                <a:spcPts val="0"/>
              </a:spcBef>
              <a:spcAft>
                <a:spcPts val="0"/>
              </a:spcAft>
              <a:buClr>
                <a:srgbClr val="000000"/>
              </a:buClr>
              <a:buSzPts val="1700"/>
              <a:buFont typeface="Arial"/>
              <a:buNone/>
            </a:pPr>
            <a:r>
              <a:rPr lang="en" sz="1800">
                <a:solidFill>
                  <a:schemeClr val="lt1"/>
                </a:solidFill>
                <a:latin typeface="Maven Pro"/>
                <a:ea typeface="Maven Pro"/>
                <a:cs typeface="Maven Pro"/>
                <a:sym typeface="Maven Pro"/>
              </a:rPr>
              <a:t>Srishti Shetty</a:t>
            </a:r>
            <a:endParaRPr sz="1800">
              <a:solidFill>
                <a:srgbClr val="FFFFFF"/>
              </a:solidFill>
              <a:latin typeface="Maven Pro"/>
              <a:ea typeface="Maven Pro"/>
              <a:cs typeface="Maven Pro"/>
              <a:sym typeface="Maven Pro"/>
            </a:endParaRPr>
          </a:p>
          <a:p>
            <a:pPr indent="0" lvl="0" marL="0" rtl="0" algn="ctr">
              <a:spcBef>
                <a:spcPts val="0"/>
              </a:spcBef>
              <a:spcAft>
                <a:spcPts val="0"/>
              </a:spcAft>
              <a:buNone/>
            </a:pPr>
            <a:r>
              <a:rPr lang="en" sz="1800">
                <a:solidFill>
                  <a:srgbClr val="FFFFFF"/>
                </a:solidFill>
                <a:latin typeface="Maven Pro"/>
                <a:ea typeface="Maven Pro"/>
                <a:cs typeface="Maven Pro"/>
                <a:sym typeface="Maven Pro"/>
              </a:rPr>
              <a:t>Disha Raghani</a:t>
            </a:r>
            <a:endParaRPr sz="1800">
              <a:solidFill>
                <a:srgbClr val="FFFFFF"/>
              </a:solidFill>
              <a:latin typeface="Maven Pro"/>
              <a:ea typeface="Maven Pro"/>
              <a:cs typeface="Maven Pro"/>
              <a:sym typeface="Maven Pro"/>
            </a:endParaRPr>
          </a:p>
          <a:p>
            <a:pPr indent="0" lvl="0" marL="0" rtl="0" algn="ctr">
              <a:spcBef>
                <a:spcPts val="0"/>
              </a:spcBef>
              <a:spcAft>
                <a:spcPts val="0"/>
              </a:spcAft>
              <a:buNone/>
            </a:pPr>
            <a:r>
              <a:rPr lang="en" sz="1800">
                <a:solidFill>
                  <a:srgbClr val="FFFFFF"/>
                </a:solidFill>
                <a:latin typeface="Maven Pro"/>
                <a:ea typeface="Maven Pro"/>
                <a:cs typeface="Maven Pro"/>
                <a:sym typeface="Maven Pro"/>
              </a:rPr>
              <a:t>Aashish Nair</a:t>
            </a:r>
            <a:endParaRPr sz="1800">
              <a:solidFill>
                <a:srgbClr val="FFFFFF"/>
              </a:solidFill>
              <a:latin typeface="Maven Pro"/>
              <a:ea typeface="Maven Pro"/>
              <a:cs typeface="Maven Pro"/>
              <a:sym typeface="Maven Pro"/>
            </a:endParaRPr>
          </a:p>
          <a:p>
            <a:pPr indent="0" lvl="0" marL="0" rtl="0" algn="ctr">
              <a:spcBef>
                <a:spcPts val="0"/>
              </a:spcBef>
              <a:spcAft>
                <a:spcPts val="0"/>
              </a:spcAft>
              <a:buNone/>
            </a:pPr>
            <a:r>
              <a:rPr lang="en" sz="1800">
                <a:solidFill>
                  <a:srgbClr val="FFFFFF"/>
                </a:solidFill>
                <a:latin typeface="Maven Pro"/>
                <a:ea typeface="Maven Pro"/>
                <a:cs typeface="Maven Pro"/>
                <a:sym typeface="Maven Pro"/>
              </a:rPr>
              <a:t>Manigandan Kasimani</a:t>
            </a:r>
            <a:endParaRPr sz="1800">
              <a:solidFill>
                <a:srgbClr val="FFFFFF"/>
              </a:solidFill>
              <a:latin typeface="Maven Pro"/>
              <a:ea typeface="Maven Pro"/>
              <a:cs typeface="Maven Pro"/>
              <a:sym typeface="Maven Pro"/>
            </a:endParaRPr>
          </a:p>
          <a:p>
            <a:pPr indent="0" lvl="0" marL="0" rtl="0" algn="ctr">
              <a:spcBef>
                <a:spcPts val="0"/>
              </a:spcBef>
              <a:spcAft>
                <a:spcPts val="0"/>
              </a:spcAft>
              <a:buNone/>
            </a:pPr>
            <a:r>
              <a:rPr lang="en" sz="1800">
                <a:solidFill>
                  <a:srgbClr val="FFFFFF"/>
                </a:solidFill>
                <a:latin typeface="Maven Pro"/>
                <a:ea typeface="Maven Pro"/>
                <a:cs typeface="Maven Pro"/>
                <a:sym typeface="Maven Pro"/>
              </a:rPr>
              <a:t>Laveena Shewkani</a:t>
            </a:r>
            <a:endParaRPr sz="1800">
              <a:solidFill>
                <a:srgbClr val="FFFFFF"/>
              </a:solidFill>
              <a:latin typeface="Maven Pro"/>
              <a:ea typeface="Maven Pro"/>
              <a:cs typeface="Maven Pro"/>
              <a:sym typeface="Maven Pro"/>
            </a:endParaRPr>
          </a:p>
          <a:p>
            <a:pPr indent="0" lvl="0" marL="0" rtl="0" algn="l">
              <a:spcBef>
                <a:spcPts val="0"/>
              </a:spcBef>
              <a:spcAft>
                <a:spcPts val="0"/>
              </a:spcAft>
              <a:buNone/>
            </a:pPr>
            <a:r>
              <a:t/>
            </a:r>
            <a:endParaRPr sz="1800">
              <a:solidFill>
                <a:srgbClr val="FFFFFF"/>
              </a:solidFill>
              <a:latin typeface="Maven Pro"/>
              <a:ea typeface="Maven Pro"/>
              <a:cs typeface="Maven Pro"/>
              <a:sym typeface="Maven Pro"/>
            </a:endParaRPr>
          </a:p>
          <a:p>
            <a:pPr indent="0" lvl="0" marL="0" rtl="0" algn="ctr">
              <a:spcBef>
                <a:spcPts val="0"/>
              </a:spcBef>
              <a:spcAft>
                <a:spcPts val="0"/>
              </a:spcAft>
              <a:buNone/>
            </a:pPr>
            <a:r>
              <a:rPr lang="en" sz="1800">
                <a:solidFill>
                  <a:srgbClr val="FFFFFF"/>
                </a:solidFill>
                <a:latin typeface="Maven Pro"/>
                <a:ea typeface="Maven Pro"/>
                <a:cs typeface="Maven Pro"/>
                <a:sym typeface="Maven Pro"/>
              </a:rPr>
              <a:t>Computer Engineering Department, 2023 Batch</a:t>
            </a:r>
            <a:endParaRPr sz="1800">
              <a:solidFill>
                <a:srgbClr val="FFFFFF"/>
              </a:solidFill>
              <a:latin typeface="Maven Pro"/>
              <a:ea typeface="Maven Pro"/>
              <a:cs typeface="Maven Pro"/>
              <a:sym typeface="Maven Pro"/>
            </a:endParaRPr>
          </a:p>
        </p:txBody>
      </p:sp>
      <p:pic>
        <p:nvPicPr>
          <p:cNvPr id="439" name="Google Shape;439;p24"/>
          <p:cNvPicPr preferRelativeResize="0"/>
          <p:nvPr/>
        </p:nvPicPr>
        <p:blipFill rotWithShape="1">
          <a:blip r:embed="rId3">
            <a:alphaModFix/>
          </a:blip>
          <a:srcRect b="0" l="0" r="0" t="0"/>
          <a:stretch/>
        </p:blipFill>
        <p:spPr>
          <a:xfrm>
            <a:off x="7584350" y="504475"/>
            <a:ext cx="587375" cy="948350"/>
          </a:xfrm>
          <a:prstGeom prst="rect">
            <a:avLst/>
          </a:prstGeom>
          <a:noFill/>
          <a:ln>
            <a:noFill/>
          </a:ln>
        </p:spPr>
      </p:pic>
      <p:sp>
        <p:nvSpPr>
          <p:cNvPr id="440" name="Google Shape;440;p24"/>
          <p:cNvSpPr txBox="1"/>
          <p:nvPr/>
        </p:nvSpPr>
        <p:spPr>
          <a:xfrm>
            <a:off x="2029650" y="455300"/>
            <a:ext cx="50847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FFFFFF"/>
                </a:solidFill>
                <a:latin typeface="Montserrat"/>
                <a:ea typeface="Montserrat"/>
                <a:cs typeface="Montserrat"/>
                <a:sym typeface="Montserrat"/>
              </a:rPr>
              <a:t>VIVEKANAND EDUCATION SOCIETY INSTITUTE OF TECHNOLOGY (MUMBAI UNIVERSITY)</a:t>
            </a:r>
            <a:endParaRPr b="1">
              <a:solidFill>
                <a:srgbClr val="FFFFFF"/>
              </a:solidFill>
              <a:latin typeface="Montserrat"/>
              <a:ea typeface="Montserrat"/>
              <a:cs typeface="Montserrat"/>
              <a:sym typeface="Montserrat"/>
            </a:endParaRPr>
          </a:p>
          <a:p>
            <a:pPr indent="0" lvl="0" marL="0" rtl="0" algn="ctr">
              <a:spcBef>
                <a:spcPts val="0"/>
              </a:spcBef>
              <a:spcAft>
                <a:spcPts val="0"/>
              </a:spcAft>
              <a:buNone/>
            </a:pPr>
            <a:r>
              <a:rPr lang="en">
                <a:solidFill>
                  <a:srgbClr val="FFFFFF"/>
                </a:solidFill>
                <a:latin typeface="Montserrat"/>
                <a:ea typeface="Montserrat"/>
                <a:cs typeface="Montserrat"/>
                <a:sym typeface="Montserrat"/>
              </a:rPr>
              <a:t>Department of Computer Engineering</a:t>
            </a:r>
            <a:endParaRPr>
              <a:solidFill>
                <a:srgbClr val="FFFFFF"/>
              </a:solidFill>
              <a:latin typeface="Montserrat"/>
              <a:ea typeface="Montserrat"/>
              <a:cs typeface="Montserrat"/>
              <a:sym typeface="Montserrat"/>
            </a:endParaRPr>
          </a:p>
          <a:p>
            <a:pPr indent="0" lvl="0" marL="0" rtl="0" algn="l">
              <a:spcBef>
                <a:spcPts val="0"/>
              </a:spcBef>
              <a:spcAft>
                <a:spcPts val="0"/>
              </a:spcAft>
              <a:buNone/>
            </a:pPr>
            <a:r>
              <a:t/>
            </a:r>
            <a:endParaRPr b="1">
              <a:solidFill>
                <a:srgbClr val="FFFFFF"/>
              </a:solidFill>
              <a:latin typeface="Montserrat"/>
              <a:ea typeface="Montserrat"/>
              <a:cs typeface="Montserrat"/>
              <a:sym typeface="Montserrat"/>
            </a:endParaRPr>
          </a:p>
        </p:txBody>
      </p:sp>
      <p:pic>
        <p:nvPicPr>
          <p:cNvPr id="441" name="Google Shape;441;p24"/>
          <p:cNvPicPr preferRelativeResize="0"/>
          <p:nvPr/>
        </p:nvPicPr>
        <p:blipFill rotWithShape="1">
          <a:blip r:embed="rId4">
            <a:alphaModFix/>
          </a:blip>
          <a:srcRect b="0" l="0" r="0" t="0"/>
          <a:stretch/>
        </p:blipFill>
        <p:spPr>
          <a:xfrm>
            <a:off x="139056" y="414663"/>
            <a:ext cx="2014270" cy="1127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2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About the bank:</a:t>
            </a:r>
            <a:endParaRPr/>
          </a:p>
        </p:txBody>
      </p:sp>
      <p:sp>
        <p:nvSpPr>
          <p:cNvPr id="447" name="Google Shape;447;p25"/>
          <p:cNvSpPr txBox="1"/>
          <p:nvPr>
            <p:ph idx="1" type="body"/>
          </p:nvPr>
        </p:nvSpPr>
        <p:spPr>
          <a:xfrm>
            <a:off x="1211775" y="1385375"/>
            <a:ext cx="7038900" cy="32010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Barclays is a British universal bank. They support consumers and small businesses through their retail banking services, and larger businesses and institutions through their corporate and investment banking services.</a:t>
            </a:r>
            <a:endParaRPr/>
          </a:p>
          <a:p>
            <a:pPr indent="-342900" lvl="0" marL="457200" rtl="0" algn="l">
              <a:lnSpc>
                <a:spcPct val="115000"/>
              </a:lnSpc>
              <a:spcBef>
                <a:spcPts val="0"/>
              </a:spcBef>
              <a:spcAft>
                <a:spcPts val="0"/>
              </a:spcAft>
              <a:buSzPts val="1800"/>
              <a:buChar char="●"/>
            </a:pPr>
            <a:r>
              <a:rPr lang="en"/>
              <a:t>Barclays has over 4,750 branches in about 55 countries and of which about 1,600 are in the United Kingdom.</a:t>
            </a:r>
            <a:endParaRPr/>
          </a:p>
          <a:p>
            <a:pPr indent="-342900" lvl="0" marL="457200" rtl="0" algn="l">
              <a:lnSpc>
                <a:spcPct val="115000"/>
              </a:lnSpc>
              <a:spcBef>
                <a:spcPts val="0"/>
              </a:spcBef>
              <a:spcAft>
                <a:spcPts val="0"/>
              </a:spcAft>
              <a:buSzPts val="1800"/>
              <a:buChar char="●"/>
            </a:pPr>
            <a:r>
              <a:rPr lang="en"/>
              <a:t>In the UK, Barclays also offers some personal banking services through branches of the Post Office.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26"/>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latin typeface="Times New Roman"/>
                <a:ea typeface="Times New Roman"/>
                <a:cs typeface="Times New Roman"/>
                <a:sym typeface="Times New Roman"/>
              </a:rPr>
              <a:t>Company Details</a:t>
            </a:r>
            <a:endParaRPr>
              <a:latin typeface="Times New Roman"/>
              <a:ea typeface="Times New Roman"/>
              <a:cs typeface="Times New Roman"/>
              <a:sym typeface="Times New Roman"/>
            </a:endParaRPr>
          </a:p>
        </p:txBody>
      </p:sp>
      <p:sp>
        <p:nvSpPr>
          <p:cNvPr id="453" name="Google Shape;453;p26"/>
          <p:cNvSpPr txBox="1"/>
          <p:nvPr>
            <p:ph idx="1" type="body"/>
          </p:nvPr>
        </p:nvSpPr>
        <p:spPr>
          <a:xfrm>
            <a:off x="1297500" y="1003925"/>
            <a:ext cx="7038900" cy="392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00"/>
              <a:buNone/>
            </a:pPr>
            <a:r>
              <a:rPr lang="en" sz="1600"/>
              <a:t>Name of the Company:  Barclays India</a:t>
            </a:r>
            <a:endParaRPr sz="1600"/>
          </a:p>
          <a:p>
            <a:pPr indent="0" lvl="0" marL="0" rtl="0" algn="l">
              <a:lnSpc>
                <a:spcPct val="100000"/>
              </a:lnSpc>
              <a:spcBef>
                <a:spcPts val="1600"/>
              </a:spcBef>
              <a:spcAft>
                <a:spcPts val="0"/>
              </a:spcAft>
              <a:buSzPts val="1300"/>
              <a:buNone/>
            </a:pPr>
            <a:r>
              <a:rPr lang="en" sz="1600"/>
              <a:t>Company status : Dream</a:t>
            </a:r>
            <a:endParaRPr sz="1600"/>
          </a:p>
          <a:p>
            <a:pPr indent="0" lvl="0" marL="0" rtl="0" algn="l">
              <a:lnSpc>
                <a:spcPct val="100000"/>
              </a:lnSpc>
              <a:spcBef>
                <a:spcPts val="1600"/>
              </a:spcBef>
              <a:spcAft>
                <a:spcPts val="0"/>
              </a:spcAft>
              <a:buSzPts val="1300"/>
              <a:buNone/>
            </a:pPr>
            <a:r>
              <a:rPr lang="en" sz="1600"/>
              <a:t>Branches Eligible: BE ( CMPN &amp; INFT)</a:t>
            </a:r>
            <a:endParaRPr sz="1600"/>
          </a:p>
          <a:p>
            <a:pPr indent="0" lvl="0" marL="0" rtl="0" algn="l">
              <a:lnSpc>
                <a:spcPct val="100000"/>
              </a:lnSpc>
              <a:spcBef>
                <a:spcPts val="1600"/>
              </a:spcBef>
              <a:spcAft>
                <a:spcPts val="0"/>
              </a:spcAft>
              <a:buSzPts val="1300"/>
              <a:buNone/>
            </a:pPr>
            <a:r>
              <a:rPr lang="en" sz="1600"/>
              <a:t>Eligibility Criteria: CS &amp; IT students from Final year, with ≥ 60% score across class X, XII and engineering semesters and no Live KTs</a:t>
            </a:r>
            <a:endParaRPr sz="1600"/>
          </a:p>
          <a:p>
            <a:pPr indent="0" lvl="0" marL="0" rtl="0" algn="l">
              <a:lnSpc>
                <a:spcPct val="100000"/>
              </a:lnSpc>
              <a:spcBef>
                <a:spcPts val="1600"/>
              </a:spcBef>
              <a:spcAft>
                <a:spcPts val="0"/>
              </a:spcAft>
              <a:buSzPts val="1300"/>
              <a:buNone/>
            </a:pPr>
            <a:r>
              <a:rPr lang="en" sz="1600"/>
              <a:t>Salary: CTC: 11.67 LPA (Fixed) + 1 LPA (Bursary)</a:t>
            </a:r>
            <a:endParaRPr sz="1600"/>
          </a:p>
          <a:p>
            <a:pPr indent="0" lvl="0" marL="0" rtl="0" algn="l">
              <a:lnSpc>
                <a:spcPct val="100000"/>
              </a:lnSpc>
              <a:spcBef>
                <a:spcPts val="1600"/>
              </a:spcBef>
              <a:spcAft>
                <a:spcPts val="0"/>
              </a:spcAft>
              <a:buSzPts val="1300"/>
              <a:buNone/>
            </a:pPr>
            <a:r>
              <a:rPr lang="en" sz="1600"/>
              <a:t>Position : BA3 Graduate Analyst</a:t>
            </a:r>
            <a:endParaRPr sz="1600"/>
          </a:p>
          <a:p>
            <a:pPr indent="0" lvl="0" marL="0" rtl="0" algn="l">
              <a:lnSpc>
                <a:spcPct val="100000"/>
              </a:lnSpc>
              <a:spcBef>
                <a:spcPts val="1600"/>
              </a:spcBef>
              <a:spcAft>
                <a:spcPts val="0"/>
              </a:spcAft>
              <a:buSzPts val="1300"/>
              <a:buNone/>
            </a:pPr>
            <a:r>
              <a:rPr lang="en" sz="1600"/>
              <a:t>Job Location : Pune and Chen</a:t>
            </a:r>
            <a:r>
              <a:rPr lang="en" sz="1600"/>
              <a:t>nai</a:t>
            </a:r>
            <a:endParaRPr sz="1600"/>
          </a:p>
          <a:p>
            <a:pPr indent="0" lvl="0" marL="0" rtl="0" algn="l">
              <a:lnSpc>
                <a:spcPct val="100000"/>
              </a:lnSpc>
              <a:spcBef>
                <a:spcPts val="1600"/>
              </a:spcBef>
              <a:spcAft>
                <a:spcPts val="0"/>
              </a:spcAft>
              <a:buSzPts val="1300"/>
              <a:buNone/>
            </a:pPr>
            <a:r>
              <a:rPr lang="en" sz="1600"/>
              <a:t>Date of Drive: 28th July - 17th August</a:t>
            </a:r>
            <a:endParaRPr sz="1600">
              <a:solidFill>
                <a:schemeClr val="accent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27"/>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latin typeface="Times New Roman"/>
                <a:ea typeface="Times New Roman"/>
                <a:cs typeface="Times New Roman"/>
                <a:sym typeface="Times New Roman"/>
              </a:rPr>
              <a:t>Placement Process</a:t>
            </a:r>
            <a:endParaRPr>
              <a:latin typeface="Times New Roman"/>
              <a:ea typeface="Times New Roman"/>
              <a:cs typeface="Times New Roman"/>
              <a:sym typeface="Times New Roman"/>
            </a:endParaRPr>
          </a:p>
        </p:txBody>
      </p:sp>
      <p:sp>
        <p:nvSpPr>
          <p:cNvPr id="459" name="Google Shape;459;p27"/>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u="sng">
                <a:solidFill>
                  <a:srgbClr val="FFFF00"/>
                </a:solidFill>
              </a:rPr>
              <a:t>Process includes 2 Rounds which were:</a:t>
            </a:r>
            <a:endParaRPr u="sng">
              <a:solidFill>
                <a:srgbClr val="FFFF00"/>
              </a:solidFill>
            </a:endParaRPr>
          </a:p>
          <a:p>
            <a:pPr indent="0" lvl="0" marL="0" rtl="0" algn="l">
              <a:lnSpc>
                <a:spcPct val="115000"/>
              </a:lnSpc>
              <a:spcBef>
                <a:spcPts val="1600"/>
              </a:spcBef>
              <a:spcAft>
                <a:spcPts val="0"/>
              </a:spcAft>
              <a:buSzPts val="1300"/>
              <a:buNone/>
            </a:pPr>
            <a:r>
              <a:rPr lang="en">
                <a:solidFill>
                  <a:srgbClr val="FFFFFF"/>
                </a:solidFill>
              </a:rPr>
              <a:t>Round 1: Online Test(Technical Aptitude + Coding) </a:t>
            </a:r>
            <a:endParaRPr>
              <a:solidFill>
                <a:srgbClr val="FFFFFF"/>
              </a:solidFill>
            </a:endParaRPr>
          </a:p>
          <a:p>
            <a:pPr indent="0" lvl="0" marL="0" rtl="0" algn="l">
              <a:lnSpc>
                <a:spcPct val="115000"/>
              </a:lnSpc>
              <a:spcBef>
                <a:spcPts val="1600"/>
              </a:spcBef>
              <a:spcAft>
                <a:spcPts val="1600"/>
              </a:spcAft>
              <a:buSzPts val="1300"/>
              <a:buNone/>
            </a:pPr>
            <a:r>
              <a:rPr lang="en">
                <a:solidFill>
                  <a:srgbClr val="FFFFFF"/>
                </a:solidFill>
              </a:rPr>
              <a:t>Round 2: Technical Interview + HR</a:t>
            </a:r>
            <a:endParaRPr>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28"/>
          <p:cNvSpPr txBox="1"/>
          <p:nvPr>
            <p:ph type="title"/>
          </p:nvPr>
        </p:nvSpPr>
        <p:spPr>
          <a:xfrm>
            <a:off x="1054800" y="180475"/>
            <a:ext cx="7281600" cy="60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en">
                <a:latin typeface="Times New Roman"/>
                <a:ea typeface="Times New Roman"/>
                <a:cs typeface="Times New Roman"/>
                <a:sym typeface="Times New Roman"/>
              </a:rPr>
              <a:t>Experience</a:t>
            </a:r>
            <a:endParaRPr>
              <a:latin typeface="Times New Roman"/>
              <a:ea typeface="Times New Roman"/>
              <a:cs typeface="Times New Roman"/>
              <a:sym typeface="Times New Roman"/>
            </a:endParaRPr>
          </a:p>
        </p:txBody>
      </p:sp>
      <p:sp>
        <p:nvSpPr>
          <p:cNvPr id="465" name="Google Shape;465;p28"/>
          <p:cNvSpPr txBox="1"/>
          <p:nvPr>
            <p:ph idx="1" type="body"/>
          </p:nvPr>
        </p:nvSpPr>
        <p:spPr>
          <a:xfrm>
            <a:off x="1126250" y="697125"/>
            <a:ext cx="7281600" cy="426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00"/>
              <a:buNone/>
            </a:pPr>
            <a:r>
              <a:rPr lang="en" sz="1500"/>
              <a:t>Round 1(29th July 2022):</a:t>
            </a:r>
            <a:endParaRPr sz="1500"/>
          </a:p>
          <a:p>
            <a:pPr indent="0" lvl="0" marL="0" rtl="0" algn="l">
              <a:lnSpc>
                <a:spcPct val="100000"/>
              </a:lnSpc>
              <a:spcBef>
                <a:spcPts val="0"/>
              </a:spcBef>
              <a:spcAft>
                <a:spcPts val="0"/>
              </a:spcAft>
              <a:buSzPts val="1300"/>
              <a:buNone/>
            </a:pPr>
            <a:r>
              <a:t/>
            </a:r>
            <a:endParaRPr sz="1500"/>
          </a:p>
          <a:p>
            <a:pPr indent="-323850" lvl="0" marL="457200" rtl="0" algn="l">
              <a:lnSpc>
                <a:spcPct val="100000"/>
              </a:lnSpc>
              <a:spcBef>
                <a:spcPts val="0"/>
              </a:spcBef>
              <a:spcAft>
                <a:spcPts val="0"/>
              </a:spcAft>
              <a:buSzPts val="1500"/>
              <a:buChar char="●"/>
            </a:pPr>
            <a:r>
              <a:rPr lang="en" sz="1500"/>
              <a:t>This test consisted of Technical Aptitude and Coding Questions.</a:t>
            </a:r>
            <a:endParaRPr sz="1500"/>
          </a:p>
          <a:p>
            <a:pPr indent="0" lvl="0" marL="0" rtl="0" algn="l">
              <a:lnSpc>
                <a:spcPct val="100000"/>
              </a:lnSpc>
              <a:spcBef>
                <a:spcPts val="0"/>
              </a:spcBef>
              <a:spcAft>
                <a:spcPts val="0"/>
              </a:spcAft>
              <a:buSzPts val="1300"/>
              <a:buNone/>
            </a:pPr>
            <a:r>
              <a:t/>
            </a:r>
            <a:endParaRPr sz="1500"/>
          </a:p>
          <a:p>
            <a:pPr indent="-323850" lvl="0" marL="457200" rtl="0" algn="l">
              <a:lnSpc>
                <a:spcPct val="100000"/>
              </a:lnSpc>
              <a:spcBef>
                <a:spcPts val="0"/>
              </a:spcBef>
              <a:spcAft>
                <a:spcPts val="0"/>
              </a:spcAft>
              <a:buSzPts val="1500"/>
              <a:buChar char="●"/>
            </a:pPr>
            <a:r>
              <a:rPr lang="en" sz="1500"/>
              <a:t>Test was conducted on HackerEarth and the questions varied from medium to hard level.Majority of the questions were code snippet and varied in marks distribution.</a:t>
            </a:r>
            <a:endParaRPr sz="1500"/>
          </a:p>
          <a:p>
            <a:pPr indent="0" lvl="0" marL="0" rtl="0" algn="l">
              <a:lnSpc>
                <a:spcPct val="100000"/>
              </a:lnSpc>
              <a:spcBef>
                <a:spcPts val="0"/>
              </a:spcBef>
              <a:spcAft>
                <a:spcPts val="0"/>
              </a:spcAft>
              <a:buSzPts val="1300"/>
              <a:buNone/>
            </a:pPr>
            <a:r>
              <a:t/>
            </a:r>
            <a:endParaRPr sz="1500"/>
          </a:p>
          <a:p>
            <a:pPr indent="-323850" lvl="0" marL="457200" rtl="0" algn="l">
              <a:lnSpc>
                <a:spcPct val="100000"/>
              </a:lnSpc>
              <a:spcBef>
                <a:spcPts val="0"/>
              </a:spcBef>
              <a:spcAft>
                <a:spcPts val="0"/>
              </a:spcAft>
              <a:buClr>
                <a:srgbClr val="FFFF00"/>
              </a:buClr>
              <a:buSzPts val="1500"/>
              <a:buChar char="●"/>
            </a:pPr>
            <a:r>
              <a:rPr lang="en" sz="1500" u="sng">
                <a:solidFill>
                  <a:srgbClr val="FFFF00"/>
                </a:solidFill>
              </a:rPr>
              <a:t>Section A:</a:t>
            </a:r>
            <a:r>
              <a:rPr lang="en" sz="1500">
                <a:solidFill>
                  <a:srgbClr val="FFFF00"/>
                </a:solidFill>
              </a:rPr>
              <a:t> </a:t>
            </a:r>
            <a:endParaRPr sz="1500">
              <a:solidFill>
                <a:srgbClr val="FFFF00"/>
              </a:solidFill>
            </a:endParaRPr>
          </a:p>
          <a:p>
            <a:pPr indent="-323850" lvl="1" marL="914400" rtl="0" algn="l">
              <a:lnSpc>
                <a:spcPct val="100000"/>
              </a:lnSpc>
              <a:spcBef>
                <a:spcPts val="0"/>
              </a:spcBef>
              <a:spcAft>
                <a:spcPts val="0"/>
              </a:spcAft>
              <a:buSzPts val="1500"/>
              <a:buChar char="○"/>
            </a:pPr>
            <a:r>
              <a:rPr lang="en" sz="1500"/>
              <a:t>Comprised of 30 MCQ questions notably on Java, C, C++, OOPs, OS, SQL, MongoDB, and DBMS with emphasis on output-based questions on Java and C++, few questions on Java API, Computer Networks etc.  </a:t>
            </a:r>
            <a:endParaRPr sz="1500"/>
          </a:p>
          <a:p>
            <a:pPr indent="0" lvl="0" marL="0" rtl="0" algn="l">
              <a:lnSpc>
                <a:spcPct val="100000"/>
              </a:lnSpc>
              <a:spcBef>
                <a:spcPts val="0"/>
              </a:spcBef>
              <a:spcAft>
                <a:spcPts val="0"/>
              </a:spcAft>
              <a:buSzPts val="1300"/>
              <a:buNone/>
            </a:pPr>
            <a:r>
              <a:t/>
            </a:r>
            <a:endParaRPr sz="1500"/>
          </a:p>
          <a:p>
            <a:pPr indent="-323850" lvl="0" marL="457200" rtl="0" algn="l">
              <a:lnSpc>
                <a:spcPct val="100000"/>
              </a:lnSpc>
              <a:spcBef>
                <a:spcPts val="0"/>
              </a:spcBef>
              <a:spcAft>
                <a:spcPts val="0"/>
              </a:spcAft>
              <a:buSzPts val="1500"/>
              <a:buChar char="●"/>
            </a:pPr>
            <a:r>
              <a:rPr lang="en" sz="1500"/>
              <a:t>Practicing questions from sites like </a:t>
            </a:r>
            <a:r>
              <a:rPr lang="en" sz="1500" u="sng">
                <a:solidFill>
                  <a:srgbClr val="FFFF00"/>
                </a:solidFill>
                <a:hlinkClick r:id="rId3">
                  <a:extLst>
                    <a:ext uri="{A12FA001-AC4F-418D-AE19-62706E023703}">
                      <ahyp:hlinkClr val="tx"/>
                    </a:ext>
                  </a:extLst>
                </a:hlinkClick>
              </a:rPr>
              <a:t>indiabix</a:t>
            </a:r>
            <a:r>
              <a:rPr lang="en" sz="1500">
                <a:solidFill>
                  <a:srgbClr val="FFFF00"/>
                </a:solidFill>
              </a:rPr>
              <a:t> </a:t>
            </a:r>
            <a:r>
              <a:rPr lang="en" sz="1500"/>
              <a:t>, javatpoint, </a:t>
            </a:r>
            <a:r>
              <a:rPr lang="en" sz="1500" u="sng">
                <a:solidFill>
                  <a:srgbClr val="FFFF00"/>
                </a:solidFill>
                <a:hlinkClick r:id="rId4">
                  <a:extLst>
                    <a:ext uri="{A12FA001-AC4F-418D-AE19-62706E023703}">
                      <ahyp:hlinkClr val="tx"/>
                    </a:ext>
                  </a:extLst>
                </a:hlinkClick>
              </a:rPr>
              <a:t>GFG </a:t>
            </a:r>
            <a:r>
              <a:rPr lang="en" sz="1500"/>
              <a:t>will help you clear this section.</a:t>
            </a:r>
            <a:endParaRPr sz="1500"/>
          </a:p>
          <a:p>
            <a:pPr indent="-323850" lvl="0" marL="457200" rtl="0" algn="l">
              <a:lnSpc>
                <a:spcPct val="100000"/>
              </a:lnSpc>
              <a:spcBef>
                <a:spcPts val="0"/>
              </a:spcBef>
              <a:spcAft>
                <a:spcPts val="0"/>
              </a:spcAft>
              <a:buSzPts val="1500"/>
              <a:buChar char="●"/>
            </a:pPr>
            <a:r>
              <a:rPr lang="en" sz="1500"/>
              <a:t>Try attempting most of the questions </a:t>
            </a:r>
            <a:endParaRPr sz="1500"/>
          </a:p>
          <a:p>
            <a:pPr indent="0" lvl="0" marL="457200" rtl="0" algn="l">
              <a:lnSpc>
                <a:spcPct val="100000"/>
              </a:lnSpc>
              <a:spcBef>
                <a:spcPts val="0"/>
              </a:spcBef>
              <a:spcAft>
                <a:spcPts val="0"/>
              </a:spcAft>
              <a:buSzPts val="1300"/>
              <a:buNone/>
            </a:pPr>
            <a:r>
              <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29"/>
          <p:cNvSpPr txBox="1"/>
          <p:nvPr>
            <p:ph type="title"/>
          </p:nvPr>
        </p:nvSpPr>
        <p:spPr>
          <a:xfrm>
            <a:off x="1054800" y="143125"/>
            <a:ext cx="7281600" cy="70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en"/>
              <a:t>Experience of Srishti Shetty</a:t>
            </a:r>
            <a:endParaRPr/>
          </a:p>
        </p:txBody>
      </p:sp>
      <p:sp>
        <p:nvSpPr>
          <p:cNvPr id="471" name="Google Shape;471;p29"/>
          <p:cNvSpPr txBox="1"/>
          <p:nvPr>
            <p:ph idx="1" type="body"/>
          </p:nvPr>
        </p:nvSpPr>
        <p:spPr>
          <a:xfrm>
            <a:off x="1054800" y="777900"/>
            <a:ext cx="7281600" cy="4141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00"/>
              <a:buNone/>
            </a:pPr>
            <a:r>
              <a:rPr lang="en" sz="1600">
                <a:latin typeface="Share Tech"/>
                <a:ea typeface="Share Tech"/>
                <a:cs typeface="Share Tech"/>
                <a:sym typeface="Share Tech"/>
              </a:rPr>
              <a:t>Round 1(29th July 2022):</a:t>
            </a:r>
            <a:endParaRPr sz="1600">
              <a:latin typeface="Share Tech"/>
              <a:ea typeface="Share Tech"/>
              <a:cs typeface="Share Tech"/>
              <a:sym typeface="Share Tech"/>
            </a:endParaRPr>
          </a:p>
          <a:p>
            <a:pPr indent="0" lvl="0" marL="0" rtl="0" algn="l">
              <a:lnSpc>
                <a:spcPct val="100000"/>
              </a:lnSpc>
              <a:spcBef>
                <a:spcPts val="0"/>
              </a:spcBef>
              <a:spcAft>
                <a:spcPts val="0"/>
              </a:spcAft>
              <a:buSzPts val="1300"/>
              <a:buNone/>
            </a:pPr>
            <a:r>
              <a:t/>
            </a:r>
            <a:endParaRPr sz="1600"/>
          </a:p>
          <a:p>
            <a:pPr indent="-330200" lvl="0" marL="457200" rtl="0" algn="l">
              <a:lnSpc>
                <a:spcPct val="100000"/>
              </a:lnSpc>
              <a:spcBef>
                <a:spcPts val="0"/>
              </a:spcBef>
              <a:spcAft>
                <a:spcPts val="0"/>
              </a:spcAft>
              <a:buSzPts val="1600"/>
              <a:buChar char="●"/>
            </a:pPr>
            <a:r>
              <a:rPr lang="en" sz="1600">
                <a:solidFill>
                  <a:srgbClr val="FFFF00"/>
                </a:solidFill>
              </a:rPr>
              <a:t>Section B</a:t>
            </a:r>
            <a:r>
              <a:rPr lang="en" sz="1600"/>
              <a:t> : comprised of 2 coding questions of 20 and 50 marks respectively. They were as follows:</a:t>
            </a:r>
            <a:endParaRPr sz="1600"/>
          </a:p>
          <a:p>
            <a:pPr indent="-330200" lvl="1" marL="914400" rtl="0" algn="l">
              <a:lnSpc>
                <a:spcPct val="100000"/>
              </a:lnSpc>
              <a:spcBef>
                <a:spcPts val="0"/>
              </a:spcBef>
              <a:spcAft>
                <a:spcPts val="0"/>
              </a:spcAft>
              <a:buSzPts val="1600"/>
              <a:buChar char="○"/>
            </a:pPr>
            <a:r>
              <a:rPr lang="en" sz="1600" u="sng">
                <a:solidFill>
                  <a:srgbClr val="FFFF00"/>
                </a:solidFill>
                <a:hlinkClick r:id="rId3">
                  <a:extLst>
                    <a:ext uri="{A12FA001-AC4F-418D-AE19-62706E023703}">
                      <ahyp:hlinkClr val="tx"/>
                    </a:ext>
                  </a:extLst>
                </a:hlinkClick>
              </a:rPr>
              <a:t>20 marks question</a:t>
            </a:r>
            <a:r>
              <a:rPr lang="en" sz="1600"/>
              <a:t> There was an array of N integers, we were given a task to make any number of partitions in the array such that the Special Sum of all the partitions combined is maximized.</a:t>
            </a:r>
            <a:endParaRPr sz="1600"/>
          </a:p>
          <a:p>
            <a:pPr indent="0" lvl="0" marL="914400" rtl="0" algn="l">
              <a:lnSpc>
                <a:spcPct val="100000"/>
              </a:lnSpc>
              <a:spcBef>
                <a:spcPts val="0"/>
              </a:spcBef>
              <a:spcAft>
                <a:spcPts val="0"/>
              </a:spcAft>
              <a:buNone/>
            </a:pPr>
            <a:r>
              <a:t/>
            </a:r>
            <a:endParaRPr sz="1600"/>
          </a:p>
          <a:p>
            <a:pPr indent="-330200" lvl="1" marL="914400" rtl="0" algn="l">
              <a:lnSpc>
                <a:spcPct val="100000"/>
              </a:lnSpc>
              <a:spcBef>
                <a:spcPts val="0"/>
              </a:spcBef>
              <a:spcAft>
                <a:spcPts val="0"/>
              </a:spcAft>
              <a:buSzPts val="1600"/>
              <a:buChar char="○"/>
            </a:pPr>
            <a:r>
              <a:rPr lang="en" sz="1600" u="sng">
                <a:solidFill>
                  <a:srgbClr val="FFFF00"/>
                </a:solidFill>
              </a:rPr>
              <a:t>50 marks question</a:t>
            </a:r>
            <a:r>
              <a:rPr lang="en" sz="1600" u="sng"/>
              <a:t> </a:t>
            </a:r>
            <a:r>
              <a:rPr lang="en" sz="1600"/>
              <a:t>was based on some chemist which has to minimize the cost of the chemical reaction.</a:t>
            </a:r>
            <a:endParaRPr sz="1600"/>
          </a:p>
          <a:p>
            <a:pPr indent="-330200" lvl="0" marL="457200" rtl="0" algn="l">
              <a:lnSpc>
                <a:spcPct val="100000"/>
              </a:lnSpc>
              <a:spcBef>
                <a:spcPts val="0"/>
              </a:spcBef>
              <a:spcAft>
                <a:spcPts val="0"/>
              </a:spcAft>
              <a:buSzPts val="1600"/>
              <a:buChar char="●"/>
            </a:pPr>
            <a:r>
              <a:rPr lang="en" sz="1600"/>
              <a:t>Practicing questions on leetcode, gfg etc. will help you get through the coding test.</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30"/>
          <p:cNvSpPr txBox="1"/>
          <p:nvPr>
            <p:ph type="title"/>
          </p:nvPr>
        </p:nvSpPr>
        <p:spPr>
          <a:xfrm>
            <a:off x="981200" y="-42050"/>
            <a:ext cx="7355100" cy="51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en"/>
              <a:t>Experience of Srishti Shetty</a:t>
            </a:r>
            <a:endParaRPr/>
          </a:p>
        </p:txBody>
      </p:sp>
      <p:sp>
        <p:nvSpPr>
          <p:cNvPr id="477" name="Google Shape;477;p30"/>
          <p:cNvSpPr txBox="1"/>
          <p:nvPr>
            <p:ph idx="1" type="body"/>
          </p:nvPr>
        </p:nvSpPr>
        <p:spPr>
          <a:xfrm>
            <a:off x="981200" y="894200"/>
            <a:ext cx="7838400" cy="39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300"/>
              <a:buNone/>
            </a:pPr>
            <a:r>
              <a:rPr lang="en" sz="1700">
                <a:latin typeface="Share Tech"/>
                <a:ea typeface="Share Tech"/>
                <a:cs typeface="Share Tech"/>
                <a:sym typeface="Share Tech"/>
              </a:rPr>
              <a:t>Round 2 (Technical Round + HR):</a:t>
            </a:r>
            <a:endParaRPr sz="1700">
              <a:latin typeface="Share Tech"/>
              <a:ea typeface="Share Tech"/>
              <a:cs typeface="Share Tech"/>
              <a:sym typeface="Share Tech"/>
            </a:endParaRPr>
          </a:p>
          <a:p>
            <a:pPr indent="0" lvl="0" marL="0" rtl="0" algn="l">
              <a:spcBef>
                <a:spcPts val="0"/>
              </a:spcBef>
              <a:spcAft>
                <a:spcPts val="0"/>
              </a:spcAft>
              <a:buSzPts val="1300"/>
              <a:buNone/>
            </a:pPr>
            <a:r>
              <a:t/>
            </a:r>
            <a:endParaRPr sz="1400">
              <a:latin typeface="Share Tech"/>
              <a:ea typeface="Share Tech"/>
              <a:cs typeface="Share Tech"/>
              <a:sym typeface="Share Tech"/>
            </a:endParaRPr>
          </a:p>
          <a:p>
            <a:pPr indent="-330200" lvl="0" marL="457200" rtl="0" algn="l">
              <a:spcBef>
                <a:spcPts val="0"/>
              </a:spcBef>
              <a:spcAft>
                <a:spcPts val="0"/>
              </a:spcAft>
              <a:buSzPts val="1600"/>
              <a:buChar char="●"/>
            </a:pPr>
            <a:r>
              <a:rPr lang="en" sz="1600"/>
              <a:t>The interview started with a short introduction about myself where I gave a brief about my projects, internships and co-curricular achievements.</a:t>
            </a:r>
            <a:endParaRPr sz="1600"/>
          </a:p>
          <a:p>
            <a:pPr indent="-330200" lvl="0" marL="457200" rtl="0" algn="l">
              <a:spcBef>
                <a:spcPts val="0"/>
              </a:spcBef>
              <a:spcAft>
                <a:spcPts val="0"/>
              </a:spcAft>
              <a:buSzPts val="1600"/>
              <a:buChar char="●"/>
            </a:pPr>
            <a:r>
              <a:rPr lang="en" sz="1600"/>
              <a:t>Firstly, he gave me a simple numerical on tree inorder traversal to solve and later he asked me to code both for inorder and postorder traversal in BST. He also asked the time complexity of the code.</a:t>
            </a:r>
            <a:endParaRPr sz="1600"/>
          </a:p>
          <a:p>
            <a:pPr indent="-330200" lvl="0" marL="457200" rtl="0" algn="l">
              <a:spcBef>
                <a:spcPts val="0"/>
              </a:spcBef>
              <a:spcAft>
                <a:spcPts val="0"/>
              </a:spcAft>
              <a:buSzPts val="1600"/>
              <a:buChar char="●"/>
            </a:pPr>
            <a:r>
              <a:rPr lang="en" sz="1600"/>
              <a:t>Then he asked me which data structure would you use to check the balanced </a:t>
            </a:r>
            <a:r>
              <a:rPr lang="en" sz="1600"/>
              <a:t>paranthesis </a:t>
            </a:r>
            <a:r>
              <a:rPr lang="en" sz="1600"/>
              <a:t>? After I gave the correct answer as Stack, he then asked me to explain it to him by giving an example.</a:t>
            </a:r>
            <a:endParaRPr sz="1600"/>
          </a:p>
          <a:p>
            <a:pPr indent="-330200" lvl="0" marL="457200" rtl="0" algn="l">
              <a:spcBef>
                <a:spcPts val="0"/>
              </a:spcBef>
              <a:spcAft>
                <a:spcPts val="0"/>
              </a:spcAft>
              <a:buSzPts val="1600"/>
              <a:buChar char="●"/>
            </a:pPr>
            <a:r>
              <a:rPr lang="en" sz="1600"/>
              <a:t>At the end of the interview, I asked him a couple of questions and he was nice enough to answer them in a very friendly manner </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31"/>
          <p:cNvSpPr txBox="1"/>
          <p:nvPr>
            <p:ph type="title"/>
          </p:nvPr>
        </p:nvSpPr>
        <p:spPr>
          <a:xfrm>
            <a:off x="981200" y="54050"/>
            <a:ext cx="7355100" cy="51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en"/>
              <a:t>Experience of Srishti Shetty</a:t>
            </a:r>
            <a:endParaRPr/>
          </a:p>
        </p:txBody>
      </p:sp>
      <p:sp>
        <p:nvSpPr>
          <p:cNvPr id="483" name="Google Shape;483;p31"/>
          <p:cNvSpPr txBox="1"/>
          <p:nvPr>
            <p:ph idx="1" type="body"/>
          </p:nvPr>
        </p:nvSpPr>
        <p:spPr>
          <a:xfrm>
            <a:off x="981200" y="676425"/>
            <a:ext cx="8162700" cy="4467000"/>
          </a:xfrm>
          <a:prstGeom prst="rect">
            <a:avLst/>
          </a:prstGeom>
          <a:noFill/>
          <a:ln>
            <a:noFill/>
          </a:ln>
        </p:spPr>
        <p:txBody>
          <a:bodyPr anchorCtr="0" anchor="t" bIns="91425" lIns="91425" spcFirstLastPara="1" rIns="91425" wrap="square" tIns="91425">
            <a:noAutofit/>
          </a:bodyPr>
          <a:lstStyle/>
          <a:p>
            <a:pPr indent="-323850" lvl="0" marL="457200" rtl="0" algn="l">
              <a:lnSpc>
                <a:spcPct val="120000"/>
              </a:lnSpc>
              <a:spcBef>
                <a:spcPts val="0"/>
              </a:spcBef>
              <a:spcAft>
                <a:spcPts val="0"/>
              </a:spcAft>
              <a:buSzPts val="1500"/>
              <a:buChar char="●"/>
            </a:pPr>
            <a:r>
              <a:rPr lang="en" sz="1500"/>
              <a:t>Later, he gave an interesting puzzle to solve (I don’t remember it exactly but it was something like this- Tying even number of goats to odd no. of rods where no two goats can be tied on the same rod) . I made sure to clearly explain my approach to the problem and even gave an explanation on why there is no solution to this question ( I was in doubt that I could be wrong but made sure to be confident in front of the interviewer ).</a:t>
            </a:r>
            <a:endParaRPr sz="1500"/>
          </a:p>
          <a:p>
            <a:pPr indent="-323850" lvl="0" marL="457200" rtl="0" algn="l">
              <a:lnSpc>
                <a:spcPct val="120000"/>
              </a:lnSpc>
              <a:spcBef>
                <a:spcPts val="0"/>
              </a:spcBef>
              <a:spcAft>
                <a:spcPts val="0"/>
              </a:spcAft>
              <a:buSzPts val="1500"/>
              <a:buChar char="●"/>
            </a:pPr>
            <a:r>
              <a:rPr lang="en" sz="1500"/>
              <a:t>After that, he asked me to explain Inheritance and Polymorphism. He also asked me to differentiate between runtime and compile time polymorphism- here he kept twisting the question trying to confuse me (my strategy was to take a few seconds before answering such questions so that even when the interviewer tried to confuse me, I was adamant about it and didn’t change my mind)</a:t>
            </a:r>
            <a:endParaRPr sz="1500"/>
          </a:p>
          <a:p>
            <a:pPr indent="-323850" lvl="0" marL="457200" rtl="0" algn="l">
              <a:lnSpc>
                <a:spcPct val="120000"/>
              </a:lnSpc>
              <a:spcBef>
                <a:spcPts val="0"/>
              </a:spcBef>
              <a:spcAft>
                <a:spcPts val="0"/>
              </a:spcAft>
              <a:buSzPts val="1500"/>
              <a:buChar char="●"/>
            </a:pPr>
            <a:r>
              <a:rPr lang="en" sz="1500"/>
              <a:t>Lastly, he asked me about few Software Engineering concepts like Agile model and how did I apply it during my projects. What is Sprint in agile? I answered these questions but then he went into details which I wasn’t aware of so I said that I haven’t heard about it as it wasn’t there in our syllabus but I’ll make sure to learn about it.</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2"/>
          <p:cNvSpPr txBox="1"/>
          <p:nvPr>
            <p:ph type="title"/>
          </p:nvPr>
        </p:nvSpPr>
        <p:spPr>
          <a:xfrm>
            <a:off x="1297500" y="393750"/>
            <a:ext cx="7038900" cy="46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Tips:</a:t>
            </a:r>
            <a:endParaRPr sz="2100"/>
          </a:p>
        </p:txBody>
      </p:sp>
      <p:sp>
        <p:nvSpPr>
          <p:cNvPr id="489" name="Google Shape;489;p32"/>
          <p:cNvSpPr txBox="1"/>
          <p:nvPr>
            <p:ph idx="1" type="body"/>
          </p:nvPr>
        </p:nvSpPr>
        <p:spPr>
          <a:xfrm>
            <a:off x="1297500" y="862050"/>
            <a:ext cx="7038900" cy="40071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700"/>
              <a:t>Get a good hold on basic concepts of OOPS, DBMS, OS and DSA. </a:t>
            </a:r>
            <a:endParaRPr sz="1700"/>
          </a:p>
          <a:p>
            <a:pPr indent="-304800" lvl="0" marL="457200" rtl="0" algn="l">
              <a:spcBef>
                <a:spcPts val="0"/>
              </a:spcBef>
              <a:spcAft>
                <a:spcPts val="0"/>
              </a:spcAft>
              <a:buSzPts val="1200"/>
              <a:buChar char="●"/>
            </a:pPr>
            <a:r>
              <a:rPr lang="en" sz="1700"/>
              <a:t>Start practicing Data Structures and Algorithms questions daily on leetcode.</a:t>
            </a:r>
            <a:endParaRPr sz="1700"/>
          </a:p>
          <a:p>
            <a:pPr indent="-304800" lvl="0" marL="457200" rtl="0" algn="l">
              <a:spcBef>
                <a:spcPts val="0"/>
              </a:spcBef>
              <a:spcAft>
                <a:spcPts val="0"/>
              </a:spcAft>
              <a:buSzPts val="1200"/>
              <a:buChar char="●"/>
            </a:pPr>
            <a:r>
              <a:rPr lang="en" sz="1700"/>
              <a:t>Be thorough with what you have mentioned on your resume and make sure to brush your concepts on technologies that you have used in your projects.</a:t>
            </a:r>
            <a:endParaRPr sz="1700"/>
          </a:p>
          <a:p>
            <a:pPr indent="-304800" lvl="0" marL="457200" rtl="0" algn="l">
              <a:spcBef>
                <a:spcPts val="0"/>
              </a:spcBef>
              <a:spcAft>
                <a:spcPts val="0"/>
              </a:spcAft>
              <a:buSzPts val="1200"/>
              <a:buChar char="●"/>
            </a:pPr>
            <a:r>
              <a:rPr lang="en" sz="1700"/>
              <a:t>Round 1 of any company plays a very important part hence do keep practicing questions on Interview Bit, IndiaBix, GFG.</a:t>
            </a:r>
            <a:endParaRPr sz="1700"/>
          </a:p>
          <a:p>
            <a:pPr indent="-304800" lvl="0" marL="457200" rtl="0" algn="l">
              <a:spcBef>
                <a:spcPts val="0"/>
              </a:spcBef>
              <a:spcAft>
                <a:spcPts val="0"/>
              </a:spcAft>
              <a:buSzPts val="1200"/>
              <a:buChar char="●"/>
            </a:pPr>
            <a:r>
              <a:rPr lang="en" sz="1700"/>
              <a:t>Pay attention during pre-placement talks and also go through company’s official website( You can ask questions to the interviewer referring to the information you </a:t>
            </a:r>
            <a:r>
              <a:rPr lang="en" sz="1700"/>
              <a:t>receive through them </a:t>
            </a:r>
            <a:r>
              <a:rPr lang="en" sz="1700"/>
              <a:t> )</a:t>
            </a:r>
            <a:endParaRPr sz="1700"/>
          </a:p>
          <a:p>
            <a:pPr indent="-304800" lvl="0" marL="457200" rtl="0" algn="l">
              <a:spcBef>
                <a:spcPts val="0"/>
              </a:spcBef>
              <a:spcAft>
                <a:spcPts val="0"/>
              </a:spcAft>
              <a:buSzPts val="1200"/>
              <a:buChar char="●"/>
            </a:pPr>
            <a:r>
              <a:rPr lang="en" sz="1700"/>
              <a:t>Go through interview experiences on GFG - it really helps a lot!!</a:t>
            </a:r>
            <a:endParaRPr sz="17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33"/>
          <p:cNvSpPr txBox="1"/>
          <p:nvPr>
            <p:ph type="title"/>
          </p:nvPr>
        </p:nvSpPr>
        <p:spPr>
          <a:xfrm>
            <a:off x="1052550" y="382925"/>
            <a:ext cx="7038900" cy="81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en"/>
              <a:t>Experience of Disha Raghani</a:t>
            </a:r>
            <a:endParaRPr/>
          </a:p>
        </p:txBody>
      </p:sp>
      <p:sp>
        <p:nvSpPr>
          <p:cNvPr id="495" name="Google Shape;495;p33"/>
          <p:cNvSpPr txBox="1"/>
          <p:nvPr>
            <p:ph idx="1" type="body"/>
          </p:nvPr>
        </p:nvSpPr>
        <p:spPr>
          <a:xfrm>
            <a:off x="1054825" y="1084950"/>
            <a:ext cx="7281600" cy="3927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00"/>
              <a:buNone/>
            </a:pPr>
            <a:r>
              <a:rPr lang="en" sz="1500"/>
              <a:t>Round 1 (29th of July 2022):</a:t>
            </a:r>
            <a:endParaRPr sz="1500"/>
          </a:p>
          <a:p>
            <a:pPr indent="-323850" lvl="0" marL="457200" rtl="0" algn="l">
              <a:lnSpc>
                <a:spcPct val="100000"/>
              </a:lnSpc>
              <a:spcBef>
                <a:spcPts val="0"/>
              </a:spcBef>
              <a:spcAft>
                <a:spcPts val="0"/>
              </a:spcAft>
              <a:buSzPts val="1500"/>
              <a:buChar char="●"/>
            </a:pPr>
            <a:r>
              <a:rPr lang="en" sz="1500"/>
              <a:t>Section B comprised of 2 coding questions (20 marks and 50 marks respectively) Difficulty level : Medium - High . The questions were as follows:</a:t>
            </a:r>
            <a:endParaRPr sz="1500"/>
          </a:p>
          <a:p>
            <a:pPr indent="-323850" lvl="0" marL="914400" rtl="0" algn="l">
              <a:lnSpc>
                <a:spcPct val="100000"/>
              </a:lnSpc>
              <a:spcBef>
                <a:spcPts val="0"/>
              </a:spcBef>
              <a:spcAft>
                <a:spcPts val="0"/>
              </a:spcAft>
              <a:buClr>
                <a:srgbClr val="FFFF00"/>
              </a:buClr>
              <a:buSzPts val="1500"/>
              <a:buChar char="●"/>
            </a:pPr>
            <a:r>
              <a:rPr lang="en" sz="1500" u="sng">
                <a:solidFill>
                  <a:srgbClr val="FFFF00"/>
                </a:solidFill>
              </a:rPr>
              <a:t>20 marks question : The Minimum Sum</a:t>
            </a:r>
            <a:endParaRPr sz="1500" u="sng">
              <a:solidFill>
                <a:srgbClr val="FFFF00"/>
              </a:solidFill>
            </a:endParaRPr>
          </a:p>
          <a:p>
            <a:pPr indent="-323850" lvl="0" marL="914400" rtl="0" algn="l">
              <a:lnSpc>
                <a:spcPct val="100000"/>
              </a:lnSpc>
              <a:spcBef>
                <a:spcPts val="0"/>
              </a:spcBef>
              <a:spcAft>
                <a:spcPts val="0"/>
              </a:spcAft>
              <a:buSzPts val="1500"/>
              <a:buChar char="●"/>
            </a:pPr>
            <a:r>
              <a:rPr lang="en" sz="1500"/>
              <a:t>Given- Array of n positive and negative integers.</a:t>
            </a:r>
            <a:endParaRPr sz="1500"/>
          </a:p>
          <a:p>
            <a:pPr indent="-323850" lvl="0" marL="914400" rtl="0" algn="l">
              <a:lnSpc>
                <a:spcPct val="100000"/>
              </a:lnSpc>
              <a:spcBef>
                <a:spcPts val="0"/>
              </a:spcBef>
              <a:spcAft>
                <a:spcPts val="0"/>
              </a:spcAft>
              <a:buSzPts val="1500"/>
              <a:buChar char="●"/>
            </a:pPr>
            <a:r>
              <a:rPr lang="en" sz="1500"/>
              <a:t>Task- Minimize the sum of final array and print the minimum sum .</a:t>
            </a:r>
            <a:endParaRPr sz="1500"/>
          </a:p>
          <a:p>
            <a:pPr indent="-323850" lvl="0" marL="914400" rtl="0" algn="l">
              <a:lnSpc>
                <a:spcPct val="100000"/>
              </a:lnSpc>
              <a:spcBef>
                <a:spcPts val="0"/>
              </a:spcBef>
              <a:spcAft>
                <a:spcPts val="0"/>
              </a:spcAft>
              <a:buSzPts val="1500"/>
              <a:buChar char="●"/>
            </a:pPr>
            <a:r>
              <a:rPr lang="en" sz="1500"/>
              <a:t>I was able to solve all the test cases of this question (15/15 test cases).</a:t>
            </a:r>
            <a:endParaRPr sz="1500"/>
          </a:p>
          <a:p>
            <a:pPr indent="-323850" lvl="0" marL="914400" rtl="0" algn="l">
              <a:lnSpc>
                <a:spcPct val="100000"/>
              </a:lnSpc>
              <a:spcBef>
                <a:spcPts val="0"/>
              </a:spcBef>
              <a:spcAft>
                <a:spcPts val="0"/>
              </a:spcAft>
              <a:buClr>
                <a:srgbClr val="FFFF00"/>
              </a:buClr>
              <a:buSzPts val="1500"/>
              <a:buChar char="●"/>
            </a:pPr>
            <a:r>
              <a:rPr lang="en" sz="1500" u="sng">
                <a:solidFill>
                  <a:srgbClr val="FFFF00"/>
                </a:solidFill>
              </a:rPr>
              <a:t>50 marks question : The chemist (DP)</a:t>
            </a:r>
            <a:endParaRPr sz="1500" u="sng">
              <a:solidFill>
                <a:srgbClr val="FFFF00"/>
              </a:solidFill>
            </a:endParaRPr>
          </a:p>
          <a:p>
            <a:pPr indent="-323850" lvl="0" marL="914400" rtl="0" algn="l">
              <a:lnSpc>
                <a:spcPct val="100000"/>
              </a:lnSpc>
              <a:spcBef>
                <a:spcPts val="0"/>
              </a:spcBef>
              <a:spcAft>
                <a:spcPts val="0"/>
              </a:spcAft>
              <a:buSzPts val="1500"/>
              <a:buChar char="●"/>
            </a:pPr>
            <a:r>
              <a:rPr lang="en" sz="1500"/>
              <a:t>The aim was to minimize cost of chemical reaction.The question was very lengthy and difficult and due to shortage of time I was able to run it partially (13/20 test cases).</a:t>
            </a:r>
            <a:endParaRPr sz="1500"/>
          </a:p>
          <a:p>
            <a:pPr indent="-323850" lvl="0" marL="914400" rtl="0" algn="l">
              <a:lnSpc>
                <a:spcPct val="100000"/>
              </a:lnSpc>
              <a:spcBef>
                <a:spcPts val="0"/>
              </a:spcBef>
              <a:spcAft>
                <a:spcPts val="0"/>
              </a:spcAft>
              <a:buSzPts val="1500"/>
              <a:buChar char="●"/>
            </a:pPr>
            <a:r>
              <a:rPr lang="en" sz="1500"/>
              <a:t>Have a regular hands-on on Coding and Logic building </a:t>
            </a:r>
            <a:endParaRPr sz="1500"/>
          </a:p>
          <a:p>
            <a:pPr indent="-323850" lvl="0" marL="914400" rtl="0" algn="l">
              <a:lnSpc>
                <a:spcPct val="100000"/>
              </a:lnSpc>
              <a:spcBef>
                <a:spcPts val="0"/>
              </a:spcBef>
              <a:spcAft>
                <a:spcPts val="0"/>
              </a:spcAft>
              <a:buSzPts val="1500"/>
              <a:buChar char="●"/>
            </a:pPr>
            <a:r>
              <a:rPr lang="en" sz="1500"/>
              <a:t>Practice questions on - hackerrank,leetcode,codechef will help you to deal with difficult questions as well.</a:t>
            </a:r>
            <a:endParaRPr sz="1500"/>
          </a:p>
          <a:p>
            <a:pPr indent="0" lvl="0" marL="0" rtl="0" algn="l">
              <a:lnSpc>
                <a:spcPct val="100000"/>
              </a:lnSpc>
              <a:spcBef>
                <a:spcPts val="0"/>
              </a:spcBef>
              <a:spcAft>
                <a:spcPts val="0"/>
              </a:spcAft>
              <a:buNone/>
            </a:pPr>
            <a:r>
              <a:rPr lang="en" sz="1500"/>
              <a:t>Result of round 1 was announced on 4th of Aug 2022</a:t>
            </a:r>
            <a:endParaRPr sz="1500"/>
          </a:p>
          <a:p>
            <a:pPr indent="0" lvl="0" marL="457200" rtl="0" algn="l">
              <a:lnSpc>
                <a:spcPct val="100000"/>
              </a:lnSpc>
              <a:spcBef>
                <a:spcPts val="0"/>
              </a:spcBef>
              <a:spcAft>
                <a:spcPts val="0"/>
              </a:spcAft>
              <a:buSzPts val="1300"/>
              <a:buNone/>
            </a:pPr>
            <a:r>
              <a:t/>
            </a:r>
            <a:endParaRPr sz="1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4"/>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en"/>
              <a:t>Experience of Disha Raghani</a:t>
            </a:r>
            <a:endParaRPr>
              <a:latin typeface="Times New Roman"/>
              <a:ea typeface="Times New Roman"/>
              <a:cs typeface="Times New Roman"/>
              <a:sym typeface="Times New Roman"/>
            </a:endParaRPr>
          </a:p>
        </p:txBody>
      </p:sp>
      <p:sp>
        <p:nvSpPr>
          <p:cNvPr id="501" name="Google Shape;501;p34"/>
          <p:cNvSpPr txBox="1"/>
          <p:nvPr>
            <p:ph idx="1" type="body"/>
          </p:nvPr>
        </p:nvSpPr>
        <p:spPr>
          <a:xfrm>
            <a:off x="1297500" y="1307850"/>
            <a:ext cx="7038900" cy="333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
                <a:latin typeface="Share Tech"/>
                <a:ea typeface="Share Tech"/>
                <a:cs typeface="Share Tech"/>
                <a:sym typeface="Share Tech"/>
              </a:rPr>
              <a:t>Round 2 (16th of August 2022)</a:t>
            </a:r>
            <a:endParaRPr>
              <a:latin typeface="Share Tech"/>
              <a:ea typeface="Share Tech"/>
              <a:cs typeface="Share Tech"/>
              <a:sym typeface="Share Tech"/>
            </a:endParaRPr>
          </a:p>
          <a:p>
            <a:pPr indent="-298450" lvl="0" marL="457200" rtl="0" algn="l">
              <a:lnSpc>
                <a:spcPct val="115000"/>
              </a:lnSpc>
              <a:spcBef>
                <a:spcPts val="0"/>
              </a:spcBef>
              <a:spcAft>
                <a:spcPts val="0"/>
              </a:spcAft>
              <a:buSzPts val="1100"/>
              <a:buChar char="●"/>
            </a:pPr>
            <a:r>
              <a:rPr lang="en" sz="1600"/>
              <a:t>Interview was held on MS Teams Platform</a:t>
            </a:r>
            <a:endParaRPr sz="1600"/>
          </a:p>
          <a:p>
            <a:pPr indent="-298450" lvl="0" marL="457200" rtl="0" algn="l">
              <a:lnSpc>
                <a:spcPct val="115000"/>
              </a:lnSpc>
              <a:spcBef>
                <a:spcPts val="0"/>
              </a:spcBef>
              <a:spcAft>
                <a:spcPts val="0"/>
              </a:spcAft>
              <a:buClr>
                <a:srgbClr val="FFFF00"/>
              </a:buClr>
              <a:buSzPts val="1100"/>
              <a:buChar char="❖"/>
            </a:pPr>
            <a:r>
              <a:rPr lang="en" sz="1600" u="sng">
                <a:solidFill>
                  <a:srgbClr val="FFFF00"/>
                </a:solidFill>
              </a:rPr>
              <a:t>Section 1 : HR and Resume based questions</a:t>
            </a:r>
            <a:endParaRPr sz="1600" u="sng">
              <a:solidFill>
                <a:srgbClr val="FFFF00"/>
              </a:solidFill>
            </a:endParaRPr>
          </a:p>
          <a:p>
            <a:pPr indent="0" lvl="0" marL="0" rtl="0" algn="l">
              <a:lnSpc>
                <a:spcPct val="115000"/>
              </a:lnSpc>
              <a:spcBef>
                <a:spcPts val="0"/>
              </a:spcBef>
              <a:spcAft>
                <a:spcPts val="0"/>
              </a:spcAft>
              <a:buNone/>
            </a:pPr>
            <a:r>
              <a:rPr lang="en" sz="1600"/>
              <a:t>It started with introducing myself followed by what all I did during my lockdown period (How you utilized your lockdown from Educational and technical POV).What do I know about Barclays (Prior to your interview visit Barclays Official website to know about them also include points they mention in PPT about Barclays).My interviewer then asked me various questions on my project mentioned in resume and also asked me to share my screen to show demonstration of one of them which she found interesting (Keep your projects handy and in working state).I was been cross-questioned on the tech-stack I used and what alternates I can use.</a:t>
            </a:r>
            <a:endParaRPr sz="1600"/>
          </a:p>
          <a:p>
            <a:pPr indent="0" lvl="0" marL="0" rtl="0" algn="l">
              <a:lnSpc>
                <a:spcPct val="100000"/>
              </a:lnSpc>
              <a:spcBef>
                <a:spcPts val="0"/>
              </a:spcBef>
              <a:spcAft>
                <a:spcPts val="0"/>
              </a:spcAft>
              <a:buNone/>
            </a:pPr>
            <a:r>
              <a:t/>
            </a:r>
            <a:endParaRPr>
              <a:latin typeface="Times New Roman"/>
              <a:ea typeface="Times New Roman"/>
              <a:cs typeface="Times New Roman"/>
              <a:sym typeface="Times New Roman"/>
            </a:endParaRPr>
          </a:p>
          <a:p>
            <a:pPr indent="0" lvl="0" marL="914400" rtl="0" algn="l">
              <a:lnSpc>
                <a:spcPct val="100000"/>
              </a:lnSpc>
              <a:spcBef>
                <a:spcPts val="0"/>
              </a:spcBef>
              <a:spcAft>
                <a:spcPts val="0"/>
              </a:spcAft>
              <a:buNone/>
            </a:pPr>
            <a:r>
              <a:t/>
            </a:r>
            <a:endParaRPr sz="1600">
              <a:latin typeface="Times New Roman"/>
              <a:ea typeface="Times New Roman"/>
              <a:cs typeface="Times New Roman"/>
              <a:sym typeface="Times New Roman"/>
            </a:endParaRPr>
          </a:p>
          <a:p>
            <a:pPr indent="0" lvl="0" marL="457200" rtl="0" algn="l">
              <a:lnSpc>
                <a:spcPct val="100000"/>
              </a:lnSpc>
              <a:spcBef>
                <a:spcPts val="0"/>
              </a:spcBef>
              <a:spcAft>
                <a:spcPts val="0"/>
              </a:spcAft>
              <a:buNone/>
            </a:pPr>
            <a:r>
              <a:t/>
            </a:r>
            <a:endParaRPr sz="1600">
              <a:latin typeface="Times New Roman"/>
              <a:ea typeface="Times New Roman"/>
              <a:cs typeface="Times New Roman"/>
              <a:sym typeface="Times New Roman"/>
            </a:endParaRPr>
          </a:p>
          <a:p>
            <a:pPr indent="0" lvl="0" marL="0" rtl="0" algn="l">
              <a:lnSpc>
                <a:spcPct val="100000"/>
              </a:lnSpc>
              <a:spcBef>
                <a:spcPts val="0"/>
              </a:spcBef>
              <a:spcAft>
                <a:spcPts val="0"/>
              </a:spcAft>
              <a:buSzPts val="1300"/>
              <a:buNone/>
            </a:pPr>
            <a:r>
              <a:t/>
            </a:r>
            <a:endParaRPr sz="1600">
              <a:latin typeface="Times New Roman"/>
              <a:ea typeface="Times New Roman"/>
              <a:cs typeface="Times New Roman"/>
              <a:sym typeface="Times New Roman"/>
            </a:endParaRPr>
          </a:p>
          <a:p>
            <a:pPr indent="0" lvl="0" marL="0" rtl="0" algn="l">
              <a:lnSpc>
                <a:spcPct val="100000"/>
              </a:lnSpc>
              <a:spcBef>
                <a:spcPts val="0"/>
              </a:spcBef>
              <a:spcAft>
                <a:spcPts val="0"/>
              </a:spcAft>
              <a:buSzPts val="1300"/>
              <a:buNone/>
            </a:pPr>
            <a:r>
              <a:t/>
            </a:r>
            <a:endParaRPr sz="16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35"/>
          <p:cNvSpPr txBox="1"/>
          <p:nvPr>
            <p:ph idx="1" type="body"/>
          </p:nvPr>
        </p:nvSpPr>
        <p:spPr>
          <a:xfrm>
            <a:off x="1297500" y="1116150"/>
            <a:ext cx="7038900" cy="37098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FFFF00"/>
              </a:buClr>
              <a:buSzPts val="1500"/>
              <a:buChar char="❖"/>
            </a:pPr>
            <a:r>
              <a:rPr lang="en" sz="1500" u="sng">
                <a:solidFill>
                  <a:srgbClr val="FFFF00"/>
                </a:solidFill>
              </a:rPr>
              <a:t>Section 2 : Situational based questions</a:t>
            </a:r>
            <a:endParaRPr sz="1500" u="sng">
              <a:solidFill>
                <a:srgbClr val="FFFF00"/>
              </a:solidFill>
            </a:endParaRPr>
          </a:p>
          <a:p>
            <a:pPr indent="0" lvl="0" marL="0" rtl="0" algn="l">
              <a:lnSpc>
                <a:spcPct val="115000"/>
              </a:lnSpc>
              <a:spcBef>
                <a:spcPts val="0"/>
              </a:spcBef>
              <a:spcAft>
                <a:spcPts val="0"/>
              </a:spcAft>
              <a:buNone/>
            </a:pPr>
            <a:r>
              <a:rPr lang="en" sz="1500"/>
              <a:t>The main aim here to see if you are a best candidate try to give answers with respect to RISES( Respect , Integrity , Service , Excellence and Stewardship) the core values on which Barclays work </a:t>
            </a:r>
            <a:endParaRPr sz="1500"/>
          </a:p>
          <a:p>
            <a:pPr indent="0" lvl="0" marL="0" rtl="0" algn="l">
              <a:lnSpc>
                <a:spcPct val="115000"/>
              </a:lnSpc>
              <a:spcBef>
                <a:spcPts val="0"/>
              </a:spcBef>
              <a:spcAft>
                <a:spcPts val="0"/>
              </a:spcAft>
              <a:buNone/>
            </a:pPr>
            <a:r>
              <a:rPr lang="en" sz="1500"/>
              <a:t>Eg of question asked - 1.What would you do if your team member is not working up to point and you are supposed to deliver the product shortly</a:t>
            </a:r>
            <a:endParaRPr sz="1500"/>
          </a:p>
          <a:p>
            <a:pPr indent="-323850" lvl="0" marL="457200" rtl="0" algn="l">
              <a:lnSpc>
                <a:spcPct val="115000"/>
              </a:lnSpc>
              <a:spcBef>
                <a:spcPts val="0"/>
              </a:spcBef>
              <a:spcAft>
                <a:spcPts val="0"/>
              </a:spcAft>
              <a:buClr>
                <a:srgbClr val="FFFF00"/>
              </a:buClr>
              <a:buSzPts val="1500"/>
              <a:buChar char="❖"/>
            </a:pPr>
            <a:r>
              <a:rPr lang="en" sz="1500" u="sng">
                <a:solidFill>
                  <a:srgbClr val="FFFF00"/>
                </a:solidFill>
              </a:rPr>
              <a:t>Section 3: Technical questions</a:t>
            </a:r>
            <a:endParaRPr sz="1500" u="sng">
              <a:solidFill>
                <a:srgbClr val="FFFF00"/>
              </a:solidFill>
            </a:endParaRPr>
          </a:p>
          <a:p>
            <a:pPr indent="0" lvl="0" marL="0" rtl="0" algn="l">
              <a:lnSpc>
                <a:spcPct val="115000"/>
              </a:lnSpc>
              <a:spcBef>
                <a:spcPts val="0"/>
              </a:spcBef>
              <a:spcAft>
                <a:spcPts val="0"/>
              </a:spcAft>
              <a:buNone/>
            </a:pPr>
            <a:r>
              <a:rPr lang="en" sz="1500"/>
              <a:t>Various questions on DBMS and SQL queries were asked, Followed by Cloud Computing ,Advantages of CC and why to use CC over DBMS ,Somes basics of Cryptography, And lastly on DS (Linked list , queues and arrays).My interview was for about 30-40 minutes. Finally she asked me if I have any questions?Always ask 1 -2 questions in the end and try to ask question which makes interviewer feel that you are excited for the role.</a:t>
            </a:r>
            <a:endParaRPr sz="1500"/>
          </a:p>
          <a:p>
            <a:pPr indent="0" lvl="0" marL="0" rtl="0" algn="l">
              <a:lnSpc>
                <a:spcPct val="115000"/>
              </a:lnSpc>
              <a:spcBef>
                <a:spcPts val="0"/>
              </a:spcBef>
              <a:spcAft>
                <a:spcPts val="0"/>
              </a:spcAft>
              <a:buNone/>
            </a:pPr>
            <a:r>
              <a:t/>
            </a:r>
            <a:endParaRPr sz="1500"/>
          </a:p>
          <a:p>
            <a:pPr indent="0" lvl="0" marL="0" rtl="0" algn="ctr">
              <a:lnSpc>
                <a:spcPct val="115000"/>
              </a:lnSpc>
              <a:spcBef>
                <a:spcPts val="0"/>
              </a:spcBef>
              <a:spcAft>
                <a:spcPts val="0"/>
              </a:spcAft>
              <a:buNone/>
            </a:pPr>
            <a:r>
              <a:rPr lang="en" sz="1500"/>
              <a:t>Final result was announced on 17th of August </a:t>
            </a:r>
            <a:endParaRPr sz="1500"/>
          </a:p>
        </p:txBody>
      </p:sp>
      <p:sp>
        <p:nvSpPr>
          <p:cNvPr id="507" name="Google Shape;507;p3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a:t>Experience of Disha Raghani</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36"/>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2400"/>
              <a:buNone/>
            </a:pPr>
            <a:r>
              <a:rPr lang="en"/>
              <a:t>Experience of Disha Raghani - TIPS</a:t>
            </a:r>
            <a:endParaRPr/>
          </a:p>
        </p:txBody>
      </p:sp>
      <p:sp>
        <p:nvSpPr>
          <p:cNvPr id="513" name="Google Shape;513;p36"/>
          <p:cNvSpPr txBox="1"/>
          <p:nvPr>
            <p:ph idx="1" type="body"/>
          </p:nvPr>
        </p:nvSpPr>
        <p:spPr>
          <a:xfrm>
            <a:off x="1124000" y="935775"/>
            <a:ext cx="7143900" cy="39660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SzPts val="1600"/>
              <a:buChar char="❏"/>
            </a:pPr>
            <a:r>
              <a:rPr lang="en" sz="1600"/>
              <a:t> </a:t>
            </a:r>
            <a:r>
              <a:rPr lang="en" sz="1600"/>
              <a:t>Don't lie in your resume because there can be various questions about the project and internships mentioned</a:t>
            </a:r>
            <a:endParaRPr sz="1600"/>
          </a:p>
          <a:p>
            <a:pPr indent="-330200" lvl="0" marL="457200" rtl="0" algn="l">
              <a:lnSpc>
                <a:spcPct val="150000"/>
              </a:lnSpc>
              <a:spcBef>
                <a:spcPts val="0"/>
              </a:spcBef>
              <a:spcAft>
                <a:spcPts val="0"/>
              </a:spcAft>
              <a:buSzPts val="1600"/>
              <a:buChar char="❏"/>
            </a:pPr>
            <a:r>
              <a:rPr lang="en" sz="1600"/>
              <a:t> In online mode of interview keep your projects handy</a:t>
            </a:r>
            <a:endParaRPr sz="1600"/>
          </a:p>
          <a:p>
            <a:pPr indent="-330200" lvl="0" marL="457200" rtl="0" algn="l">
              <a:lnSpc>
                <a:spcPct val="150000"/>
              </a:lnSpc>
              <a:spcBef>
                <a:spcPts val="0"/>
              </a:spcBef>
              <a:spcAft>
                <a:spcPts val="0"/>
              </a:spcAft>
              <a:buSzPts val="1600"/>
              <a:buChar char="❏"/>
            </a:pPr>
            <a:r>
              <a:rPr lang="en" sz="1600"/>
              <a:t> Try to emphasize more on RISES in situational and HR questions </a:t>
            </a:r>
            <a:endParaRPr sz="1600"/>
          </a:p>
          <a:p>
            <a:pPr indent="-330200" lvl="0" marL="457200" rtl="0" algn="l">
              <a:lnSpc>
                <a:spcPct val="150000"/>
              </a:lnSpc>
              <a:spcBef>
                <a:spcPts val="0"/>
              </a:spcBef>
              <a:spcAft>
                <a:spcPts val="0"/>
              </a:spcAft>
              <a:buSzPts val="1600"/>
              <a:buChar char="❏"/>
            </a:pPr>
            <a:r>
              <a:rPr lang="en" sz="1600"/>
              <a:t> Listen carefully to PPT jot down all the imp points . Visit Barclays official page before interview</a:t>
            </a:r>
            <a:endParaRPr sz="1600"/>
          </a:p>
          <a:p>
            <a:pPr indent="-330200" lvl="0" marL="457200" rtl="0" algn="l">
              <a:lnSpc>
                <a:spcPct val="150000"/>
              </a:lnSpc>
              <a:spcBef>
                <a:spcPts val="0"/>
              </a:spcBef>
              <a:spcAft>
                <a:spcPts val="0"/>
              </a:spcAft>
              <a:buSzPts val="1600"/>
              <a:buChar char="❏"/>
            </a:pPr>
            <a:r>
              <a:rPr lang="en" sz="1600"/>
              <a:t> Practice as much coding and technical mcqs since it is only the key to interview </a:t>
            </a:r>
            <a:endParaRPr sz="1600"/>
          </a:p>
          <a:p>
            <a:pPr indent="-330200" lvl="0" marL="457200" rtl="0" algn="l">
              <a:lnSpc>
                <a:spcPct val="150000"/>
              </a:lnSpc>
              <a:spcBef>
                <a:spcPts val="0"/>
              </a:spcBef>
              <a:spcAft>
                <a:spcPts val="0"/>
              </a:spcAft>
              <a:buSzPts val="1600"/>
              <a:buChar char="❏"/>
            </a:pPr>
            <a:r>
              <a:rPr lang="en" sz="1600"/>
              <a:t> Lastly time management to clear Round 1 . Don’t spend too much time to solve 50 marks questions. Focus more on attempting mcqs correctly.</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37"/>
          <p:cNvSpPr txBox="1"/>
          <p:nvPr>
            <p:ph type="title"/>
          </p:nvPr>
        </p:nvSpPr>
        <p:spPr>
          <a:xfrm>
            <a:off x="1297500" y="1884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Experience of Aashish Nair</a:t>
            </a:r>
            <a:endParaRPr/>
          </a:p>
        </p:txBody>
      </p:sp>
      <p:sp>
        <p:nvSpPr>
          <p:cNvPr id="519" name="Google Shape;519;p37"/>
          <p:cNvSpPr txBox="1"/>
          <p:nvPr>
            <p:ph idx="1" type="body"/>
          </p:nvPr>
        </p:nvSpPr>
        <p:spPr>
          <a:xfrm>
            <a:off x="1297500" y="720475"/>
            <a:ext cx="7038900" cy="413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Round 1 (29th July 2022):</a:t>
            </a:r>
            <a:endParaRPr sz="1400"/>
          </a:p>
          <a:p>
            <a:pPr indent="-317500" lvl="0" marL="457200" rtl="0" algn="l">
              <a:lnSpc>
                <a:spcPct val="100000"/>
              </a:lnSpc>
              <a:spcBef>
                <a:spcPts val="0"/>
              </a:spcBef>
              <a:spcAft>
                <a:spcPts val="0"/>
              </a:spcAft>
              <a:buSzPts val="1400"/>
              <a:buChar char="●"/>
            </a:pPr>
            <a:r>
              <a:rPr lang="en" sz="1400"/>
              <a:t>Section B : comprised of 2 coding questions of 20 and 50 marks respectively. They were as follows:</a:t>
            </a:r>
            <a:endParaRPr sz="1400"/>
          </a:p>
          <a:p>
            <a:pPr indent="-317500" lvl="1" marL="914400" rtl="0" algn="l">
              <a:lnSpc>
                <a:spcPct val="100000"/>
              </a:lnSpc>
              <a:spcBef>
                <a:spcPts val="1600"/>
              </a:spcBef>
              <a:spcAft>
                <a:spcPts val="0"/>
              </a:spcAft>
              <a:buSzPts val="1400"/>
              <a:buChar char="○"/>
            </a:pPr>
            <a:r>
              <a:rPr lang="en" sz="1400" u="sng">
                <a:solidFill>
                  <a:srgbClr val="FFFF00"/>
                </a:solidFill>
                <a:hlinkClick r:id="rId3">
                  <a:extLst>
                    <a:ext uri="{A12FA001-AC4F-418D-AE19-62706E023703}">
                      <ahyp:hlinkClr val="tx"/>
                    </a:ext>
                  </a:extLst>
                </a:hlinkClick>
              </a:rPr>
              <a:t>Calculated Cost</a:t>
            </a:r>
            <a:r>
              <a:rPr lang="en" sz="1400">
                <a:solidFill>
                  <a:srgbClr val="FFFF00"/>
                </a:solidFill>
              </a:rPr>
              <a:t> problem:</a:t>
            </a:r>
            <a:r>
              <a:rPr lang="en" sz="1400"/>
              <a:t> This problem was of 20 marks in this you are given prices of N items, you need to remember all the distinct prices but the problem is you can only remember at most k distinct prices and if there are still items left to remember you need to pay $X for it. So main task was to calculate cost for each test cases. (Hint: Hashmap).</a:t>
            </a:r>
            <a:endParaRPr sz="1400"/>
          </a:p>
          <a:p>
            <a:pPr indent="-317500" lvl="1" marL="914400" rtl="0" algn="l">
              <a:lnSpc>
                <a:spcPct val="100000"/>
              </a:lnSpc>
              <a:spcBef>
                <a:spcPts val="1600"/>
              </a:spcBef>
              <a:spcAft>
                <a:spcPts val="0"/>
              </a:spcAft>
              <a:buSzPts val="1400"/>
              <a:buChar char="○"/>
            </a:pPr>
            <a:r>
              <a:rPr lang="en" sz="1400"/>
              <a:t>50 marks question was to find the maximum prime substring of a given string.I was able to solve 19/20 test cases but had failed for a simple edge case (Hint: it's a combination of finding prime integer problem and generating subsequence problem of backtracking).</a:t>
            </a:r>
            <a:endParaRPr sz="1400"/>
          </a:p>
          <a:p>
            <a:pPr indent="-317500" lvl="0" marL="457200" rtl="0" algn="l">
              <a:lnSpc>
                <a:spcPct val="100000"/>
              </a:lnSpc>
              <a:spcBef>
                <a:spcPts val="0"/>
              </a:spcBef>
              <a:spcAft>
                <a:spcPts val="0"/>
              </a:spcAft>
              <a:buSzPts val="1400"/>
              <a:buChar char="●"/>
            </a:pPr>
            <a:r>
              <a:rPr lang="en" sz="1400"/>
              <a:t>Practicing problems from leetcode and gfg are enough to crack these coding questions.</a:t>
            </a:r>
            <a:endParaRPr sz="1400"/>
          </a:p>
          <a:p>
            <a:pPr indent="-317500" lvl="0" marL="457200" rtl="0" algn="l">
              <a:lnSpc>
                <a:spcPct val="100000"/>
              </a:lnSpc>
              <a:spcBef>
                <a:spcPts val="0"/>
              </a:spcBef>
              <a:spcAft>
                <a:spcPts val="0"/>
              </a:spcAft>
              <a:buSzPts val="1400"/>
              <a:buChar char="●"/>
            </a:pPr>
            <a:r>
              <a:rPr lang="en" sz="1400"/>
              <a:t>If you are stuck in a coding problem and you don't know a way out of it always try running the brute force approach as there will always be 50% or more test cases that would pass in brute force approach and you could still get the partial marks for it.</a:t>
            </a:r>
            <a:endParaRPr sz="1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38"/>
          <p:cNvSpPr txBox="1"/>
          <p:nvPr>
            <p:ph idx="1" type="body"/>
          </p:nvPr>
        </p:nvSpPr>
        <p:spPr>
          <a:xfrm>
            <a:off x="1113800" y="136625"/>
            <a:ext cx="7038900" cy="4798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2000">
                <a:latin typeface="Share Tech"/>
                <a:ea typeface="Share Tech"/>
                <a:cs typeface="Share Tech"/>
                <a:sym typeface="Share Tech"/>
              </a:rPr>
              <a:t>Round 2: Technical + HR round (16th of August 2022)</a:t>
            </a:r>
            <a:endParaRPr sz="2000">
              <a:latin typeface="Share Tech"/>
              <a:ea typeface="Share Tech"/>
              <a:cs typeface="Share Tech"/>
              <a:sym typeface="Share Tech"/>
            </a:endParaRPr>
          </a:p>
          <a:p>
            <a:pPr indent="0" lvl="0" marL="0" rtl="0" algn="l">
              <a:lnSpc>
                <a:spcPct val="100000"/>
              </a:lnSpc>
              <a:spcBef>
                <a:spcPts val="0"/>
              </a:spcBef>
              <a:spcAft>
                <a:spcPts val="0"/>
              </a:spcAft>
              <a:buClr>
                <a:srgbClr val="000000"/>
              </a:buClr>
              <a:buSzPts val="1300"/>
              <a:buFont typeface="Arial"/>
              <a:buNone/>
            </a:pPr>
            <a:r>
              <a:t/>
            </a:r>
            <a:endParaRPr sz="1600">
              <a:latin typeface="Times New Roman"/>
              <a:ea typeface="Times New Roman"/>
              <a:cs typeface="Times New Roman"/>
              <a:sym typeface="Times New Roman"/>
            </a:endParaRPr>
          </a:p>
          <a:p>
            <a:pPr indent="0" lvl="0" marL="0" rtl="0" algn="l">
              <a:lnSpc>
                <a:spcPct val="100000"/>
              </a:lnSpc>
              <a:spcBef>
                <a:spcPts val="0"/>
              </a:spcBef>
              <a:spcAft>
                <a:spcPts val="0"/>
              </a:spcAft>
              <a:buClr>
                <a:srgbClr val="000000"/>
              </a:buClr>
              <a:buSzPts val="1300"/>
              <a:buFont typeface="Arial"/>
              <a:buNone/>
            </a:pPr>
            <a:r>
              <a:t/>
            </a:r>
            <a:endParaRPr sz="1600">
              <a:latin typeface="Times New Roman"/>
              <a:ea typeface="Times New Roman"/>
              <a:cs typeface="Times New Roman"/>
              <a:sym typeface="Times New Roman"/>
            </a:endParaRPr>
          </a:p>
          <a:p>
            <a:pPr indent="-298450" lvl="0" marL="457200" rtl="0" algn="l">
              <a:lnSpc>
                <a:spcPct val="120000"/>
              </a:lnSpc>
              <a:spcBef>
                <a:spcPts val="0"/>
              </a:spcBef>
              <a:spcAft>
                <a:spcPts val="0"/>
              </a:spcAft>
              <a:buSzPts val="1100"/>
              <a:buChar char="●"/>
            </a:pPr>
            <a:r>
              <a:rPr lang="en" sz="1600"/>
              <a:t>Interview was held on MS teams Platform</a:t>
            </a:r>
            <a:endParaRPr sz="1600"/>
          </a:p>
          <a:p>
            <a:pPr indent="-298450" lvl="0" marL="457200" rtl="0" algn="l">
              <a:lnSpc>
                <a:spcPct val="120000"/>
              </a:lnSpc>
              <a:spcBef>
                <a:spcPts val="0"/>
              </a:spcBef>
              <a:spcAft>
                <a:spcPts val="0"/>
              </a:spcAft>
              <a:buSzPts val="1100"/>
              <a:buChar char="●"/>
            </a:pPr>
            <a:r>
              <a:rPr lang="en" sz="1600"/>
              <a:t>My interview was mostly a technical interview and didn't consist of any behavioral or situational based questions.</a:t>
            </a:r>
            <a:endParaRPr sz="1600"/>
          </a:p>
          <a:p>
            <a:pPr indent="-298450" lvl="0" marL="457200" rtl="0" algn="l">
              <a:lnSpc>
                <a:spcPct val="120000"/>
              </a:lnSpc>
              <a:spcBef>
                <a:spcPts val="0"/>
              </a:spcBef>
              <a:spcAft>
                <a:spcPts val="0"/>
              </a:spcAft>
              <a:buSzPts val="1100"/>
              <a:buChar char="●"/>
            </a:pPr>
            <a:r>
              <a:rPr lang="en" sz="1600"/>
              <a:t>My interviewer mostly asked questions related to topics like CN, Computer graphics, file handling etc.</a:t>
            </a:r>
            <a:endParaRPr sz="1600"/>
          </a:p>
          <a:p>
            <a:pPr indent="-298450" lvl="0" marL="457200" rtl="0" algn="l">
              <a:lnSpc>
                <a:spcPct val="120000"/>
              </a:lnSpc>
              <a:spcBef>
                <a:spcPts val="0"/>
              </a:spcBef>
              <a:spcAft>
                <a:spcPts val="0"/>
              </a:spcAft>
              <a:buSzPts val="1100"/>
              <a:buChar char="●"/>
            </a:pPr>
            <a:r>
              <a:rPr lang="en" sz="1600"/>
              <a:t>For me the interview comprised of only file handling questions.</a:t>
            </a:r>
            <a:endParaRPr sz="1600"/>
          </a:p>
          <a:p>
            <a:pPr indent="-298450" lvl="0" marL="457200" rtl="0" algn="l">
              <a:lnSpc>
                <a:spcPct val="120000"/>
              </a:lnSpc>
              <a:spcBef>
                <a:spcPts val="0"/>
              </a:spcBef>
              <a:spcAft>
                <a:spcPts val="0"/>
              </a:spcAft>
              <a:buSzPts val="1100"/>
              <a:buChar char="●"/>
            </a:pPr>
            <a:r>
              <a:rPr lang="en" sz="1600"/>
              <a:t>He asked me to write and algorithm to count the number of lines and words in a file with whatever language I was comfortable in (I choose python as it was very easy to handle files in python).</a:t>
            </a:r>
            <a:endParaRPr sz="1600"/>
          </a:p>
          <a:p>
            <a:pPr indent="-298450" lvl="0" marL="457200" rtl="0" algn="l">
              <a:lnSpc>
                <a:spcPct val="120000"/>
              </a:lnSpc>
              <a:spcBef>
                <a:spcPts val="0"/>
              </a:spcBef>
              <a:spcAft>
                <a:spcPts val="0"/>
              </a:spcAft>
              <a:buSzPts val="1100"/>
              <a:buChar char="●"/>
            </a:pPr>
            <a:r>
              <a:rPr lang="en" sz="1600"/>
              <a:t>He asked me the time complexity and space complexity of the above problem.</a:t>
            </a:r>
            <a:endParaRPr sz="1600"/>
          </a:p>
          <a:p>
            <a:pPr indent="0" lvl="0" marL="0" rtl="0" algn="l">
              <a:spcBef>
                <a:spcPts val="0"/>
              </a:spcBef>
              <a:spcAft>
                <a:spcPts val="0"/>
              </a:spcAft>
              <a:buNone/>
            </a:pPr>
            <a:r>
              <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39"/>
          <p:cNvSpPr txBox="1"/>
          <p:nvPr>
            <p:ph idx="1" type="body"/>
          </p:nvPr>
        </p:nvSpPr>
        <p:spPr>
          <a:xfrm>
            <a:off x="1113800" y="136625"/>
            <a:ext cx="7038900" cy="4798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2000">
                <a:latin typeface="Share Tech"/>
                <a:ea typeface="Share Tech"/>
                <a:cs typeface="Share Tech"/>
                <a:sym typeface="Share Tech"/>
              </a:rPr>
              <a:t>Round 2: Technical + HR round (16th of August 2022)</a:t>
            </a:r>
            <a:endParaRPr sz="2000">
              <a:latin typeface="Share Tech"/>
              <a:ea typeface="Share Tech"/>
              <a:cs typeface="Share Tech"/>
              <a:sym typeface="Share Tech"/>
            </a:endParaRPr>
          </a:p>
          <a:p>
            <a:pPr indent="0" lvl="0" marL="0" rtl="0" algn="l">
              <a:lnSpc>
                <a:spcPct val="100000"/>
              </a:lnSpc>
              <a:spcBef>
                <a:spcPts val="0"/>
              </a:spcBef>
              <a:spcAft>
                <a:spcPts val="0"/>
              </a:spcAft>
              <a:buClr>
                <a:srgbClr val="000000"/>
              </a:buClr>
              <a:buSzPts val="1300"/>
              <a:buFont typeface="Arial"/>
              <a:buNone/>
            </a:pPr>
            <a:r>
              <a:t/>
            </a:r>
            <a:endParaRPr sz="1600">
              <a:latin typeface="Times New Roman"/>
              <a:ea typeface="Times New Roman"/>
              <a:cs typeface="Times New Roman"/>
              <a:sym typeface="Times New Roman"/>
            </a:endParaRPr>
          </a:p>
          <a:p>
            <a:pPr indent="0" lvl="0" marL="0" rtl="0" algn="l">
              <a:lnSpc>
                <a:spcPct val="100000"/>
              </a:lnSpc>
              <a:spcBef>
                <a:spcPts val="0"/>
              </a:spcBef>
              <a:spcAft>
                <a:spcPts val="0"/>
              </a:spcAft>
              <a:buClr>
                <a:srgbClr val="000000"/>
              </a:buClr>
              <a:buSzPts val="1300"/>
              <a:buFont typeface="Arial"/>
              <a:buNone/>
            </a:pPr>
            <a:r>
              <a:t/>
            </a:r>
            <a:endParaRPr sz="1600">
              <a:latin typeface="Times New Roman"/>
              <a:ea typeface="Times New Roman"/>
              <a:cs typeface="Times New Roman"/>
              <a:sym typeface="Times New Roman"/>
            </a:endParaRPr>
          </a:p>
          <a:p>
            <a:pPr indent="-298450" lvl="0" marL="457200" rtl="0" algn="l">
              <a:lnSpc>
                <a:spcPct val="120000"/>
              </a:lnSpc>
              <a:spcBef>
                <a:spcPts val="0"/>
              </a:spcBef>
              <a:spcAft>
                <a:spcPts val="0"/>
              </a:spcAft>
              <a:buSzPts val="1100"/>
              <a:buChar char="●"/>
            </a:pPr>
            <a:r>
              <a:rPr lang="en" sz="1600"/>
              <a:t>Then he asked me about simple read and write operation in file using the chosen language (python).</a:t>
            </a:r>
            <a:endParaRPr sz="1600"/>
          </a:p>
          <a:p>
            <a:pPr indent="-298450" lvl="0" marL="457200" rtl="0" algn="l">
              <a:lnSpc>
                <a:spcPct val="120000"/>
              </a:lnSpc>
              <a:spcBef>
                <a:spcPts val="0"/>
              </a:spcBef>
              <a:spcAft>
                <a:spcPts val="0"/>
              </a:spcAft>
              <a:buSzPts val="1100"/>
              <a:buChar char="●"/>
            </a:pPr>
            <a:r>
              <a:rPr lang="en" sz="1600"/>
              <a:t>My interviewer also asked me about handling the stopwords (like , . etc.) in a file with its time and space complexity.</a:t>
            </a:r>
            <a:endParaRPr sz="1600"/>
          </a:p>
          <a:p>
            <a:pPr indent="-298450" lvl="0" marL="457200" rtl="0" algn="l">
              <a:lnSpc>
                <a:spcPct val="120000"/>
              </a:lnSpc>
              <a:spcBef>
                <a:spcPts val="0"/>
              </a:spcBef>
              <a:spcAft>
                <a:spcPts val="0"/>
              </a:spcAft>
              <a:buSzPts val="1100"/>
              <a:buChar char="●"/>
            </a:pPr>
            <a:r>
              <a:rPr lang="en" sz="1600"/>
              <a:t>Finally he asked me if I had any questions so I asked him if there were currently any projects that involved ML practices (I asked this because I had mostly worked on ML projects and wanted to know if I would get any experiences here in Barclays) and he was nice enough to give me some details related to it.</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40"/>
          <p:cNvSpPr txBox="1"/>
          <p:nvPr>
            <p:ph type="title"/>
          </p:nvPr>
        </p:nvSpPr>
        <p:spPr>
          <a:xfrm>
            <a:off x="1297500" y="25840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TIPS</a:t>
            </a:r>
            <a:endParaRPr/>
          </a:p>
        </p:txBody>
      </p:sp>
      <p:sp>
        <p:nvSpPr>
          <p:cNvPr id="535" name="Google Shape;535;p40"/>
          <p:cNvSpPr txBox="1"/>
          <p:nvPr>
            <p:ph idx="1" type="body"/>
          </p:nvPr>
        </p:nvSpPr>
        <p:spPr>
          <a:xfrm>
            <a:off x="1297500" y="870600"/>
            <a:ext cx="7336200" cy="40605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Be genuine with your resume. Only mention those projects and internships in which you have </a:t>
            </a:r>
            <a:r>
              <a:rPr lang="en" sz="1600"/>
              <a:t>thoroughly</a:t>
            </a:r>
            <a:r>
              <a:rPr lang="en" sz="1600"/>
              <a:t> contributed and you can confidently tell  them about it.</a:t>
            </a:r>
            <a:endParaRPr sz="1600"/>
          </a:p>
          <a:p>
            <a:pPr indent="-330200" lvl="0" marL="457200" rtl="0" algn="l">
              <a:spcBef>
                <a:spcPts val="0"/>
              </a:spcBef>
              <a:spcAft>
                <a:spcPts val="0"/>
              </a:spcAft>
              <a:buSzPts val="1600"/>
              <a:buChar char="●"/>
            </a:pPr>
            <a:r>
              <a:rPr lang="en" sz="1600"/>
              <a:t>Practice technical mcqs related to C++,java,DBMS,OS as much as possible.</a:t>
            </a:r>
            <a:endParaRPr sz="1600"/>
          </a:p>
          <a:p>
            <a:pPr indent="-330200" lvl="0" marL="457200" rtl="0" algn="l">
              <a:spcBef>
                <a:spcPts val="0"/>
              </a:spcBef>
              <a:spcAft>
                <a:spcPts val="0"/>
              </a:spcAft>
              <a:buSzPts val="1600"/>
              <a:buChar char="●"/>
            </a:pPr>
            <a:r>
              <a:rPr lang="en" sz="1600"/>
              <a:t>Just in case also solve the some questions on mongoDB and java </a:t>
            </a:r>
            <a:r>
              <a:rPr lang="en" sz="1600"/>
              <a:t>servlets if you have some experience working with them.</a:t>
            </a:r>
            <a:endParaRPr sz="1600"/>
          </a:p>
          <a:p>
            <a:pPr indent="-330200" lvl="0" marL="457200" rtl="0" algn="l">
              <a:spcBef>
                <a:spcPts val="0"/>
              </a:spcBef>
              <a:spcAft>
                <a:spcPts val="0"/>
              </a:spcAft>
              <a:buSzPts val="1600"/>
              <a:buChar char="●"/>
            </a:pPr>
            <a:r>
              <a:rPr lang="en" sz="1600"/>
              <a:t>Whenever you are solving any coding question try to time yourself. This really helps you at the time of test as you know how much time you should give to one question.</a:t>
            </a:r>
            <a:endParaRPr sz="1600"/>
          </a:p>
          <a:p>
            <a:pPr indent="-330200" lvl="0" marL="457200" rtl="0" algn="l">
              <a:spcBef>
                <a:spcPts val="0"/>
              </a:spcBef>
              <a:spcAft>
                <a:spcPts val="0"/>
              </a:spcAft>
              <a:buSzPts val="1600"/>
              <a:buChar char="●"/>
            </a:pPr>
            <a:r>
              <a:rPr lang="en" sz="1600"/>
              <a:t>The best way to time yourself is to participate in leetcode biweekly and weekly coding test.So always go for it as it's to the level of interview coding question and you can always go to discussion panel after contest to learn about questions you couldn't solve earlier.</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1"/>
          <p:cNvSpPr txBox="1"/>
          <p:nvPr>
            <p:ph type="title"/>
          </p:nvPr>
        </p:nvSpPr>
        <p:spPr>
          <a:xfrm>
            <a:off x="1297500" y="25840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TIPS</a:t>
            </a:r>
            <a:endParaRPr/>
          </a:p>
        </p:txBody>
      </p:sp>
      <p:sp>
        <p:nvSpPr>
          <p:cNvPr id="541" name="Google Shape;541;p41"/>
          <p:cNvSpPr txBox="1"/>
          <p:nvPr>
            <p:ph idx="1" type="body"/>
          </p:nvPr>
        </p:nvSpPr>
        <p:spPr>
          <a:xfrm>
            <a:off x="1297500" y="989800"/>
            <a:ext cx="7336200" cy="35985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Attend the pre placement talk try to jot down the highlights of talk as it may help you in the HR round.</a:t>
            </a:r>
            <a:endParaRPr sz="1600"/>
          </a:p>
          <a:p>
            <a:pPr indent="-330200" lvl="0" marL="457200" rtl="0" algn="l">
              <a:spcBef>
                <a:spcPts val="0"/>
              </a:spcBef>
              <a:spcAft>
                <a:spcPts val="0"/>
              </a:spcAft>
              <a:buSzPts val="1600"/>
              <a:buChar char="●"/>
            </a:pPr>
            <a:r>
              <a:rPr lang="en" sz="1600"/>
              <a:t>Get familiar with Barclays and its website.</a:t>
            </a:r>
            <a:endParaRPr sz="1600"/>
          </a:p>
          <a:p>
            <a:pPr indent="-330200" lvl="0" marL="457200" rtl="0" algn="l">
              <a:spcBef>
                <a:spcPts val="0"/>
              </a:spcBef>
              <a:spcAft>
                <a:spcPts val="0"/>
              </a:spcAft>
              <a:buSzPts val="1600"/>
              <a:buChar char="●"/>
            </a:pPr>
            <a:r>
              <a:rPr lang="en" sz="1600"/>
              <a:t>Try to highlight the core values (RISES)  in situational based questions if possible.</a:t>
            </a:r>
            <a:endParaRPr sz="1600"/>
          </a:p>
          <a:p>
            <a:pPr indent="-330200" lvl="0" marL="457200" rtl="0" algn="l">
              <a:spcBef>
                <a:spcPts val="0"/>
              </a:spcBef>
              <a:spcAft>
                <a:spcPts val="0"/>
              </a:spcAft>
              <a:buSzPts val="1600"/>
              <a:buChar char="●"/>
            </a:pPr>
            <a:r>
              <a:rPr lang="en" sz="1600"/>
              <a:t>It would be great if you can get any prior knowledge about the interviewer as it would help you to prepare the topics he/she has asked the most during interviews.</a:t>
            </a:r>
            <a:endParaRPr sz="1600"/>
          </a:p>
          <a:p>
            <a:pPr indent="-330200" lvl="0" marL="457200" rtl="0" algn="l">
              <a:spcBef>
                <a:spcPts val="0"/>
              </a:spcBef>
              <a:spcAft>
                <a:spcPts val="0"/>
              </a:spcAft>
              <a:buSzPts val="1600"/>
              <a:buChar char="●"/>
            </a:pPr>
            <a:r>
              <a:rPr lang="en" sz="1600"/>
              <a:t>You always have GFG for interview experiences so please do check them out once before interviews.</a:t>
            </a:r>
            <a:endParaRPr sz="1600"/>
          </a:p>
          <a:p>
            <a:pPr indent="0" lvl="0" marL="457200" rtl="0" algn="l">
              <a:spcBef>
                <a:spcPts val="0"/>
              </a:spcBef>
              <a:spcAft>
                <a:spcPts val="0"/>
              </a:spcAft>
              <a:buNone/>
            </a:pPr>
            <a:r>
              <a:t/>
            </a:r>
            <a:endParaRPr sz="15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42"/>
          <p:cNvSpPr txBox="1"/>
          <p:nvPr>
            <p:ph type="title"/>
          </p:nvPr>
        </p:nvSpPr>
        <p:spPr>
          <a:xfrm>
            <a:off x="1297500" y="188450"/>
            <a:ext cx="7038900" cy="58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Experience of Mani</a:t>
            </a:r>
            <a:endParaRPr/>
          </a:p>
        </p:txBody>
      </p:sp>
      <p:sp>
        <p:nvSpPr>
          <p:cNvPr id="547" name="Google Shape;547;p42"/>
          <p:cNvSpPr txBox="1"/>
          <p:nvPr>
            <p:ph idx="1" type="body"/>
          </p:nvPr>
        </p:nvSpPr>
        <p:spPr>
          <a:xfrm>
            <a:off x="1297500" y="773750"/>
            <a:ext cx="7446600" cy="42684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300"/>
              <a:buFont typeface="Arial"/>
              <a:buNone/>
            </a:pPr>
            <a:r>
              <a:rPr lang="en" sz="1500"/>
              <a:t>Round 1 (29th of July 2022):</a:t>
            </a:r>
            <a:endParaRPr sz="1500"/>
          </a:p>
          <a:p>
            <a:pPr indent="-323850" lvl="0" marL="457200" rtl="0" algn="l">
              <a:lnSpc>
                <a:spcPct val="100000"/>
              </a:lnSpc>
              <a:spcBef>
                <a:spcPts val="0"/>
              </a:spcBef>
              <a:spcAft>
                <a:spcPts val="0"/>
              </a:spcAft>
              <a:buSzPts val="1500"/>
              <a:buChar char="●"/>
            </a:pPr>
            <a:r>
              <a:rPr lang="en" sz="1500"/>
              <a:t>Section B comprised of 2 coding questions (20 marks and 50 marks respectively) Difficulty level : Medium - High . The questions were as follows:</a:t>
            </a:r>
            <a:endParaRPr sz="1500"/>
          </a:p>
          <a:p>
            <a:pPr indent="-323850" lvl="0" marL="914400" rtl="0" algn="l">
              <a:lnSpc>
                <a:spcPct val="100000"/>
              </a:lnSpc>
              <a:spcBef>
                <a:spcPts val="0"/>
              </a:spcBef>
              <a:spcAft>
                <a:spcPts val="0"/>
              </a:spcAft>
              <a:buClr>
                <a:srgbClr val="FFFF00"/>
              </a:buClr>
              <a:buSzPts val="1500"/>
              <a:buChar char="●"/>
            </a:pPr>
            <a:r>
              <a:rPr lang="en" sz="1500" u="sng">
                <a:solidFill>
                  <a:srgbClr val="FFFF00"/>
                </a:solidFill>
              </a:rPr>
              <a:t>20 marks question : The Minimum Sum</a:t>
            </a:r>
            <a:endParaRPr sz="1500" u="sng">
              <a:solidFill>
                <a:srgbClr val="FFFF00"/>
              </a:solidFill>
            </a:endParaRPr>
          </a:p>
          <a:p>
            <a:pPr indent="-323850" lvl="0" marL="914400" rtl="0" algn="l">
              <a:lnSpc>
                <a:spcPct val="100000"/>
              </a:lnSpc>
              <a:spcBef>
                <a:spcPts val="0"/>
              </a:spcBef>
              <a:spcAft>
                <a:spcPts val="0"/>
              </a:spcAft>
              <a:buSzPts val="1500"/>
              <a:buChar char="●"/>
            </a:pPr>
            <a:r>
              <a:rPr lang="en" sz="1500"/>
              <a:t>The task was to minimize the sum of final array and print the minimum sum. I didn’t have enough time and was only able to solve partially and run (7/15) test cases.</a:t>
            </a:r>
            <a:endParaRPr sz="1500"/>
          </a:p>
          <a:p>
            <a:pPr indent="-323850" lvl="0" marL="914400" rtl="0" algn="l">
              <a:lnSpc>
                <a:spcPct val="100000"/>
              </a:lnSpc>
              <a:spcBef>
                <a:spcPts val="0"/>
              </a:spcBef>
              <a:spcAft>
                <a:spcPts val="0"/>
              </a:spcAft>
              <a:buClr>
                <a:srgbClr val="FFFF00"/>
              </a:buClr>
              <a:buSzPts val="1500"/>
              <a:buChar char="●"/>
            </a:pPr>
            <a:r>
              <a:rPr lang="en" sz="1500" u="sng">
                <a:solidFill>
                  <a:srgbClr val="FFFF00"/>
                </a:solidFill>
                <a:hlinkClick r:id="rId3">
                  <a:extLst>
                    <a:ext uri="{A12FA001-AC4F-418D-AE19-62706E023703}">
                      <ahyp:hlinkClr val="tx"/>
                    </a:ext>
                  </a:extLst>
                </a:hlinkClick>
              </a:rPr>
              <a:t>50 marks question: Minimum Window substring</a:t>
            </a:r>
            <a:endParaRPr sz="1500">
              <a:solidFill>
                <a:srgbClr val="FFFF00"/>
              </a:solidFill>
            </a:endParaRPr>
          </a:p>
          <a:p>
            <a:pPr indent="-323850" lvl="0" marL="914400" rtl="0" algn="l">
              <a:lnSpc>
                <a:spcPct val="100000"/>
              </a:lnSpc>
              <a:spcBef>
                <a:spcPts val="0"/>
              </a:spcBef>
              <a:spcAft>
                <a:spcPts val="0"/>
              </a:spcAft>
              <a:buSzPts val="1500"/>
              <a:buChar char="●"/>
            </a:pPr>
            <a:r>
              <a:rPr lang="en" sz="1500"/>
              <a:t>I don’t remember the exact variation but it was based on Minimum window substring problem. I was able to solve all the test cases of this problem. (Hint: Sliding Window) </a:t>
            </a:r>
            <a:endParaRPr sz="1500"/>
          </a:p>
          <a:p>
            <a:pPr indent="-323850" lvl="0" marL="914400" rtl="0" algn="l">
              <a:lnSpc>
                <a:spcPct val="100000"/>
              </a:lnSpc>
              <a:spcBef>
                <a:spcPts val="0"/>
              </a:spcBef>
              <a:spcAft>
                <a:spcPts val="0"/>
              </a:spcAft>
              <a:buSzPts val="1500"/>
              <a:buChar char="●"/>
            </a:pPr>
            <a:r>
              <a:rPr lang="en" sz="1500"/>
              <a:t>Solving medium - hard level problems from GFG and Leetcode will be helpful to solve the problems.</a:t>
            </a:r>
            <a:endParaRPr sz="1500"/>
          </a:p>
          <a:p>
            <a:pPr indent="-323850" lvl="0" marL="914400" rtl="0" algn="l">
              <a:lnSpc>
                <a:spcPct val="100000"/>
              </a:lnSpc>
              <a:spcBef>
                <a:spcPts val="0"/>
              </a:spcBef>
              <a:spcAft>
                <a:spcPts val="0"/>
              </a:spcAft>
              <a:buSzPts val="1500"/>
              <a:buChar char="●"/>
            </a:pPr>
            <a:r>
              <a:rPr lang="en" sz="1500"/>
              <a:t>It is important to keep track of your time during aptitude tests. If you spend too much time on any one question, you may not have enough time to complete the coding questions and could miss out on being selected. </a:t>
            </a:r>
            <a:endParaRPr sz="15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43"/>
          <p:cNvSpPr txBox="1"/>
          <p:nvPr>
            <p:ph idx="1" type="body"/>
          </p:nvPr>
        </p:nvSpPr>
        <p:spPr>
          <a:xfrm>
            <a:off x="1297500" y="1081300"/>
            <a:ext cx="7284300" cy="3831000"/>
          </a:xfrm>
          <a:prstGeom prst="rect">
            <a:avLst/>
          </a:prstGeom>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SzPts val="1500"/>
              <a:buChar char="●"/>
            </a:pPr>
            <a:r>
              <a:rPr lang="en" sz="1500"/>
              <a:t>The interview started with my introduction and few questions on projects.</a:t>
            </a:r>
            <a:endParaRPr sz="1500"/>
          </a:p>
          <a:p>
            <a:pPr indent="-323850" lvl="0" marL="457200" rtl="0" algn="l">
              <a:lnSpc>
                <a:spcPct val="150000"/>
              </a:lnSpc>
              <a:spcBef>
                <a:spcPts val="0"/>
              </a:spcBef>
              <a:spcAft>
                <a:spcPts val="0"/>
              </a:spcAft>
              <a:buSzPts val="1500"/>
              <a:buChar char="●"/>
            </a:pPr>
            <a:r>
              <a:rPr lang="en" sz="1500"/>
              <a:t>My interview questions were  mostly related to DBMS, OOPS, and Exception Handling.</a:t>
            </a:r>
            <a:endParaRPr sz="1500"/>
          </a:p>
          <a:p>
            <a:pPr indent="-323850" lvl="0" marL="457200" rtl="0" algn="l">
              <a:lnSpc>
                <a:spcPct val="150000"/>
              </a:lnSpc>
              <a:spcBef>
                <a:spcPts val="0"/>
              </a:spcBef>
              <a:spcAft>
                <a:spcPts val="0"/>
              </a:spcAft>
              <a:buSzPts val="1500"/>
              <a:buChar char="●"/>
            </a:pPr>
            <a:r>
              <a:rPr lang="en" sz="1500"/>
              <a:t>In the HR section, I was asked two questions “What are the challenges faced by you?”</a:t>
            </a:r>
            <a:endParaRPr sz="1500"/>
          </a:p>
          <a:p>
            <a:pPr indent="-323850" lvl="0" marL="457200" rtl="0" algn="l">
              <a:lnSpc>
                <a:spcPct val="150000"/>
              </a:lnSpc>
              <a:spcBef>
                <a:spcPts val="0"/>
              </a:spcBef>
              <a:spcAft>
                <a:spcPts val="0"/>
              </a:spcAft>
              <a:buSzPts val="1500"/>
              <a:buChar char="●"/>
            </a:pPr>
            <a:r>
              <a:rPr lang="en" sz="1500"/>
              <a:t>Another HR question I was asked was  “Why do you want to join Barclays?”</a:t>
            </a:r>
            <a:endParaRPr sz="1500"/>
          </a:p>
          <a:p>
            <a:pPr indent="-323850" lvl="0" marL="457200" rtl="0" algn="l">
              <a:lnSpc>
                <a:spcPct val="150000"/>
              </a:lnSpc>
              <a:spcBef>
                <a:spcPts val="0"/>
              </a:spcBef>
              <a:spcAft>
                <a:spcPts val="0"/>
              </a:spcAft>
              <a:buSzPts val="1500"/>
              <a:buChar char="●"/>
            </a:pPr>
            <a:r>
              <a:rPr lang="en" sz="1500"/>
              <a:t>He asked me about Polymorphism, its types  and how it works and implement it any language I was comfortable with (I choose Java).</a:t>
            </a:r>
            <a:endParaRPr sz="1500"/>
          </a:p>
          <a:p>
            <a:pPr indent="-323850" lvl="0" marL="457200" rtl="0" algn="l">
              <a:lnSpc>
                <a:spcPct val="150000"/>
              </a:lnSpc>
              <a:spcBef>
                <a:spcPts val="0"/>
              </a:spcBef>
              <a:spcAft>
                <a:spcPts val="0"/>
              </a:spcAft>
              <a:buSzPts val="1500"/>
              <a:buChar char="●"/>
            </a:pPr>
            <a:r>
              <a:rPr lang="en" sz="1500"/>
              <a:t>Furthermore, he asked me lot of questions on DBMS such as Normalisation, Joins, Keys, and Indexing.</a:t>
            </a:r>
            <a:endParaRPr sz="1500"/>
          </a:p>
        </p:txBody>
      </p:sp>
      <p:sp>
        <p:nvSpPr>
          <p:cNvPr id="553" name="Google Shape;553;p43"/>
          <p:cNvSpPr txBox="1"/>
          <p:nvPr>
            <p:ph type="title"/>
          </p:nvPr>
        </p:nvSpPr>
        <p:spPr>
          <a:xfrm>
            <a:off x="1297500" y="393750"/>
            <a:ext cx="7038900" cy="63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latin typeface="Times New Roman"/>
                <a:ea typeface="Times New Roman"/>
                <a:cs typeface="Times New Roman"/>
                <a:sym typeface="Times New Roman"/>
              </a:rPr>
              <a:t>Round 2: Technical + HR round (16th of August 2022)</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44"/>
          <p:cNvSpPr txBox="1"/>
          <p:nvPr>
            <p:ph idx="1" type="body"/>
          </p:nvPr>
        </p:nvSpPr>
        <p:spPr>
          <a:xfrm>
            <a:off x="1059775" y="1162675"/>
            <a:ext cx="7468200" cy="3760200"/>
          </a:xfrm>
          <a:prstGeom prst="rect">
            <a:avLst/>
          </a:prstGeom>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SzPts val="1500"/>
              <a:buChar char="●"/>
            </a:pPr>
            <a:r>
              <a:rPr lang="en" sz="1500"/>
              <a:t>He also asked me about pros and cons of Indexing and when should you use it and why not to.</a:t>
            </a:r>
            <a:endParaRPr sz="1500"/>
          </a:p>
          <a:p>
            <a:pPr indent="-323850" lvl="0" marL="457200" rtl="0" algn="l">
              <a:lnSpc>
                <a:spcPct val="150000"/>
              </a:lnSpc>
              <a:spcBef>
                <a:spcPts val="0"/>
              </a:spcBef>
              <a:spcAft>
                <a:spcPts val="0"/>
              </a:spcAft>
              <a:buSzPts val="1500"/>
              <a:buChar char="●"/>
            </a:pPr>
            <a:r>
              <a:rPr lang="en" sz="1500"/>
              <a:t>The interviewer also questioned me about Error propagation and difference between final, finally, and finalize keywords.</a:t>
            </a:r>
            <a:endParaRPr sz="1500"/>
          </a:p>
          <a:p>
            <a:pPr indent="-323850" lvl="0" marL="457200" rtl="0" algn="l">
              <a:lnSpc>
                <a:spcPct val="150000"/>
              </a:lnSpc>
              <a:spcBef>
                <a:spcPts val="0"/>
              </a:spcBef>
              <a:spcAft>
                <a:spcPts val="0"/>
              </a:spcAft>
              <a:buSzPts val="1500"/>
              <a:buChar char="●"/>
            </a:pPr>
            <a:r>
              <a:rPr lang="en" sz="1500"/>
              <a:t>The interviewer then asked me how comfortable I’m with Machine Learning and I answered I’m not very sure about ML as I have used few libraries but don’t know the intricacies of the algorithms and told him the truth.</a:t>
            </a:r>
            <a:endParaRPr sz="1500"/>
          </a:p>
          <a:p>
            <a:pPr indent="-323850" lvl="0" marL="457200" rtl="0" algn="l">
              <a:lnSpc>
                <a:spcPct val="150000"/>
              </a:lnSpc>
              <a:spcBef>
                <a:spcPts val="0"/>
              </a:spcBef>
              <a:spcAft>
                <a:spcPts val="0"/>
              </a:spcAft>
              <a:buSzPts val="1500"/>
              <a:buChar char="●"/>
            </a:pPr>
            <a:r>
              <a:rPr lang="en" sz="1500"/>
              <a:t>Finally he asked me if I have any questions and since we talked about the company a bit earlier he clearly asked me to not to ask questions just for the sake of it.</a:t>
            </a:r>
            <a:endParaRPr sz="1500">
              <a:latin typeface="Times New Roman"/>
              <a:ea typeface="Times New Roman"/>
              <a:cs typeface="Times New Roman"/>
              <a:sym typeface="Times New Roman"/>
            </a:endParaRPr>
          </a:p>
        </p:txBody>
      </p:sp>
      <p:sp>
        <p:nvSpPr>
          <p:cNvPr id="559" name="Google Shape;559;p44"/>
          <p:cNvSpPr txBox="1"/>
          <p:nvPr/>
        </p:nvSpPr>
        <p:spPr>
          <a:xfrm>
            <a:off x="1211050" y="475600"/>
            <a:ext cx="6224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lt1"/>
                </a:solidFill>
                <a:latin typeface="Share Tech"/>
                <a:ea typeface="Share Tech"/>
                <a:cs typeface="Share Tech"/>
                <a:sym typeface="Share Tech"/>
              </a:rPr>
              <a:t>Round 2: Technical + HR round (16th of August 2022)</a:t>
            </a:r>
            <a:endParaRPr b="1" sz="1600">
              <a:latin typeface="Share Tech"/>
              <a:ea typeface="Share Tech"/>
              <a:cs typeface="Share Tech"/>
              <a:sym typeface="Share Tech"/>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45"/>
          <p:cNvSpPr txBox="1"/>
          <p:nvPr>
            <p:ph type="title"/>
          </p:nvPr>
        </p:nvSpPr>
        <p:spPr>
          <a:xfrm>
            <a:off x="1297500" y="177625"/>
            <a:ext cx="7038900" cy="62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Tips</a:t>
            </a:r>
            <a:endParaRPr/>
          </a:p>
        </p:txBody>
      </p:sp>
      <p:sp>
        <p:nvSpPr>
          <p:cNvPr id="565" name="Google Shape;565;p45"/>
          <p:cNvSpPr txBox="1"/>
          <p:nvPr>
            <p:ph idx="1" type="body"/>
          </p:nvPr>
        </p:nvSpPr>
        <p:spPr>
          <a:xfrm>
            <a:off x="1297500" y="806125"/>
            <a:ext cx="7392300" cy="3987300"/>
          </a:xfrm>
          <a:prstGeom prst="rect">
            <a:avLst/>
          </a:prstGeom>
        </p:spPr>
        <p:txBody>
          <a:bodyPr anchorCtr="0" anchor="t" bIns="91425" lIns="91425" spcFirstLastPara="1" rIns="91425" wrap="square" tIns="91425">
            <a:noAutofit/>
          </a:bodyPr>
          <a:lstStyle/>
          <a:p>
            <a:pPr indent="-323850" lvl="0" marL="457200" rtl="0" algn="l">
              <a:lnSpc>
                <a:spcPct val="125000"/>
              </a:lnSpc>
              <a:spcBef>
                <a:spcPts val="0"/>
              </a:spcBef>
              <a:spcAft>
                <a:spcPts val="0"/>
              </a:spcAft>
              <a:buSzPts val="1500"/>
              <a:buAutoNum type="arabicPeriod"/>
            </a:pPr>
            <a:r>
              <a:rPr lang="en" sz="1500"/>
              <a:t>Be thorough with your Resume and Projects in some cases your whole interview  will be on your Resume and Projects.</a:t>
            </a:r>
            <a:endParaRPr sz="1500"/>
          </a:p>
          <a:p>
            <a:pPr indent="-323850" lvl="0" marL="457200" rtl="0" algn="l">
              <a:lnSpc>
                <a:spcPct val="125000"/>
              </a:lnSpc>
              <a:spcBef>
                <a:spcPts val="0"/>
              </a:spcBef>
              <a:spcAft>
                <a:spcPts val="0"/>
              </a:spcAft>
              <a:buSzPts val="1500"/>
              <a:buAutoNum type="arabicPeriod"/>
            </a:pPr>
            <a:r>
              <a:rPr lang="en" sz="1500"/>
              <a:t>Research the company's core values (RISES in case of Barclays), and try to align your answers with their principles.</a:t>
            </a:r>
            <a:endParaRPr sz="1500"/>
          </a:p>
          <a:p>
            <a:pPr indent="-323850" lvl="0" marL="457200" rtl="0" algn="l">
              <a:lnSpc>
                <a:spcPct val="125000"/>
              </a:lnSpc>
              <a:spcBef>
                <a:spcPts val="0"/>
              </a:spcBef>
              <a:spcAft>
                <a:spcPts val="0"/>
              </a:spcAft>
              <a:buSzPts val="1500"/>
              <a:buAutoNum type="arabicPeriod"/>
            </a:pPr>
            <a:r>
              <a:rPr lang="en" sz="1500"/>
              <a:t>Review interview experiences shared on online platforms like GFG to prepare for your interview.</a:t>
            </a:r>
            <a:endParaRPr sz="1500"/>
          </a:p>
          <a:p>
            <a:pPr indent="-323850" lvl="0" marL="457200" rtl="0" algn="l">
              <a:lnSpc>
                <a:spcPct val="125000"/>
              </a:lnSpc>
              <a:spcBef>
                <a:spcPts val="0"/>
              </a:spcBef>
              <a:spcAft>
                <a:spcPts val="0"/>
              </a:spcAft>
              <a:buSzPts val="1500"/>
              <a:buAutoNum type="arabicPeriod"/>
            </a:pPr>
            <a:r>
              <a:rPr lang="en" sz="1500"/>
              <a:t>Stay confident in your responses and maintain a professional demeanor, even if the interviewer is not particularly strict.</a:t>
            </a:r>
            <a:endParaRPr sz="1500"/>
          </a:p>
          <a:p>
            <a:pPr indent="-323850" lvl="0" marL="457200" rtl="0" algn="l">
              <a:lnSpc>
                <a:spcPct val="125000"/>
              </a:lnSpc>
              <a:spcBef>
                <a:spcPts val="0"/>
              </a:spcBef>
              <a:spcAft>
                <a:spcPts val="0"/>
              </a:spcAft>
              <a:buSzPts val="1500"/>
              <a:buAutoNum type="arabicPeriod"/>
            </a:pPr>
            <a:r>
              <a:rPr lang="en" sz="1500"/>
              <a:t>It's okay if you don't know answer to a particular question just be honest about your answers and show willingness to learn.</a:t>
            </a:r>
            <a:endParaRPr sz="1500"/>
          </a:p>
          <a:p>
            <a:pPr indent="-323850" lvl="0" marL="457200" rtl="0" algn="l">
              <a:lnSpc>
                <a:spcPct val="125000"/>
              </a:lnSpc>
              <a:spcBef>
                <a:spcPts val="0"/>
              </a:spcBef>
              <a:spcAft>
                <a:spcPts val="0"/>
              </a:spcAft>
              <a:buSzPts val="1500"/>
              <a:buAutoNum type="arabicPeriod"/>
            </a:pPr>
            <a:r>
              <a:rPr lang="en" sz="1500"/>
              <a:t>It is not necessary to ask questions at the end of an interview just for the sake of doing so; it is acceptable to conclude the interview without asking any questions if you do not have any relevant ones.</a:t>
            </a:r>
            <a:endParaRPr sz="15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9" name="Shape 569"/>
        <p:cNvGrpSpPr/>
        <p:nvPr/>
      </p:nvGrpSpPr>
      <p:grpSpPr>
        <a:xfrm>
          <a:off x="0" y="0"/>
          <a:ext cx="0" cy="0"/>
          <a:chOff x="0" y="0"/>
          <a:chExt cx="0" cy="0"/>
        </a:xfrm>
      </p:grpSpPr>
      <p:sp>
        <p:nvSpPr>
          <p:cNvPr id="570" name="Google Shape;570;p46"/>
          <p:cNvSpPr txBox="1"/>
          <p:nvPr>
            <p:ph type="title"/>
          </p:nvPr>
        </p:nvSpPr>
        <p:spPr>
          <a:xfrm>
            <a:off x="1297500" y="188450"/>
            <a:ext cx="7038900" cy="58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Experience of Laveena Shewkani</a:t>
            </a:r>
            <a:endParaRPr/>
          </a:p>
        </p:txBody>
      </p:sp>
      <p:sp>
        <p:nvSpPr>
          <p:cNvPr id="571" name="Google Shape;571;p46"/>
          <p:cNvSpPr txBox="1"/>
          <p:nvPr>
            <p:ph idx="1" type="body"/>
          </p:nvPr>
        </p:nvSpPr>
        <p:spPr>
          <a:xfrm>
            <a:off x="1297500" y="773750"/>
            <a:ext cx="7446600" cy="42684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300"/>
              <a:buFont typeface="Arial"/>
              <a:buNone/>
            </a:pPr>
            <a:r>
              <a:rPr lang="en" sz="1400"/>
              <a:t>Round 1 (29th of July 2022):</a:t>
            </a:r>
            <a:endParaRPr sz="1400"/>
          </a:p>
          <a:p>
            <a:pPr indent="0" lvl="0" marL="0" rtl="0" algn="l">
              <a:lnSpc>
                <a:spcPct val="100000"/>
              </a:lnSpc>
              <a:spcBef>
                <a:spcPts val="0"/>
              </a:spcBef>
              <a:spcAft>
                <a:spcPts val="0"/>
              </a:spcAft>
              <a:buClr>
                <a:srgbClr val="000000"/>
              </a:buClr>
              <a:buSzPts val="1300"/>
              <a:buFont typeface="Arial"/>
              <a:buNone/>
            </a:pPr>
            <a:r>
              <a:rPr lang="en" sz="1400"/>
              <a:t>There were two sections in Round 1:-</a:t>
            </a:r>
            <a:endParaRPr sz="1400"/>
          </a:p>
          <a:p>
            <a:pPr indent="0" lvl="0" marL="0" rtl="0" algn="l">
              <a:lnSpc>
                <a:spcPct val="100000"/>
              </a:lnSpc>
              <a:spcBef>
                <a:spcPts val="0"/>
              </a:spcBef>
              <a:spcAft>
                <a:spcPts val="0"/>
              </a:spcAft>
              <a:buNone/>
            </a:pPr>
            <a:r>
              <a:rPr lang="en" sz="1400"/>
              <a:t>Section A: </a:t>
            </a:r>
            <a:endParaRPr sz="1400"/>
          </a:p>
          <a:p>
            <a:pPr indent="0" lvl="0" marL="0" rtl="0" algn="l">
              <a:lnSpc>
                <a:spcPct val="100000"/>
              </a:lnSpc>
              <a:spcBef>
                <a:spcPts val="0"/>
              </a:spcBef>
              <a:spcAft>
                <a:spcPts val="0"/>
              </a:spcAft>
              <a:buNone/>
            </a:pPr>
            <a:r>
              <a:rPr lang="en" sz="1400"/>
              <a:t>In this section there were 30 technical mcq questions. These questions were based on C, C++, Java, Python, MySQL, mongoDB, JavaScript, OS.</a:t>
            </a:r>
            <a:endParaRPr sz="1400"/>
          </a:p>
          <a:p>
            <a:pPr indent="0" lvl="0" marL="0" rtl="0" algn="l">
              <a:lnSpc>
                <a:spcPct val="100000"/>
              </a:lnSpc>
              <a:spcBef>
                <a:spcPts val="0"/>
              </a:spcBef>
              <a:spcAft>
                <a:spcPts val="0"/>
              </a:spcAft>
              <a:buNone/>
            </a:pPr>
            <a:r>
              <a:rPr lang="en" sz="1400"/>
              <a:t>Few questions contain code snippets and we had to tick the correct output.</a:t>
            </a:r>
            <a:endParaRPr sz="1400"/>
          </a:p>
          <a:p>
            <a:pPr indent="0" lvl="0" marL="0" rtl="0" algn="l">
              <a:lnSpc>
                <a:spcPct val="100000"/>
              </a:lnSpc>
              <a:spcBef>
                <a:spcPts val="0"/>
              </a:spcBef>
              <a:spcAft>
                <a:spcPts val="0"/>
              </a:spcAft>
              <a:buNone/>
            </a:pPr>
            <a:r>
              <a:rPr lang="en" sz="1400"/>
              <a:t>Section B :</a:t>
            </a:r>
            <a:endParaRPr sz="1400"/>
          </a:p>
          <a:p>
            <a:pPr indent="0" lvl="0" marL="0" rtl="0" algn="l">
              <a:lnSpc>
                <a:spcPct val="100000"/>
              </a:lnSpc>
              <a:spcBef>
                <a:spcPts val="0"/>
              </a:spcBef>
              <a:spcAft>
                <a:spcPts val="0"/>
              </a:spcAft>
              <a:buNone/>
            </a:pPr>
            <a:r>
              <a:rPr lang="en" sz="1400"/>
              <a:t>This section consists of 2 coding questions(20 Marks and 50 Marks)</a:t>
            </a:r>
            <a:endParaRPr sz="1400"/>
          </a:p>
          <a:p>
            <a:pPr indent="-317500" lvl="0" marL="914400" rtl="0" algn="l">
              <a:lnSpc>
                <a:spcPct val="100000"/>
              </a:lnSpc>
              <a:spcBef>
                <a:spcPts val="0"/>
              </a:spcBef>
              <a:spcAft>
                <a:spcPts val="0"/>
              </a:spcAft>
              <a:buClr>
                <a:srgbClr val="FFFF00"/>
              </a:buClr>
              <a:buSzPts val="1400"/>
              <a:buChar char="●"/>
            </a:pPr>
            <a:r>
              <a:rPr lang="en" sz="1400" u="sng">
                <a:solidFill>
                  <a:srgbClr val="FFFF00"/>
                </a:solidFill>
              </a:rPr>
              <a:t>20 marks question (Easy-Medium level)</a:t>
            </a:r>
            <a:endParaRPr sz="1400" u="sng">
              <a:solidFill>
                <a:srgbClr val="FFFF00"/>
              </a:solidFill>
            </a:endParaRPr>
          </a:p>
          <a:p>
            <a:pPr indent="-317500" lvl="0" marL="914400" rtl="0" algn="l">
              <a:lnSpc>
                <a:spcPct val="100000"/>
              </a:lnSpc>
              <a:spcBef>
                <a:spcPts val="0"/>
              </a:spcBef>
              <a:spcAft>
                <a:spcPts val="0"/>
              </a:spcAft>
              <a:buSzPts val="1400"/>
              <a:buChar char="●"/>
            </a:pPr>
            <a:r>
              <a:rPr lang="en" sz="1400"/>
              <a:t>The price of n items where given and we need to remember all the distinct prices .the problem is we could remember at most k distinct prices .If there are some price of the items still left to remember then we need to pay $x for each of the prices.So the problem was to calculate the cost we need to pay for each test case.(It's a hackerearth question).</a:t>
            </a:r>
            <a:endParaRPr sz="1400"/>
          </a:p>
          <a:p>
            <a:pPr indent="-317500" lvl="0" marL="914400" rtl="0" algn="l">
              <a:lnSpc>
                <a:spcPct val="100000"/>
              </a:lnSpc>
              <a:spcBef>
                <a:spcPts val="0"/>
              </a:spcBef>
              <a:spcAft>
                <a:spcPts val="0"/>
              </a:spcAft>
              <a:buClr>
                <a:srgbClr val="FFFF00"/>
              </a:buClr>
              <a:buSzPts val="1400"/>
              <a:buChar char="●"/>
            </a:pPr>
            <a:r>
              <a:rPr lang="en" sz="1400" u="sng">
                <a:solidFill>
                  <a:srgbClr val="FFFF00"/>
                </a:solidFill>
                <a:hlinkClick r:id="rId3">
                  <a:extLst>
                    <a:ext uri="{A12FA001-AC4F-418D-AE19-62706E023703}">
                      <ahyp:hlinkClr val="tx"/>
                    </a:ext>
                  </a:extLst>
                </a:hlinkClick>
              </a:rPr>
              <a:t>50 marks question: Min</a:t>
            </a:r>
            <a:r>
              <a:rPr lang="en" sz="1400" u="sng">
                <a:solidFill>
                  <a:srgbClr val="FFFF00"/>
                </a:solidFill>
                <a:hlinkClick r:id="rId4">
                  <a:extLst>
                    <a:ext uri="{A12FA001-AC4F-418D-AE19-62706E023703}">
                      <ahyp:hlinkClr val="tx"/>
                    </a:ext>
                  </a:extLst>
                </a:hlinkClick>
              </a:rPr>
              <a:t>imum Window substring</a:t>
            </a:r>
            <a:endParaRPr sz="1400">
              <a:solidFill>
                <a:srgbClr val="FFFF00"/>
              </a:solidFill>
            </a:endParaRPr>
          </a:p>
          <a:p>
            <a:pPr indent="-317500" lvl="0" marL="914400" rtl="0" algn="l">
              <a:lnSpc>
                <a:spcPct val="100000"/>
              </a:lnSpc>
              <a:spcBef>
                <a:spcPts val="0"/>
              </a:spcBef>
              <a:spcAft>
                <a:spcPts val="0"/>
              </a:spcAft>
              <a:buSzPts val="1400"/>
              <a:buChar char="●"/>
            </a:pPr>
            <a:r>
              <a:rPr lang="en" sz="1400"/>
              <a:t>Binary String was given and the task was to find the largest Prime Number possible by the decimal representation of a subsequence of the given binary string(you are expected to do it in best time complexity) </a:t>
            </a:r>
            <a:endParaRPr sz="1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5" name="Shape 575"/>
        <p:cNvGrpSpPr/>
        <p:nvPr/>
      </p:nvGrpSpPr>
      <p:grpSpPr>
        <a:xfrm>
          <a:off x="0" y="0"/>
          <a:ext cx="0" cy="0"/>
          <a:chOff x="0" y="0"/>
          <a:chExt cx="0" cy="0"/>
        </a:xfrm>
      </p:grpSpPr>
      <p:sp>
        <p:nvSpPr>
          <p:cNvPr id="576" name="Google Shape;576;p47"/>
          <p:cNvSpPr txBox="1"/>
          <p:nvPr>
            <p:ph idx="1" type="body"/>
          </p:nvPr>
        </p:nvSpPr>
        <p:spPr>
          <a:xfrm>
            <a:off x="1113800" y="136625"/>
            <a:ext cx="7038900" cy="4798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2300">
                <a:latin typeface="Share Tech"/>
                <a:ea typeface="Share Tech"/>
                <a:cs typeface="Share Tech"/>
                <a:sym typeface="Share Tech"/>
              </a:rPr>
              <a:t>Experience of Laveena Shewkani:</a:t>
            </a:r>
            <a:endParaRPr sz="2300">
              <a:latin typeface="Share Tech"/>
              <a:ea typeface="Share Tech"/>
              <a:cs typeface="Share Tech"/>
              <a:sym typeface="Share Tech"/>
            </a:endParaRPr>
          </a:p>
          <a:p>
            <a:pPr indent="0" lvl="0" marL="0" rtl="0" algn="l">
              <a:lnSpc>
                <a:spcPct val="100000"/>
              </a:lnSpc>
              <a:spcBef>
                <a:spcPts val="0"/>
              </a:spcBef>
              <a:spcAft>
                <a:spcPts val="0"/>
              </a:spcAft>
              <a:buNone/>
            </a:pPr>
            <a:r>
              <a:t/>
            </a:r>
            <a:endParaRPr sz="2000">
              <a:latin typeface="Share Tech"/>
              <a:ea typeface="Share Tech"/>
              <a:cs typeface="Share Tech"/>
              <a:sym typeface="Share Tech"/>
            </a:endParaRPr>
          </a:p>
          <a:p>
            <a:pPr indent="0" lvl="0" marL="0" rtl="0" algn="l">
              <a:lnSpc>
                <a:spcPct val="100000"/>
              </a:lnSpc>
              <a:spcBef>
                <a:spcPts val="0"/>
              </a:spcBef>
              <a:spcAft>
                <a:spcPts val="0"/>
              </a:spcAft>
              <a:buNone/>
            </a:pPr>
            <a:r>
              <a:rPr lang="en" sz="2000">
                <a:latin typeface="Share Tech"/>
                <a:ea typeface="Share Tech"/>
                <a:cs typeface="Share Tech"/>
                <a:sym typeface="Share Tech"/>
              </a:rPr>
              <a:t>Round 2: Technical + HR round (16th of August 2022)</a:t>
            </a:r>
            <a:endParaRPr sz="2000">
              <a:latin typeface="Share Tech"/>
              <a:ea typeface="Share Tech"/>
              <a:cs typeface="Share Tech"/>
              <a:sym typeface="Share Tech"/>
            </a:endParaRPr>
          </a:p>
          <a:p>
            <a:pPr indent="0" lvl="0" marL="0" rtl="0" algn="l">
              <a:lnSpc>
                <a:spcPct val="100000"/>
              </a:lnSpc>
              <a:spcBef>
                <a:spcPts val="0"/>
              </a:spcBef>
              <a:spcAft>
                <a:spcPts val="0"/>
              </a:spcAft>
              <a:buClr>
                <a:srgbClr val="000000"/>
              </a:buClr>
              <a:buSzPts val="1300"/>
              <a:buFont typeface="Arial"/>
              <a:buNone/>
            </a:pPr>
            <a:r>
              <a:t/>
            </a:r>
            <a:endParaRPr sz="1600">
              <a:latin typeface="Times New Roman"/>
              <a:ea typeface="Times New Roman"/>
              <a:cs typeface="Times New Roman"/>
              <a:sym typeface="Times New Roman"/>
            </a:endParaRPr>
          </a:p>
          <a:p>
            <a:pPr indent="-330200" lvl="0" marL="457200" rtl="0" algn="l">
              <a:lnSpc>
                <a:spcPct val="120000"/>
              </a:lnSpc>
              <a:spcBef>
                <a:spcPts val="0"/>
              </a:spcBef>
              <a:spcAft>
                <a:spcPts val="0"/>
              </a:spcAft>
              <a:buSzPts val="1600"/>
              <a:buChar char="●"/>
            </a:pPr>
            <a:r>
              <a:rPr lang="en" sz="1600"/>
              <a:t>After greetings, my interview started with a HR question, he asked me about my biggest academic failure.</a:t>
            </a:r>
            <a:endParaRPr sz="1600"/>
          </a:p>
          <a:p>
            <a:pPr indent="-330200" lvl="0" marL="457200" rtl="0" algn="l">
              <a:lnSpc>
                <a:spcPct val="120000"/>
              </a:lnSpc>
              <a:spcBef>
                <a:spcPts val="0"/>
              </a:spcBef>
              <a:spcAft>
                <a:spcPts val="0"/>
              </a:spcAft>
              <a:buSzPts val="1600"/>
              <a:buChar char="●"/>
            </a:pPr>
            <a:r>
              <a:rPr lang="en" sz="1600"/>
              <a:t>Then he asked me questions on projects and internships mentioned in my resume.</a:t>
            </a:r>
            <a:endParaRPr sz="1600"/>
          </a:p>
          <a:p>
            <a:pPr indent="-330200" lvl="0" marL="457200" rtl="0" algn="l">
              <a:lnSpc>
                <a:spcPct val="120000"/>
              </a:lnSpc>
              <a:spcBef>
                <a:spcPts val="0"/>
              </a:spcBef>
              <a:spcAft>
                <a:spcPts val="0"/>
              </a:spcAft>
              <a:buSzPts val="1600"/>
              <a:buChar char="●"/>
            </a:pPr>
            <a:r>
              <a:rPr lang="en" sz="1600"/>
              <a:t>He asked me some questions on social work i did and my role in that NGO.</a:t>
            </a:r>
            <a:endParaRPr sz="1600"/>
          </a:p>
          <a:p>
            <a:pPr indent="-330200" lvl="0" marL="457200" rtl="0" algn="l">
              <a:lnSpc>
                <a:spcPct val="120000"/>
              </a:lnSpc>
              <a:spcBef>
                <a:spcPts val="0"/>
              </a:spcBef>
              <a:spcAft>
                <a:spcPts val="0"/>
              </a:spcAft>
              <a:buSzPts val="1600"/>
              <a:buChar char="●"/>
            </a:pPr>
            <a:r>
              <a:rPr lang="en" sz="1600"/>
              <a:t>The interviewer asked me to explain any one of my favourite project in detail and did some cross questioning regarding the same.</a:t>
            </a:r>
            <a:endParaRPr sz="1600"/>
          </a:p>
          <a:p>
            <a:pPr indent="-330200" lvl="0" marL="457200" rtl="0" algn="l">
              <a:lnSpc>
                <a:spcPct val="120000"/>
              </a:lnSpc>
              <a:spcBef>
                <a:spcPts val="0"/>
              </a:spcBef>
              <a:spcAft>
                <a:spcPts val="0"/>
              </a:spcAft>
              <a:buSzPts val="1600"/>
              <a:buChar char="●"/>
            </a:pPr>
            <a:r>
              <a:rPr lang="en" sz="1600"/>
              <a:t>Then he asked me a SQL query to apply joins on three tables. (The tables were of Employee, Manager, Company)</a:t>
            </a:r>
            <a:endParaRPr sz="1600"/>
          </a:p>
          <a:p>
            <a:pPr indent="-330200" lvl="0" marL="457200" rtl="0" algn="l">
              <a:lnSpc>
                <a:spcPct val="120000"/>
              </a:lnSpc>
              <a:spcBef>
                <a:spcPts val="0"/>
              </a:spcBef>
              <a:spcAft>
                <a:spcPts val="0"/>
              </a:spcAft>
              <a:buSzPts val="1600"/>
              <a:buChar char="●"/>
            </a:pPr>
            <a:r>
              <a:rPr lang="en" sz="1600"/>
              <a:t>After this he showed me a photo of grid and asked me the alignment process of the grid using CSS properties.</a:t>
            </a:r>
            <a:endParaRPr sz="1600"/>
          </a:p>
          <a:p>
            <a:pPr indent="0" lvl="0" marL="0" rtl="0" algn="l">
              <a:lnSpc>
                <a:spcPct val="120000"/>
              </a:lnSpc>
              <a:spcBef>
                <a:spcPts val="0"/>
              </a:spcBef>
              <a:spcAft>
                <a:spcPts val="0"/>
              </a:spcAft>
              <a:buNone/>
            </a:pPr>
            <a:r>
              <a:t/>
            </a:r>
            <a:endParaRPr sz="1600"/>
          </a:p>
          <a:p>
            <a:pPr indent="0" lvl="0" marL="0" rtl="0" algn="l">
              <a:lnSpc>
                <a:spcPct val="120000"/>
              </a:lnSpc>
              <a:spcBef>
                <a:spcPts val="0"/>
              </a:spcBef>
              <a:spcAft>
                <a:spcPts val="0"/>
              </a:spcAft>
              <a:buNone/>
            </a:pPr>
            <a:r>
              <a:t/>
            </a:r>
            <a:endParaRPr sz="16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48"/>
          <p:cNvSpPr txBox="1"/>
          <p:nvPr>
            <p:ph idx="1" type="body"/>
          </p:nvPr>
        </p:nvSpPr>
        <p:spPr>
          <a:xfrm>
            <a:off x="1113800" y="136625"/>
            <a:ext cx="7038900" cy="4798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2300">
                <a:latin typeface="Share Tech"/>
                <a:ea typeface="Share Tech"/>
                <a:cs typeface="Share Tech"/>
                <a:sym typeface="Share Tech"/>
              </a:rPr>
              <a:t>Experience of Laveena Shewkani: </a:t>
            </a:r>
            <a:endParaRPr sz="2300">
              <a:latin typeface="Share Tech"/>
              <a:ea typeface="Share Tech"/>
              <a:cs typeface="Share Tech"/>
              <a:sym typeface="Share Tech"/>
            </a:endParaRPr>
          </a:p>
          <a:p>
            <a:pPr indent="0" lvl="0" marL="0" rtl="0" algn="l">
              <a:lnSpc>
                <a:spcPct val="100000"/>
              </a:lnSpc>
              <a:spcBef>
                <a:spcPts val="0"/>
              </a:spcBef>
              <a:spcAft>
                <a:spcPts val="0"/>
              </a:spcAft>
              <a:buNone/>
            </a:pPr>
            <a:r>
              <a:t/>
            </a:r>
            <a:endParaRPr sz="2000">
              <a:latin typeface="Share Tech"/>
              <a:ea typeface="Share Tech"/>
              <a:cs typeface="Share Tech"/>
              <a:sym typeface="Share Tech"/>
            </a:endParaRPr>
          </a:p>
          <a:p>
            <a:pPr indent="0" lvl="0" marL="0" rtl="0" algn="l">
              <a:lnSpc>
                <a:spcPct val="100000"/>
              </a:lnSpc>
              <a:spcBef>
                <a:spcPts val="0"/>
              </a:spcBef>
              <a:spcAft>
                <a:spcPts val="0"/>
              </a:spcAft>
              <a:buNone/>
            </a:pPr>
            <a:r>
              <a:rPr lang="en" sz="2000">
                <a:latin typeface="Share Tech"/>
                <a:ea typeface="Share Tech"/>
                <a:cs typeface="Share Tech"/>
                <a:sym typeface="Share Tech"/>
              </a:rPr>
              <a:t>Round 2: Technical + HR round (16th of August 2022)</a:t>
            </a:r>
            <a:endParaRPr sz="2000">
              <a:latin typeface="Share Tech"/>
              <a:ea typeface="Share Tech"/>
              <a:cs typeface="Share Tech"/>
              <a:sym typeface="Share Tech"/>
            </a:endParaRPr>
          </a:p>
          <a:p>
            <a:pPr indent="0" lvl="0" marL="0" rtl="0" algn="l">
              <a:lnSpc>
                <a:spcPct val="100000"/>
              </a:lnSpc>
              <a:spcBef>
                <a:spcPts val="0"/>
              </a:spcBef>
              <a:spcAft>
                <a:spcPts val="0"/>
              </a:spcAft>
              <a:buClr>
                <a:srgbClr val="000000"/>
              </a:buClr>
              <a:buSzPts val="1300"/>
              <a:buFont typeface="Arial"/>
              <a:buNone/>
            </a:pPr>
            <a:r>
              <a:t/>
            </a:r>
            <a:endParaRPr sz="1600">
              <a:latin typeface="Times New Roman"/>
              <a:ea typeface="Times New Roman"/>
              <a:cs typeface="Times New Roman"/>
              <a:sym typeface="Times New Roman"/>
            </a:endParaRPr>
          </a:p>
          <a:p>
            <a:pPr indent="-330200" lvl="0" marL="457200" rtl="0" algn="l">
              <a:lnSpc>
                <a:spcPct val="120000"/>
              </a:lnSpc>
              <a:spcBef>
                <a:spcPts val="0"/>
              </a:spcBef>
              <a:spcAft>
                <a:spcPts val="0"/>
              </a:spcAft>
              <a:buSzPts val="1600"/>
              <a:buChar char="●"/>
            </a:pPr>
            <a:r>
              <a:rPr lang="en" sz="1600"/>
              <a:t>Then he asked me a tricky question to write a code to check if the string is palindrome or not without using loops.(This can be done by recursion).</a:t>
            </a:r>
            <a:endParaRPr sz="1600"/>
          </a:p>
          <a:p>
            <a:pPr indent="-330200" lvl="0" marL="457200" rtl="0" algn="l">
              <a:lnSpc>
                <a:spcPct val="120000"/>
              </a:lnSpc>
              <a:spcBef>
                <a:spcPts val="0"/>
              </a:spcBef>
              <a:spcAft>
                <a:spcPts val="0"/>
              </a:spcAft>
              <a:buSzPts val="1600"/>
              <a:buChar char="●"/>
            </a:pPr>
            <a:r>
              <a:rPr lang="en" sz="1600"/>
              <a:t>After that, he asked me "If not barclays then what?".</a:t>
            </a:r>
            <a:endParaRPr sz="1600"/>
          </a:p>
          <a:p>
            <a:pPr indent="-330200" lvl="0" marL="457200" rtl="0" algn="l">
              <a:lnSpc>
                <a:spcPct val="120000"/>
              </a:lnSpc>
              <a:spcBef>
                <a:spcPts val="0"/>
              </a:spcBef>
              <a:spcAft>
                <a:spcPts val="0"/>
              </a:spcAft>
              <a:buSzPts val="1600"/>
              <a:buChar char="●"/>
            </a:pPr>
            <a:r>
              <a:rPr lang="en" sz="1600"/>
              <a:t>Then he asked situational questions on Barclays's core values i.e RISES. (Keep atleast 2 examples of each value)</a:t>
            </a:r>
            <a:endParaRPr sz="1600"/>
          </a:p>
          <a:p>
            <a:pPr indent="-330200" lvl="0" marL="457200" rtl="0" algn="l">
              <a:lnSpc>
                <a:spcPct val="120000"/>
              </a:lnSpc>
              <a:spcBef>
                <a:spcPts val="0"/>
              </a:spcBef>
              <a:spcAft>
                <a:spcPts val="0"/>
              </a:spcAft>
              <a:buSzPts val="1600"/>
              <a:buChar char="●"/>
            </a:pPr>
            <a:r>
              <a:rPr lang="en" sz="1600"/>
              <a:t>At the end of my interview, interviewer asked me if i had any questions and i asked him two questions related to company. (Don’t forget to ask questions in the end).</a:t>
            </a:r>
            <a:endParaRPr sz="1600"/>
          </a:p>
          <a:p>
            <a:pPr indent="-330200" lvl="0" marL="457200" rtl="0" algn="l">
              <a:lnSpc>
                <a:spcPct val="120000"/>
              </a:lnSpc>
              <a:spcBef>
                <a:spcPts val="0"/>
              </a:spcBef>
              <a:spcAft>
                <a:spcPts val="0"/>
              </a:spcAft>
              <a:buSzPts val="1600"/>
              <a:buChar char="●"/>
            </a:pPr>
            <a:r>
              <a:rPr lang="en" sz="1600"/>
              <a:t>The interview lasted for around 45 Minutes.</a:t>
            </a:r>
            <a:endParaRPr sz="1600"/>
          </a:p>
          <a:p>
            <a:pPr indent="0" lvl="0" marL="0" rtl="0" algn="l">
              <a:lnSpc>
                <a:spcPct val="120000"/>
              </a:lnSpc>
              <a:spcBef>
                <a:spcPts val="0"/>
              </a:spcBef>
              <a:spcAft>
                <a:spcPts val="0"/>
              </a:spcAft>
              <a:buNone/>
            </a:pPr>
            <a:r>
              <a:t/>
            </a:r>
            <a:endParaRPr sz="1600"/>
          </a:p>
          <a:p>
            <a:pPr indent="0" lvl="0" marL="0" rtl="0" algn="l">
              <a:lnSpc>
                <a:spcPct val="120000"/>
              </a:lnSpc>
              <a:spcBef>
                <a:spcPts val="0"/>
              </a:spcBef>
              <a:spcAft>
                <a:spcPts val="0"/>
              </a:spcAft>
              <a:buNone/>
            </a:pPr>
            <a:r>
              <a:t/>
            </a:r>
            <a:endParaRPr sz="16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49"/>
          <p:cNvSpPr txBox="1"/>
          <p:nvPr>
            <p:ph type="title"/>
          </p:nvPr>
        </p:nvSpPr>
        <p:spPr>
          <a:xfrm>
            <a:off x="1297500" y="177625"/>
            <a:ext cx="7038900" cy="62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Tips : </a:t>
            </a:r>
            <a:endParaRPr/>
          </a:p>
        </p:txBody>
      </p:sp>
      <p:sp>
        <p:nvSpPr>
          <p:cNvPr id="587" name="Google Shape;587;p49"/>
          <p:cNvSpPr txBox="1"/>
          <p:nvPr>
            <p:ph idx="1" type="body"/>
          </p:nvPr>
        </p:nvSpPr>
        <p:spPr>
          <a:xfrm>
            <a:off x="1297500" y="704050"/>
            <a:ext cx="7392300" cy="3987300"/>
          </a:xfrm>
          <a:prstGeom prst="rect">
            <a:avLst/>
          </a:prstGeom>
        </p:spPr>
        <p:txBody>
          <a:bodyPr anchorCtr="0" anchor="t" bIns="91425" lIns="91425" spcFirstLastPara="1" rIns="91425" wrap="square" tIns="91425">
            <a:noAutofit/>
          </a:bodyPr>
          <a:lstStyle/>
          <a:p>
            <a:pPr indent="-323850" lvl="0" marL="457200" rtl="0" algn="l">
              <a:lnSpc>
                <a:spcPct val="125000"/>
              </a:lnSpc>
              <a:spcBef>
                <a:spcPts val="0"/>
              </a:spcBef>
              <a:spcAft>
                <a:spcPts val="0"/>
              </a:spcAft>
              <a:buSzPts val="1500"/>
              <a:buChar char="●"/>
            </a:pPr>
            <a:r>
              <a:rPr lang="en" sz="1500"/>
              <a:t>Solve technical aptitude questions to master time management as some questions may take more time.</a:t>
            </a:r>
            <a:endParaRPr sz="1500"/>
          </a:p>
          <a:p>
            <a:pPr indent="-323850" lvl="0" marL="457200" rtl="0" algn="l">
              <a:spcBef>
                <a:spcPts val="0"/>
              </a:spcBef>
              <a:spcAft>
                <a:spcPts val="0"/>
              </a:spcAft>
              <a:buSzPts val="1500"/>
              <a:buChar char="●"/>
            </a:pPr>
            <a:r>
              <a:rPr lang="en" sz="1600"/>
              <a:t>Be absolutely thorough with your resumé and only write what you feel most confident about.</a:t>
            </a:r>
            <a:endParaRPr sz="1500"/>
          </a:p>
          <a:p>
            <a:pPr indent="-323850" lvl="0" marL="457200" rtl="0" algn="l">
              <a:lnSpc>
                <a:spcPct val="125000"/>
              </a:lnSpc>
              <a:spcBef>
                <a:spcPts val="0"/>
              </a:spcBef>
              <a:spcAft>
                <a:spcPts val="0"/>
              </a:spcAft>
              <a:buSzPts val="1500"/>
              <a:buChar char="●"/>
            </a:pPr>
            <a:r>
              <a:rPr lang="en" sz="1500"/>
              <a:t>Practice problem solving questions on websites like HackerRank and Leetcode.</a:t>
            </a:r>
            <a:endParaRPr sz="1500"/>
          </a:p>
          <a:p>
            <a:pPr indent="-323850" lvl="0" marL="457200" rtl="0" algn="l">
              <a:lnSpc>
                <a:spcPct val="125000"/>
              </a:lnSpc>
              <a:spcBef>
                <a:spcPts val="0"/>
              </a:spcBef>
              <a:spcAft>
                <a:spcPts val="0"/>
              </a:spcAft>
              <a:buSzPts val="1500"/>
              <a:buChar char="●"/>
            </a:pPr>
            <a:r>
              <a:rPr lang="en" sz="1500"/>
              <a:t>Make sure to keep all the information regarding the company and study about their core values RISES.</a:t>
            </a:r>
            <a:endParaRPr sz="1500"/>
          </a:p>
          <a:p>
            <a:pPr indent="-323850" lvl="0" marL="457200" rtl="0" algn="l">
              <a:lnSpc>
                <a:spcPct val="125000"/>
              </a:lnSpc>
              <a:spcBef>
                <a:spcPts val="0"/>
              </a:spcBef>
              <a:spcAft>
                <a:spcPts val="0"/>
              </a:spcAft>
              <a:buSzPts val="1500"/>
              <a:buChar char="●"/>
            </a:pPr>
            <a:r>
              <a:rPr lang="en" sz="1500"/>
              <a:t>Prepare some good questions to ask the interviewer at the end of the interview.</a:t>
            </a:r>
            <a:endParaRPr sz="1500"/>
          </a:p>
          <a:p>
            <a:pPr indent="-323850" lvl="0" marL="457200" rtl="0" algn="l">
              <a:lnSpc>
                <a:spcPct val="125000"/>
              </a:lnSpc>
              <a:spcBef>
                <a:spcPts val="0"/>
              </a:spcBef>
              <a:spcAft>
                <a:spcPts val="0"/>
              </a:spcAft>
              <a:buSzPts val="1500"/>
              <a:buChar char="●"/>
            </a:pPr>
            <a:r>
              <a:rPr lang="en" sz="1500"/>
              <a:t>Read the past interview experiences of the candidates from GFG.</a:t>
            </a:r>
            <a:endParaRPr sz="1500"/>
          </a:p>
          <a:p>
            <a:pPr indent="-323850" lvl="0" marL="457200" rtl="0" algn="l">
              <a:lnSpc>
                <a:spcPct val="125000"/>
              </a:lnSpc>
              <a:spcBef>
                <a:spcPts val="0"/>
              </a:spcBef>
              <a:spcAft>
                <a:spcPts val="0"/>
              </a:spcAft>
              <a:buSzPts val="1500"/>
              <a:buChar char="●"/>
            </a:pPr>
            <a:r>
              <a:rPr lang="en" sz="1500"/>
              <a:t>Prepare for puzzles from GFG(it was not asked from me but asked from some other candidates)</a:t>
            </a:r>
            <a:endParaRPr sz="1500"/>
          </a:p>
          <a:p>
            <a:pPr indent="-323850" lvl="0" marL="457200" rtl="0" algn="l">
              <a:lnSpc>
                <a:spcPct val="125000"/>
              </a:lnSpc>
              <a:spcBef>
                <a:spcPts val="0"/>
              </a:spcBef>
              <a:spcAft>
                <a:spcPts val="0"/>
              </a:spcAft>
              <a:buSzPts val="1500"/>
              <a:buChar char="●"/>
            </a:pPr>
            <a:r>
              <a:rPr lang="en" sz="1500"/>
              <a:t>Be confident on your answers as the interviewer may try to trick you sometimes.</a:t>
            </a:r>
            <a:endParaRPr sz="15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50"/>
          <p:cNvSpPr txBox="1"/>
          <p:nvPr/>
        </p:nvSpPr>
        <p:spPr>
          <a:xfrm>
            <a:off x="1561650" y="751903"/>
            <a:ext cx="6020700" cy="881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5200">
                <a:solidFill>
                  <a:srgbClr val="FFFFFF"/>
                </a:solidFill>
                <a:latin typeface="Share Tech"/>
                <a:ea typeface="Share Tech"/>
                <a:cs typeface="Share Tech"/>
                <a:sym typeface="Share Tech"/>
              </a:rPr>
              <a:t>Feel free to contact us</a:t>
            </a:r>
            <a:endParaRPr sz="5200">
              <a:solidFill>
                <a:srgbClr val="FFFFFF"/>
              </a:solidFill>
              <a:latin typeface="Share Tech"/>
              <a:ea typeface="Share Tech"/>
              <a:cs typeface="Share Tech"/>
              <a:sym typeface="Share Tech"/>
            </a:endParaRPr>
          </a:p>
        </p:txBody>
      </p:sp>
      <p:sp>
        <p:nvSpPr>
          <p:cNvPr id="593" name="Google Shape;593;p50"/>
          <p:cNvSpPr txBox="1"/>
          <p:nvPr/>
        </p:nvSpPr>
        <p:spPr>
          <a:xfrm>
            <a:off x="894600" y="2200975"/>
            <a:ext cx="7354800" cy="22320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1900">
                <a:solidFill>
                  <a:schemeClr val="lt1"/>
                </a:solidFill>
                <a:latin typeface="Maven Pro"/>
                <a:ea typeface="Maven Pro"/>
                <a:cs typeface="Maven Pro"/>
                <a:sym typeface="Maven Pro"/>
              </a:rPr>
              <a:t>Srishti Shetty: 2019srishti.shetty@ves.ac.in</a:t>
            </a:r>
            <a:endParaRPr sz="1900">
              <a:solidFill>
                <a:schemeClr val="lt1"/>
              </a:solidFill>
              <a:latin typeface="Maven Pro"/>
              <a:ea typeface="Maven Pro"/>
              <a:cs typeface="Maven Pro"/>
              <a:sym typeface="Maven Pro"/>
            </a:endParaRPr>
          </a:p>
          <a:p>
            <a:pPr indent="0" lvl="0" marL="0" rtl="0" algn="ctr">
              <a:lnSpc>
                <a:spcPct val="150000"/>
              </a:lnSpc>
              <a:spcBef>
                <a:spcPts val="0"/>
              </a:spcBef>
              <a:spcAft>
                <a:spcPts val="0"/>
              </a:spcAft>
              <a:buNone/>
            </a:pPr>
            <a:r>
              <a:rPr lang="en" sz="1900">
                <a:solidFill>
                  <a:schemeClr val="lt1"/>
                </a:solidFill>
                <a:latin typeface="Maven Pro"/>
                <a:ea typeface="Maven Pro"/>
                <a:cs typeface="Maven Pro"/>
                <a:sym typeface="Maven Pro"/>
              </a:rPr>
              <a:t>Disha Raghani: 2019disha.raghani@ves.ac.in</a:t>
            </a:r>
            <a:endParaRPr sz="1900">
              <a:solidFill>
                <a:schemeClr val="lt1"/>
              </a:solidFill>
              <a:latin typeface="Maven Pro"/>
              <a:ea typeface="Maven Pro"/>
              <a:cs typeface="Maven Pro"/>
              <a:sym typeface="Maven Pro"/>
            </a:endParaRPr>
          </a:p>
          <a:p>
            <a:pPr indent="0" lvl="0" marL="0" rtl="0" algn="ctr">
              <a:lnSpc>
                <a:spcPct val="150000"/>
              </a:lnSpc>
              <a:spcBef>
                <a:spcPts val="0"/>
              </a:spcBef>
              <a:spcAft>
                <a:spcPts val="0"/>
              </a:spcAft>
              <a:buNone/>
            </a:pPr>
            <a:r>
              <a:rPr lang="en" sz="1900">
                <a:solidFill>
                  <a:schemeClr val="lt1"/>
                </a:solidFill>
                <a:latin typeface="Maven Pro"/>
                <a:ea typeface="Maven Pro"/>
                <a:cs typeface="Maven Pro"/>
                <a:sym typeface="Maven Pro"/>
              </a:rPr>
              <a:t>Aashish Nair: 2019aashish.nair@ves.ac.in</a:t>
            </a:r>
            <a:endParaRPr sz="1900">
              <a:solidFill>
                <a:schemeClr val="lt1"/>
              </a:solidFill>
              <a:latin typeface="Maven Pro"/>
              <a:ea typeface="Maven Pro"/>
              <a:cs typeface="Maven Pro"/>
              <a:sym typeface="Maven Pro"/>
            </a:endParaRPr>
          </a:p>
          <a:p>
            <a:pPr indent="0" lvl="0" marL="0" rtl="0" algn="ctr">
              <a:lnSpc>
                <a:spcPct val="150000"/>
              </a:lnSpc>
              <a:spcBef>
                <a:spcPts val="0"/>
              </a:spcBef>
              <a:spcAft>
                <a:spcPts val="0"/>
              </a:spcAft>
              <a:buNone/>
            </a:pPr>
            <a:r>
              <a:rPr lang="en" sz="1900">
                <a:solidFill>
                  <a:schemeClr val="lt1"/>
                </a:solidFill>
                <a:latin typeface="Maven Pro"/>
                <a:ea typeface="Maven Pro"/>
                <a:cs typeface="Maven Pro"/>
                <a:sym typeface="Maven Pro"/>
              </a:rPr>
              <a:t>Manigandan Kasimani: </a:t>
            </a:r>
            <a:r>
              <a:rPr lang="en" sz="1900" u="sng">
                <a:solidFill>
                  <a:schemeClr val="hlink"/>
                </a:solidFill>
                <a:latin typeface="Maven Pro"/>
                <a:ea typeface="Maven Pro"/>
                <a:cs typeface="Maven Pro"/>
                <a:sym typeface="Maven Pro"/>
                <a:hlinkClick r:id="rId3"/>
              </a:rPr>
              <a:t>2019manigandan.kasimani@ves.ac.in</a:t>
            </a:r>
            <a:endParaRPr sz="1900">
              <a:solidFill>
                <a:schemeClr val="lt1"/>
              </a:solidFill>
              <a:latin typeface="Maven Pro"/>
              <a:ea typeface="Maven Pro"/>
              <a:cs typeface="Maven Pro"/>
              <a:sym typeface="Maven Pro"/>
            </a:endParaRPr>
          </a:p>
          <a:p>
            <a:pPr indent="0" lvl="0" marL="0" rtl="0" algn="l">
              <a:lnSpc>
                <a:spcPct val="150000"/>
              </a:lnSpc>
              <a:spcBef>
                <a:spcPts val="0"/>
              </a:spcBef>
              <a:spcAft>
                <a:spcPts val="0"/>
              </a:spcAft>
              <a:buNone/>
            </a:pPr>
            <a:r>
              <a:rPr lang="en" sz="1900">
                <a:solidFill>
                  <a:schemeClr val="lt1"/>
                </a:solidFill>
                <a:latin typeface="Maven Pro"/>
                <a:ea typeface="Maven Pro"/>
                <a:cs typeface="Maven Pro"/>
                <a:sym typeface="Maven Pro"/>
              </a:rPr>
              <a:t>        Laveena Shewkani : 2019laveena.shewkani@ves.ac.in</a:t>
            </a:r>
            <a:endParaRPr sz="1900">
              <a:solidFill>
                <a:schemeClr val="lt1"/>
              </a:solidFill>
              <a:latin typeface="Maven Pro"/>
              <a:ea typeface="Maven Pro"/>
              <a:cs typeface="Maven Pro"/>
              <a:sym typeface="Maven Pr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pic>
        <p:nvPicPr>
          <p:cNvPr id="598" name="Google Shape;598;p51"/>
          <p:cNvPicPr preferRelativeResize="0"/>
          <p:nvPr/>
        </p:nvPicPr>
        <p:blipFill>
          <a:blip r:embed="rId3">
            <a:alphaModFix/>
          </a:blip>
          <a:stretch>
            <a:fillRect/>
          </a:stretch>
        </p:blipFill>
        <p:spPr>
          <a:xfrm>
            <a:off x="994813" y="499963"/>
            <a:ext cx="7154376" cy="41435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