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Advent Pro SemiBold"/>
      <p:regular r:id="rId20"/>
      <p:bold r:id="rId21"/>
      <p:italic r:id="rId22"/>
      <p:boldItalic r:id="rId23"/>
    </p:embeddedFont>
    <p:embeddedFont>
      <p:font typeface="Fira Sans Extra Condensed Medium"/>
      <p:regular r:id="rId24"/>
      <p:bold r:id="rId25"/>
      <p:italic r:id="rId26"/>
      <p:boldItalic r:id="rId27"/>
    </p:embeddedFont>
    <p:embeddedFont>
      <p:font typeface="Fira Sans Condensed Medium"/>
      <p:regular r:id="rId28"/>
      <p:bold r:id="rId29"/>
      <p:italic r:id="rId30"/>
      <p:boldItalic r:id="rId31"/>
    </p:embeddedFont>
    <p:embeddedFont>
      <p:font typeface="Maven Pro"/>
      <p:regular r:id="rId32"/>
      <p:bold r:id="rId33"/>
    </p:embeddedFont>
    <p:embeddedFont>
      <p:font typeface="Share Tech"/>
      <p:regular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dventProSemiBold-regular.fntdata"/><Relationship Id="rId22" Type="http://schemas.openxmlformats.org/officeDocument/2006/relationships/font" Target="fonts/AdventProSemiBold-italic.fntdata"/><Relationship Id="rId21" Type="http://schemas.openxmlformats.org/officeDocument/2006/relationships/font" Target="fonts/AdventProSemiBold-bold.fntdata"/><Relationship Id="rId24" Type="http://schemas.openxmlformats.org/officeDocument/2006/relationships/font" Target="fonts/FiraSansExtraCondensedMedium-regular.fntdata"/><Relationship Id="rId23" Type="http://schemas.openxmlformats.org/officeDocument/2006/relationships/font" Target="fonts/AdventPro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FiraSansExtraCondensedMedium-italic.fntdata"/><Relationship Id="rId25" Type="http://schemas.openxmlformats.org/officeDocument/2006/relationships/font" Target="fonts/FiraSansExtraCondensedMedium-bold.fntdata"/><Relationship Id="rId28" Type="http://schemas.openxmlformats.org/officeDocument/2006/relationships/font" Target="fonts/FiraSansCondensedMedium-regular.fntdata"/><Relationship Id="rId27" Type="http://schemas.openxmlformats.org/officeDocument/2006/relationships/font" Target="fonts/FiraSansExtraCondensedMedium-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FiraSansCondensed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iraSansCondensedMedium-boldItalic.fntdata"/><Relationship Id="rId30" Type="http://schemas.openxmlformats.org/officeDocument/2006/relationships/font" Target="fonts/FiraSansCondensedMedium-italic.fntdata"/><Relationship Id="rId11" Type="http://schemas.openxmlformats.org/officeDocument/2006/relationships/slide" Target="slides/slide6.xml"/><Relationship Id="rId33" Type="http://schemas.openxmlformats.org/officeDocument/2006/relationships/font" Target="fonts/MavenPro-bold.fntdata"/><Relationship Id="rId10" Type="http://schemas.openxmlformats.org/officeDocument/2006/relationships/slide" Target="slides/slide5.xml"/><Relationship Id="rId32" Type="http://schemas.openxmlformats.org/officeDocument/2006/relationships/font" Target="fonts/MavenPro-regular.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ShareTech-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0341ad3276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0341ad3276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20341ad3276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20341ad3276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0341ad3276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0341ad3276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0341ad3276_0_1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0341ad3276_0_1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0341ad3276_0_1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20341ad3276_0_1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0341ad3276_0_1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20341ad3276_0_1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042ed753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042ed753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042ed753b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2042ed753b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042ed753be_0_2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042ed753be_0_2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1f36f429353_0_1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1f36f429353_0_1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2042ed753be_0_2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2042ed753be_0_2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042ed753be_0_2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2042ed753be_0_2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042ed753be_0_2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042ed753be_0_2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561650" y="751888"/>
            <a:ext cx="60207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2924250" y="2804488"/>
            <a:ext cx="3295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13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 name="Google Shape;17;p2"/>
          <p:cNvGrpSpPr/>
          <p:nvPr/>
        </p:nvGrpSpPr>
        <p:grpSpPr>
          <a:xfrm>
            <a:off x="8263682" y="-434366"/>
            <a:ext cx="188886" cy="1181531"/>
            <a:chOff x="2877432" y="975334"/>
            <a:chExt cx="188886" cy="1181531"/>
          </a:xfrm>
        </p:grpSpPr>
        <p:sp>
          <p:nvSpPr>
            <p:cNvPr id="18" name="Google Shape;18;p2"/>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2"/>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 name="Google Shape;22;p2"/>
          <p:cNvGrpSpPr/>
          <p:nvPr/>
        </p:nvGrpSpPr>
        <p:grpSpPr>
          <a:xfrm>
            <a:off x="3090746" y="-533657"/>
            <a:ext cx="98059" cy="1147596"/>
            <a:chOff x="3347921" y="16006"/>
            <a:chExt cx="98059" cy="1147596"/>
          </a:xfrm>
        </p:grpSpPr>
        <p:sp>
          <p:nvSpPr>
            <p:cNvPr id="23" name="Google Shape;23;p2"/>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 name="Google Shape;25;p2"/>
          <p:cNvGrpSpPr/>
          <p:nvPr/>
        </p:nvGrpSpPr>
        <p:grpSpPr>
          <a:xfrm>
            <a:off x="4892771" y="-340112"/>
            <a:ext cx="121172" cy="760495"/>
            <a:chOff x="5245196" y="3136513"/>
            <a:chExt cx="121172" cy="760495"/>
          </a:xfrm>
        </p:grpSpPr>
        <p:sp>
          <p:nvSpPr>
            <p:cNvPr id="26" name="Google Shape;26;p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 name="Google Shape;28;p2"/>
          <p:cNvGrpSpPr/>
          <p:nvPr/>
        </p:nvGrpSpPr>
        <p:grpSpPr>
          <a:xfrm>
            <a:off x="250617" y="2402301"/>
            <a:ext cx="188650" cy="2468354"/>
            <a:chOff x="250617" y="2402301"/>
            <a:chExt cx="188650" cy="2468354"/>
          </a:xfrm>
        </p:grpSpPr>
        <p:sp>
          <p:nvSpPr>
            <p:cNvPr id="29" name="Google Shape;29;p2"/>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 name="Google Shape;33;p2"/>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2038689" y="173907"/>
            <a:ext cx="57599" cy="831799"/>
            <a:chOff x="2038689" y="173907"/>
            <a:chExt cx="57599" cy="831799"/>
          </a:xfrm>
        </p:grpSpPr>
        <p:sp>
          <p:nvSpPr>
            <p:cNvPr id="36" name="Google Shape;36;p2"/>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3"/>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 name="Google Shape;41;p3"/>
          <p:cNvGrpSpPr/>
          <p:nvPr/>
        </p:nvGrpSpPr>
        <p:grpSpPr>
          <a:xfrm>
            <a:off x="8263682" y="-434366"/>
            <a:ext cx="188886" cy="1181531"/>
            <a:chOff x="2877432" y="975334"/>
            <a:chExt cx="188886" cy="1181531"/>
          </a:xfrm>
        </p:grpSpPr>
        <p:sp>
          <p:nvSpPr>
            <p:cNvPr id="42" name="Google Shape;42;p3"/>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3"/>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3"/>
          <p:cNvGrpSpPr/>
          <p:nvPr/>
        </p:nvGrpSpPr>
        <p:grpSpPr>
          <a:xfrm>
            <a:off x="3643898" y="-436198"/>
            <a:ext cx="133252" cy="1952377"/>
            <a:chOff x="6780548" y="337714"/>
            <a:chExt cx="133252" cy="1952377"/>
          </a:xfrm>
        </p:grpSpPr>
        <p:sp>
          <p:nvSpPr>
            <p:cNvPr id="47" name="Google Shape;47;p3"/>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3"/>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 name="Google Shape;50;p3"/>
          <p:cNvGrpSpPr/>
          <p:nvPr/>
        </p:nvGrpSpPr>
        <p:grpSpPr>
          <a:xfrm>
            <a:off x="8008096" y="2108910"/>
            <a:ext cx="199001" cy="2139769"/>
            <a:chOff x="8008096" y="2108910"/>
            <a:chExt cx="199001" cy="2139769"/>
          </a:xfrm>
        </p:grpSpPr>
        <p:sp>
          <p:nvSpPr>
            <p:cNvPr id="51" name="Google Shape;51;p3"/>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 name="Google Shape;53;p3"/>
          <p:cNvGrpSpPr/>
          <p:nvPr/>
        </p:nvGrpSpPr>
        <p:grpSpPr>
          <a:xfrm>
            <a:off x="520996" y="1091548"/>
            <a:ext cx="199001" cy="2139769"/>
            <a:chOff x="8008096" y="2108910"/>
            <a:chExt cx="199001" cy="2139769"/>
          </a:xfrm>
        </p:grpSpPr>
        <p:sp>
          <p:nvSpPr>
            <p:cNvPr id="54" name="Google Shape;54;p3"/>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3"/>
          <p:cNvSpPr txBox="1"/>
          <p:nvPr>
            <p:ph type="ctrTitle"/>
          </p:nvPr>
        </p:nvSpPr>
        <p:spPr>
          <a:xfrm>
            <a:off x="2031287" y="1742775"/>
            <a:ext cx="2622000" cy="8373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000000"/>
              </a:buClr>
              <a:buSzPts val="1200"/>
              <a:buNone/>
              <a:defRPr sz="4800">
                <a:solidFill>
                  <a:schemeClr val="lt1"/>
                </a:solidFill>
              </a:defRPr>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p:txBody>
      </p:sp>
      <p:sp>
        <p:nvSpPr>
          <p:cNvPr id="57" name="Google Shape;57;p3"/>
          <p:cNvSpPr txBox="1"/>
          <p:nvPr>
            <p:ph idx="1" type="subTitle"/>
          </p:nvPr>
        </p:nvSpPr>
        <p:spPr>
          <a:xfrm>
            <a:off x="1791587" y="2417450"/>
            <a:ext cx="3101400" cy="104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58" name="Google Shape;58;p3"/>
          <p:cNvSpPr txBox="1"/>
          <p:nvPr>
            <p:ph hasCustomPrompt="1" idx="2" type="title"/>
          </p:nvPr>
        </p:nvSpPr>
        <p:spPr>
          <a:xfrm>
            <a:off x="5834900" y="2122225"/>
            <a:ext cx="9810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000000"/>
              </a:buClr>
              <a:buSzPts val="4800"/>
              <a:buNone/>
              <a:defRPr sz="6000"/>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 name="Shape 59"/>
        <p:cNvGrpSpPr/>
        <p:nvPr/>
      </p:nvGrpSpPr>
      <p:grpSpPr>
        <a:xfrm>
          <a:off x="0" y="0"/>
          <a:ext cx="0" cy="0"/>
          <a:chOff x="0" y="0"/>
          <a:chExt cx="0" cy="0"/>
        </a:xfrm>
      </p:grpSpPr>
      <p:sp>
        <p:nvSpPr>
          <p:cNvPr id="60" name="Google Shape;60;p4"/>
          <p:cNvSpPr txBox="1"/>
          <p:nvPr>
            <p:ph idx="1" type="body"/>
          </p:nvPr>
        </p:nvSpPr>
        <p:spPr>
          <a:xfrm>
            <a:off x="618825" y="1679175"/>
            <a:ext cx="3534300" cy="20901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61" name="Google Shape;61;p4"/>
          <p:cNvSpPr txBox="1"/>
          <p:nvPr>
            <p:ph type="ctrTitle"/>
          </p:nvPr>
        </p:nvSpPr>
        <p:spPr>
          <a:xfrm>
            <a:off x="618825" y="411675"/>
            <a:ext cx="26865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62" name="Google Shape;62;p4"/>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4"/>
          <p:cNvGrpSpPr/>
          <p:nvPr/>
        </p:nvGrpSpPr>
        <p:grpSpPr>
          <a:xfrm>
            <a:off x="8148521" y="3004593"/>
            <a:ext cx="98059" cy="1147596"/>
            <a:chOff x="3347921" y="16006"/>
            <a:chExt cx="98059" cy="1147596"/>
          </a:xfrm>
        </p:grpSpPr>
        <p:sp>
          <p:nvSpPr>
            <p:cNvPr id="68" name="Google Shape;68;p4"/>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 name="Google Shape;70;p4"/>
          <p:cNvGrpSpPr/>
          <p:nvPr/>
        </p:nvGrpSpPr>
        <p:grpSpPr>
          <a:xfrm>
            <a:off x="281421" y="3769263"/>
            <a:ext cx="121172" cy="760495"/>
            <a:chOff x="5245196" y="3136513"/>
            <a:chExt cx="121172" cy="760495"/>
          </a:xfrm>
        </p:grpSpPr>
        <p:sp>
          <p:nvSpPr>
            <p:cNvPr id="71" name="Google Shape;71;p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 name="Google Shape;73;p4"/>
          <p:cNvGrpSpPr/>
          <p:nvPr/>
        </p:nvGrpSpPr>
        <p:grpSpPr>
          <a:xfrm>
            <a:off x="8534739" y="4069632"/>
            <a:ext cx="57599" cy="831799"/>
            <a:chOff x="2038689" y="173907"/>
            <a:chExt cx="57599" cy="831799"/>
          </a:xfrm>
        </p:grpSpPr>
        <p:sp>
          <p:nvSpPr>
            <p:cNvPr id="74" name="Google Shape;74;p4"/>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4"/>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8" name="Shape 78"/>
        <p:cNvGrpSpPr/>
        <p:nvPr/>
      </p:nvGrpSpPr>
      <p:grpSpPr>
        <a:xfrm>
          <a:off x="0" y="0"/>
          <a:ext cx="0" cy="0"/>
          <a:chOff x="0" y="0"/>
          <a:chExt cx="0" cy="0"/>
        </a:xfrm>
      </p:grpSpPr>
      <p:sp>
        <p:nvSpPr>
          <p:cNvPr id="79" name="Google Shape;79;p5"/>
          <p:cNvSpPr txBox="1"/>
          <p:nvPr>
            <p:ph type="ctrTitle"/>
          </p:nvPr>
        </p:nvSpPr>
        <p:spPr>
          <a:xfrm>
            <a:off x="923625" y="1196026"/>
            <a:ext cx="982200" cy="5778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rgbClr val="000000"/>
              </a:buClr>
              <a:buSzPts val="1800"/>
              <a:buFont typeface="Fira Sans Condensed Medium"/>
              <a:buNone/>
              <a:defRPr sz="24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0" name="Google Shape;80;p5"/>
          <p:cNvSpPr txBox="1"/>
          <p:nvPr>
            <p:ph idx="1" type="subTitle"/>
          </p:nvPr>
        </p:nvSpPr>
        <p:spPr>
          <a:xfrm>
            <a:off x="923637" y="1684093"/>
            <a:ext cx="2620500" cy="111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81" name="Google Shape;81;p5"/>
          <p:cNvSpPr txBox="1"/>
          <p:nvPr>
            <p:ph idx="2" type="ctrTitle"/>
          </p:nvPr>
        </p:nvSpPr>
        <p:spPr>
          <a:xfrm>
            <a:off x="7050379" y="1196025"/>
            <a:ext cx="1137300" cy="5778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Clr>
                <a:srgbClr val="000000"/>
              </a:buClr>
              <a:buSzPts val="1800"/>
              <a:buFont typeface="Fira Sans Condensed Medium"/>
              <a:buNone/>
              <a:defRPr sz="24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82" name="Google Shape;82;p5"/>
          <p:cNvSpPr txBox="1"/>
          <p:nvPr>
            <p:ph idx="3" type="subTitle"/>
          </p:nvPr>
        </p:nvSpPr>
        <p:spPr>
          <a:xfrm>
            <a:off x="5450166" y="1684093"/>
            <a:ext cx="2737500" cy="1112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83" name="Google Shape;83;p5"/>
          <p:cNvSpPr txBox="1"/>
          <p:nvPr>
            <p:ph idx="4" type="ctrTitle"/>
          </p:nvPr>
        </p:nvSpPr>
        <p:spPr>
          <a:xfrm>
            <a:off x="618825" y="411675"/>
            <a:ext cx="46182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84" name="Google Shape;84;p5"/>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5"/>
          <p:cNvGrpSpPr/>
          <p:nvPr/>
        </p:nvGrpSpPr>
        <p:grpSpPr>
          <a:xfrm>
            <a:off x="6626134" y="-164562"/>
            <a:ext cx="121172" cy="760495"/>
            <a:chOff x="5245196" y="3136513"/>
            <a:chExt cx="121172" cy="760495"/>
          </a:xfrm>
        </p:grpSpPr>
        <p:sp>
          <p:nvSpPr>
            <p:cNvPr id="89" name="Google Shape;89;p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5"/>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3" name="Shape 93"/>
        <p:cNvGrpSpPr/>
        <p:nvPr/>
      </p:nvGrpSpPr>
      <p:grpSpPr>
        <a:xfrm>
          <a:off x="0" y="0"/>
          <a:ext cx="0" cy="0"/>
          <a:chOff x="0" y="0"/>
          <a:chExt cx="0" cy="0"/>
        </a:xfrm>
      </p:grpSpPr>
      <p:sp>
        <p:nvSpPr>
          <p:cNvPr id="94" name="Google Shape;94;p6"/>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95" name="Google Shape;95;p6"/>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6"/>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p7"/>
          <p:cNvSpPr txBox="1"/>
          <p:nvPr>
            <p:ph idx="1" type="body"/>
          </p:nvPr>
        </p:nvSpPr>
        <p:spPr>
          <a:xfrm>
            <a:off x="618306" y="2199025"/>
            <a:ext cx="1905900" cy="1296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6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07" name="Google Shape;107;p7"/>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108" name="Google Shape;108;p7"/>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 name="Google Shape;112;p7"/>
          <p:cNvGrpSpPr/>
          <p:nvPr/>
        </p:nvGrpSpPr>
        <p:grpSpPr>
          <a:xfrm>
            <a:off x="6626134" y="-164562"/>
            <a:ext cx="121172" cy="760495"/>
            <a:chOff x="5245196" y="3136513"/>
            <a:chExt cx="121172" cy="760495"/>
          </a:xfrm>
        </p:grpSpPr>
        <p:sp>
          <p:nvSpPr>
            <p:cNvPr id="113" name="Google Shape;113;p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7"/>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7" name="Shape 117"/>
        <p:cNvGrpSpPr/>
        <p:nvPr/>
      </p:nvGrpSpPr>
      <p:grpSpPr>
        <a:xfrm>
          <a:off x="0" y="0"/>
          <a:ext cx="0" cy="0"/>
          <a:chOff x="0" y="0"/>
          <a:chExt cx="0" cy="0"/>
        </a:xfrm>
      </p:grpSpPr>
      <p:sp>
        <p:nvSpPr>
          <p:cNvPr id="118" name="Google Shape;118;p8"/>
          <p:cNvSpPr txBox="1"/>
          <p:nvPr>
            <p:ph type="title"/>
          </p:nvPr>
        </p:nvSpPr>
        <p:spPr>
          <a:xfrm>
            <a:off x="2037000" y="1496400"/>
            <a:ext cx="5070000" cy="21507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19" name="Google Shape;119;p8"/>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13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 name="Google Shape;125;p8"/>
          <p:cNvGrpSpPr/>
          <p:nvPr/>
        </p:nvGrpSpPr>
        <p:grpSpPr>
          <a:xfrm>
            <a:off x="8263682" y="-434366"/>
            <a:ext cx="188886" cy="1181531"/>
            <a:chOff x="2877432" y="975334"/>
            <a:chExt cx="188886" cy="1181531"/>
          </a:xfrm>
        </p:grpSpPr>
        <p:sp>
          <p:nvSpPr>
            <p:cNvPr id="126" name="Google Shape;126;p8"/>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8"/>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 name="Google Shape;132;p8"/>
          <p:cNvGrpSpPr/>
          <p:nvPr/>
        </p:nvGrpSpPr>
        <p:grpSpPr>
          <a:xfrm>
            <a:off x="3090746" y="-533657"/>
            <a:ext cx="98059" cy="1147596"/>
            <a:chOff x="3347921" y="16006"/>
            <a:chExt cx="98059" cy="1147596"/>
          </a:xfrm>
        </p:grpSpPr>
        <p:sp>
          <p:nvSpPr>
            <p:cNvPr id="133" name="Google Shape;133;p8"/>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 name="Google Shape;135;p8"/>
          <p:cNvGrpSpPr/>
          <p:nvPr/>
        </p:nvGrpSpPr>
        <p:grpSpPr>
          <a:xfrm>
            <a:off x="4892771" y="-340112"/>
            <a:ext cx="121172" cy="760495"/>
            <a:chOff x="5245196" y="3136513"/>
            <a:chExt cx="121172" cy="760495"/>
          </a:xfrm>
        </p:grpSpPr>
        <p:sp>
          <p:nvSpPr>
            <p:cNvPr id="136" name="Google Shape;136;p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 name="Google Shape;138;p8"/>
          <p:cNvGrpSpPr/>
          <p:nvPr/>
        </p:nvGrpSpPr>
        <p:grpSpPr>
          <a:xfrm>
            <a:off x="6967836" y="85439"/>
            <a:ext cx="133252" cy="1952377"/>
            <a:chOff x="6780548" y="337714"/>
            <a:chExt cx="133252" cy="1952377"/>
          </a:xfrm>
        </p:grpSpPr>
        <p:sp>
          <p:nvSpPr>
            <p:cNvPr id="139" name="Google Shape;139;p8"/>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 name="Google Shape;141;p8"/>
          <p:cNvGrpSpPr/>
          <p:nvPr/>
        </p:nvGrpSpPr>
        <p:grpSpPr>
          <a:xfrm>
            <a:off x="250617" y="2402301"/>
            <a:ext cx="188650" cy="2468354"/>
            <a:chOff x="250617" y="2402301"/>
            <a:chExt cx="188650" cy="2468354"/>
          </a:xfrm>
        </p:grpSpPr>
        <p:sp>
          <p:nvSpPr>
            <p:cNvPr id="142" name="Google Shape;142;p8"/>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 name="Google Shape;146;p8"/>
          <p:cNvGrpSpPr/>
          <p:nvPr/>
        </p:nvGrpSpPr>
        <p:grpSpPr>
          <a:xfrm>
            <a:off x="982417" y="1695096"/>
            <a:ext cx="199237" cy="2828935"/>
            <a:chOff x="1608717" y="1280046"/>
            <a:chExt cx="199237" cy="2828935"/>
          </a:xfrm>
        </p:grpSpPr>
        <p:sp>
          <p:nvSpPr>
            <p:cNvPr id="147" name="Google Shape;147;p8"/>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 name="Google Shape;150;p8"/>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 name="Google Shape;151;p8"/>
          <p:cNvGrpSpPr/>
          <p:nvPr/>
        </p:nvGrpSpPr>
        <p:grpSpPr>
          <a:xfrm>
            <a:off x="2038689" y="173907"/>
            <a:ext cx="57599" cy="831799"/>
            <a:chOff x="2038689" y="173907"/>
            <a:chExt cx="57599" cy="831799"/>
          </a:xfrm>
        </p:grpSpPr>
        <p:sp>
          <p:nvSpPr>
            <p:cNvPr id="152" name="Google Shape;152;p8"/>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8"/>
          <p:cNvGrpSpPr/>
          <p:nvPr/>
        </p:nvGrpSpPr>
        <p:grpSpPr>
          <a:xfrm>
            <a:off x="8008096" y="2108910"/>
            <a:ext cx="199001" cy="2139769"/>
            <a:chOff x="8008096" y="2108910"/>
            <a:chExt cx="199001" cy="2139769"/>
          </a:xfrm>
        </p:grpSpPr>
        <p:sp>
          <p:nvSpPr>
            <p:cNvPr id="155" name="Google Shape;155;p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 name="Google Shape;157;p8"/>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 name="Google Shape;158;p8"/>
          <p:cNvGrpSpPr/>
          <p:nvPr/>
        </p:nvGrpSpPr>
        <p:grpSpPr>
          <a:xfrm>
            <a:off x="4095146" y="-859690"/>
            <a:ext cx="199001" cy="2139769"/>
            <a:chOff x="8008096" y="2108910"/>
            <a:chExt cx="199001" cy="2139769"/>
          </a:xfrm>
        </p:grpSpPr>
        <p:sp>
          <p:nvSpPr>
            <p:cNvPr id="159" name="Google Shape;159;p8"/>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8"/>
          <p:cNvGrpSpPr/>
          <p:nvPr/>
        </p:nvGrpSpPr>
        <p:grpSpPr>
          <a:xfrm>
            <a:off x="6333286" y="3704939"/>
            <a:ext cx="133252" cy="1952377"/>
            <a:chOff x="6780548" y="337714"/>
            <a:chExt cx="133252" cy="1952377"/>
          </a:xfrm>
        </p:grpSpPr>
        <p:sp>
          <p:nvSpPr>
            <p:cNvPr id="162" name="Google Shape;162;p8"/>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 name="Google Shape;164;p8"/>
          <p:cNvGrpSpPr/>
          <p:nvPr/>
        </p:nvGrpSpPr>
        <p:grpSpPr>
          <a:xfrm>
            <a:off x="2702021" y="3612763"/>
            <a:ext cx="121172" cy="760495"/>
            <a:chOff x="5245196" y="3136513"/>
            <a:chExt cx="121172" cy="760495"/>
          </a:xfrm>
        </p:grpSpPr>
        <p:sp>
          <p:nvSpPr>
            <p:cNvPr id="165" name="Google Shape;165;p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 name="Google Shape;167;p8"/>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9" name="Shape 169"/>
        <p:cNvGrpSpPr/>
        <p:nvPr/>
      </p:nvGrpSpPr>
      <p:grpSpPr>
        <a:xfrm>
          <a:off x="0" y="0"/>
          <a:ext cx="0" cy="0"/>
          <a:chOff x="0" y="0"/>
          <a:chExt cx="0" cy="0"/>
        </a:xfrm>
      </p:grpSpPr>
      <p:sp>
        <p:nvSpPr>
          <p:cNvPr id="170" name="Google Shape;170;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71" name="Google Shape;171;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72" name="Google Shape;172;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3" name="Shape 173"/>
        <p:cNvGrpSpPr/>
        <p:nvPr/>
      </p:nvGrpSpPr>
      <p:grpSpPr>
        <a:xfrm>
          <a:off x="0" y="0"/>
          <a:ext cx="0" cy="0"/>
          <a:chOff x="0" y="0"/>
          <a:chExt cx="0" cy="0"/>
        </a:xfrm>
      </p:grpSpPr>
      <p:sp>
        <p:nvSpPr>
          <p:cNvPr id="174" name="Google Shape;174;p10"/>
          <p:cNvSpPr txBox="1"/>
          <p:nvPr>
            <p:ph type="title"/>
          </p:nvPr>
        </p:nvSpPr>
        <p:spPr>
          <a:xfrm>
            <a:off x="581925" y="3391646"/>
            <a:ext cx="4126500" cy="13212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175" name="Shape 175"/>
        <p:cNvGrpSpPr/>
        <p:nvPr/>
      </p:nvGrpSpPr>
      <p:grpSpPr>
        <a:xfrm>
          <a:off x="0" y="0"/>
          <a:ext cx="0" cy="0"/>
          <a:chOff x="0" y="0"/>
          <a:chExt cx="0" cy="0"/>
        </a:xfrm>
      </p:grpSpPr>
      <p:sp>
        <p:nvSpPr>
          <p:cNvPr id="176" name="Google Shape;176;p11"/>
          <p:cNvSpPr txBox="1"/>
          <p:nvPr>
            <p:ph type="ctrTitle"/>
          </p:nvPr>
        </p:nvSpPr>
        <p:spPr>
          <a:xfrm>
            <a:off x="3068675" y="3075325"/>
            <a:ext cx="3055800" cy="547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5200"/>
              <a:buNone/>
              <a:defRPr sz="2400">
                <a:solidFill>
                  <a:schemeClr val="accen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77" name="Google Shape;177;p11"/>
          <p:cNvSpPr txBox="1"/>
          <p:nvPr>
            <p:ph idx="1" type="subTitle"/>
          </p:nvPr>
        </p:nvSpPr>
        <p:spPr>
          <a:xfrm>
            <a:off x="2333000" y="1799075"/>
            <a:ext cx="4478100" cy="792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8" name="Google Shape;178;p11"/>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 name="Google Shape;183;p11"/>
          <p:cNvGrpSpPr/>
          <p:nvPr/>
        </p:nvGrpSpPr>
        <p:grpSpPr>
          <a:xfrm>
            <a:off x="8217007" y="3576772"/>
            <a:ext cx="188886" cy="1181531"/>
            <a:chOff x="2877432" y="975334"/>
            <a:chExt cx="188886" cy="1181531"/>
          </a:xfrm>
        </p:grpSpPr>
        <p:sp>
          <p:nvSpPr>
            <p:cNvPr id="184" name="Google Shape;184;p11"/>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 name="Google Shape;187;p11"/>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 name="Google Shape;188;p11"/>
          <p:cNvGrpSpPr/>
          <p:nvPr/>
        </p:nvGrpSpPr>
        <p:grpSpPr>
          <a:xfrm>
            <a:off x="7519346" y="3243318"/>
            <a:ext cx="98059" cy="1147596"/>
            <a:chOff x="3347921" y="16006"/>
            <a:chExt cx="98059" cy="1147596"/>
          </a:xfrm>
        </p:grpSpPr>
        <p:sp>
          <p:nvSpPr>
            <p:cNvPr id="189" name="Google Shape;189;p11"/>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 name="Google Shape;191;p11"/>
          <p:cNvGrpSpPr/>
          <p:nvPr/>
        </p:nvGrpSpPr>
        <p:grpSpPr>
          <a:xfrm>
            <a:off x="805821" y="2953663"/>
            <a:ext cx="121172" cy="760495"/>
            <a:chOff x="5245196" y="3136513"/>
            <a:chExt cx="121172" cy="760495"/>
          </a:xfrm>
        </p:grpSpPr>
        <p:sp>
          <p:nvSpPr>
            <p:cNvPr id="192" name="Google Shape;192;p11"/>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250617" y="2402301"/>
            <a:ext cx="188650" cy="2468354"/>
            <a:chOff x="250617" y="2402301"/>
            <a:chExt cx="188650" cy="2468354"/>
          </a:xfrm>
        </p:grpSpPr>
        <p:sp>
          <p:nvSpPr>
            <p:cNvPr id="195" name="Google Shape;195;p11"/>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 name="Google Shape;199;p11"/>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 name="Google Shape;201;p11"/>
          <p:cNvGrpSpPr/>
          <p:nvPr/>
        </p:nvGrpSpPr>
        <p:grpSpPr>
          <a:xfrm>
            <a:off x="2038689" y="173907"/>
            <a:ext cx="57599" cy="831799"/>
            <a:chOff x="2038689" y="173907"/>
            <a:chExt cx="57599" cy="831799"/>
          </a:xfrm>
        </p:grpSpPr>
        <p:sp>
          <p:nvSpPr>
            <p:cNvPr id="202" name="Google Shape;202;p11"/>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1"/>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 name="Google Shape;204;p11"/>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5" name="Google Shape;205;p11"/>
          <p:cNvGrpSpPr/>
          <p:nvPr/>
        </p:nvGrpSpPr>
        <p:grpSpPr>
          <a:xfrm>
            <a:off x="4920170" y="-496491"/>
            <a:ext cx="188886" cy="1181531"/>
            <a:chOff x="2877432" y="975334"/>
            <a:chExt cx="188886" cy="1181531"/>
          </a:xfrm>
        </p:grpSpPr>
        <p:sp>
          <p:nvSpPr>
            <p:cNvPr id="206" name="Google Shape;206;p11"/>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5750">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41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2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 name="Google Shape;209;p11"/>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 name="Google Shape;210;p11"/>
          <p:cNvGrpSpPr/>
          <p:nvPr/>
        </p:nvGrpSpPr>
        <p:grpSpPr>
          <a:xfrm>
            <a:off x="3030471" y="-223849"/>
            <a:ext cx="121172" cy="760495"/>
            <a:chOff x="5245196" y="3136513"/>
            <a:chExt cx="121172" cy="760495"/>
          </a:xfrm>
        </p:grpSpPr>
        <p:sp>
          <p:nvSpPr>
            <p:cNvPr id="211" name="Google Shape;211;p11"/>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 name="Google Shape;213;p11"/>
          <p:cNvGrpSpPr/>
          <p:nvPr/>
        </p:nvGrpSpPr>
        <p:grpSpPr>
          <a:xfrm>
            <a:off x="2306292" y="2569221"/>
            <a:ext cx="199237" cy="2828935"/>
            <a:chOff x="1608717" y="1280046"/>
            <a:chExt cx="199237" cy="2828935"/>
          </a:xfrm>
        </p:grpSpPr>
        <p:sp>
          <p:nvSpPr>
            <p:cNvPr id="214" name="Google Shape;214;p11"/>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7" name="Shape 217"/>
        <p:cNvGrpSpPr/>
        <p:nvPr/>
      </p:nvGrpSpPr>
      <p:grpSpPr>
        <a:xfrm>
          <a:off x="0" y="0"/>
          <a:ext cx="0" cy="0"/>
          <a:chOff x="0" y="0"/>
          <a:chExt cx="0" cy="0"/>
        </a:xfrm>
      </p:grpSpPr>
      <p:sp>
        <p:nvSpPr>
          <p:cNvPr id="218" name="Google Shape;218;p12"/>
          <p:cNvSpPr txBox="1"/>
          <p:nvPr>
            <p:ph hasCustomPrompt="1" type="title"/>
          </p:nvPr>
        </p:nvSpPr>
        <p:spPr>
          <a:xfrm>
            <a:off x="1733725" y="856650"/>
            <a:ext cx="5676600" cy="12303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8000">
                <a:solidFill>
                  <a:schemeClr val="accen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19" name="Google Shape;219;p12"/>
          <p:cNvSpPr txBox="1"/>
          <p:nvPr>
            <p:ph idx="1" type="body"/>
          </p:nvPr>
        </p:nvSpPr>
        <p:spPr>
          <a:xfrm>
            <a:off x="3208075" y="2086950"/>
            <a:ext cx="2727900" cy="7155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grpSp>
        <p:nvGrpSpPr>
          <p:cNvPr id="220" name="Google Shape;220;p12"/>
          <p:cNvGrpSpPr/>
          <p:nvPr/>
        </p:nvGrpSpPr>
        <p:grpSpPr>
          <a:xfrm>
            <a:off x="722446" y="3412541"/>
            <a:ext cx="7699120" cy="1883463"/>
            <a:chOff x="4558950" y="838825"/>
            <a:chExt cx="2813800" cy="688350"/>
          </a:xfrm>
        </p:grpSpPr>
        <p:sp>
          <p:nvSpPr>
            <p:cNvPr id="221" name="Google Shape;221;p12"/>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2"/>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2"/>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2"/>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2"/>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2"/>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2"/>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2"/>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2"/>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2"/>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2"/>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2"/>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2"/>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56" name="Shape 256"/>
        <p:cNvGrpSpPr/>
        <p:nvPr/>
      </p:nvGrpSpPr>
      <p:grpSpPr>
        <a:xfrm>
          <a:off x="0" y="0"/>
          <a:ext cx="0" cy="0"/>
          <a:chOff x="0" y="0"/>
          <a:chExt cx="0" cy="0"/>
        </a:xfrm>
      </p:grpSpPr>
      <p:sp>
        <p:nvSpPr>
          <p:cNvPr id="257" name="Google Shape;257;p13"/>
          <p:cNvSpPr txBox="1"/>
          <p:nvPr>
            <p:ph idx="1" type="subTitle"/>
          </p:nvPr>
        </p:nvSpPr>
        <p:spPr>
          <a:xfrm>
            <a:off x="6429027" y="3829680"/>
            <a:ext cx="24282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258" name="Google Shape;258;p13"/>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3"/>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3"/>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3"/>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3"/>
          <p:cNvSpPr txBox="1"/>
          <p:nvPr>
            <p:ph type="ctrTitle"/>
          </p:nvPr>
        </p:nvSpPr>
        <p:spPr>
          <a:xfrm>
            <a:off x="970814" y="3396800"/>
            <a:ext cx="21525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69" name="Google Shape;269;p13"/>
          <p:cNvSpPr txBox="1"/>
          <p:nvPr>
            <p:ph idx="2" type="subTitle"/>
          </p:nvPr>
        </p:nvSpPr>
        <p:spPr>
          <a:xfrm>
            <a:off x="970814" y="3829680"/>
            <a:ext cx="24282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270" name="Google Shape;270;p13"/>
          <p:cNvSpPr txBox="1"/>
          <p:nvPr>
            <p:ph hasCustomPrompt="1" idx="3" type="title"/>
          </p:nvPr>
        </p:nvSpPr>
        <p:spPr>
          <a:xfrm>
            <a:off x="970814" y="2645887"/>
            <a:ext cx="1753800" cy="577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000000"/>
              </a:buClr>
              <a:buSzPts val="4800"/>
              <a:buNone/>
              <a:defRPr sz="4800">
                <a:solidFill>
                  <a:schemeClr val="accent2"/>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1" name="Google Shape;271;p13"/>
          <p:cNvSpPr txBox="1"/>
          <p:nvPr>
            <p:ph idx="4" type="ctrTitle"/>
          </p:nvPr>
        </p:nvSpPr>
        <p:spPr>
          <a:xfrm>
            <a:off x="3690348" y="3396800"/>
            <a:ext cx="13866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2" name="Google Shape;272;p13"/>
          <p:cNvSpPr txBox="1"/>
          <p:nvPr>
            <p:ph idx="5" type="subTitle"/>
          </p:nvPr>
        </p:nvSpPr>
        <p:spPr>
          <a:xfrm>
            <a:off x="3690341" y="3829680"/>
            <a:ext cx="2428200" cy="572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273" name="Google Shape;273;p13"/>
          <p:cNvSpPr txBox="1"/>
          <p:nvPr>
            <p:ph hasCustomPrompt="1" idx="6" type="title"/>
          </p:nvPr>
        </p:nvSpPr>
        <p:spPr>
          <a:xfrm>
            <a:off x="3690341" y="2645887"/>
            <a:ext cx="1753800" cy="577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000000"/>
              </a:buClr>
              <a:buSzPts val="4800"/>
              <a:buNone/>
              <a:defRPr sz="4800">
                <a:solidFill>
                  <a:schemeClr val="accent3"/>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4" name="Google Shape;274;p13"/>
          <p:cNvSpPr txBox="1"/>
          <p:nvPr>
            <p:ph idx="7" type="ctrTitle"/>
          </p:nvPr>
        </p:nvSpPr>
        <p:spPr>
          <a:xfrm>
            <a:off x="618825" y="411675"/>
            <a:ext cx="45762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275" name="Google Shape;275;p13"/>
          <p:cNvSpPr txBox="1"/>
          <p:nvPr>
            <p:ph idx="8" type="ctrTitle"/>
          </p:nvPr>
        </p:nvSpPr>
        <p:spPr>
          <a:xfrm>
            <a:off x="6428436" y="3377738"/>
            <a:ext cx="22518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76" name="Google Shape;276;p13"/>
          <p:cNvSpPr txBox="1"/>
          <p:nvPr>
            <p:ph hasCustomPrompt="1" idx="9" type="title"/>
          </p:nvPr>
        </p:nvSpPr>
        <p:spPr>
          <a:xfrm>
            <a:off x="6428436" y="2645887"/>
            <a:ext cx="1753800" cy="5778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000000"/>
              </a:buClr>
              <a:buSzPts val="4800"/>
              <a:buNone/>
              <a:defRPr sz="4800">
                <a:solidFill>
                  <a:schemeClr val="accent1"/>
                </a:solidFill>
              </a:defRPr>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277" name="Google Shape;277;p13"/>
          <p:cNvSpPr txBox="1"/>
          <p:nvPr>
            <p:ph idx="13" type="ctrTitle"/>
          </p:nvPr>
        </p:nvSpPr>
        <p:spPr>
          <a:xfrm>
            <a:off x="6429027" y="3396800"/>
            <a:ext cx="22518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rtl="0">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278" name="Shape 278"/>
        <p:cNvGrpSpPr/>
        <p:nvPr/>
      </p:nvGrpSpPr>
      <p:grpSpPr>
        <a:xfrm>
          <a:off x="0" y="0"/>
          <a:ext cx="0" cy="0"/>
          <a:chOff x="0" y="0"/>
          <a:chExt cx="0" cy="0"/>
        </a:xfrm>
      </p:grpSpPr>
      <p:sp>
        <p:nvSpPr>
          <p:cNvPr id="279" name="Google Shape;279;p14"/>
          <p:cNvSpPr txBox="1"/>
          <p:nvPr>
            <p:ph type="ctrTitle"/>
          </p:nvPr>
        </p:nvSpPr>
        <p:spPr>
          <a:xfrm>
            <a:off x="4696481" y="1365079"/>
            <a:ext cx="26556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0" name="Google Shape;280;p14"/>
          <p:cNvSpPr txBox="1"/>
          <p:nvPr>
            <p:ph idx="1" type="subTitle"/>
          </p:nvPr>
        </p:nvSpPr>
        <p:spPr>
          <a:xfrm>
            <a:off x="4696481" y="1835141"/>
            <a:ext cx="3039300" cy="93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6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281" name="Google Shape;281;p14"/>
          <p:cNvSpPr txBox="1"/>
          <p:nvPr>
            <p:ph idx="2" type="ctrTitle"/>
          </p:nvPr>
        </p:nvSpPr>
        <p:spPr>
          <a:xfrm>
            <a:off x="1900150" y="3127942"/>
            <a:ext cx="24729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282" name="Google Shape;282;p14"/>
          <p:cNvSpPr txBox="1"/>
          <p:nvPr>
            <p:ph idx="3" type="subTitle"/>
          </p:nvPr>
        </p:nvSpPr>
        <p:spPr>
          <a:xfrm>
            <a:off x="1333875" y="3598390"/>
            <a:ext cx="3039300" cy="1179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6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283" name="Google Shape;283;p14"/>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7" name="Google Shape;287;p14"/>
          <p:cNvGrpSpPr/>
          <p:nvPr/>
        </p:nvGrpSpPr>
        <p:grpSpPr>
          <a:xfrm>
            <a:off x="6626134" y="-164562"/>
            <a:ext cx="121172" cy="760495"/>
            <a:chOff x="5245196" y="3136513"/>
            <a:chExt cx="121172" cy="760495"/>
          </a:xfrm>
        </p:grpSpPr>
        <p:sp>
          <p:nvSpPr>
            <p:cNvPr id="288" name="Google Shape;288;p1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 name="Google Shape;290;p14"/>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4"/>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4"/>
          <p:cNvSpPr txBox="1"/>
          <p:nvPr>
            <p:ph idx="4"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293" name="Shape 293"/>
        <p:cNvGrpSpPr/>
        <p:nvPr/>
      </p:nvGrpSpPr>
      <p:grpSpPr>
        <a:xfrm>
          <a:off x="0" y="0"/>
          <a:ext cx="0" cy="0"/>
          <a:chOff x="0" y="0"/>
          <a:chExt cx="0" cy="0"/>
        </a:xfrm>
      </p:grpSpPr>
      <p:sp>
        <p:nvSpPr>
          <p:cNvPr id="294" name="Google Shape;294;p15"/>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5"/>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 name="Google Shape;298;p15"/>
          <p:cNvGrpSpPr/>
          <p:nvPr/>
        </p:nvGrpSpPr>
        <p:grpSpPr>
          <a:xfrm>
            <a:off x="6626134" y="-164562"/>
            <a:ext cx="121172" cy="760495"/>
            <a:chOff x="5245196" y="3136513"/>
            <a:chExt cx="121172" cy="760495"/>
          </a:xfrm>
        </p:grpSpPr>
        <p:sp>
          <p:nvSpPr>
            <p:cNvPr id="299" name="Google Shape;299;p1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 name="Google Shape;301;p15"/>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txBox="1"/>
          <p:nvPr>
            <p:ph type="ctrTitle"/>
          </p:nvPr>
        </p:nvSpPr>
        <p:spPr>
          <a:xfrm>
            <a:off x="891226" y="1267450"/>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4" name="Google Shape;304;p15"/>
          <p:cNvSpPr txBox="1"/>
          <p:nvPr>
            <p:ph idx="1" type="subTitle"/>
          </p:nvPr>
        </p:nvSpPr>
        <p:spPr>
          <a:xfrm>
            <a:off x="891226" y="3491100"/>
            <a:ext cx="18813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05" name="Google Shape;305;p15"/>
          <p:cNvSpPr txBox="1"/>
          <p:nvPr>
            <p:ph idx="2" type="ctrTitle"/>
          </p:nvPr>
        </p:nvSpPr>
        <p:spPr>
          <a:xfrm>
            <a:off x="3503173" y="1267450"/>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6" name="Google Shape;306;p15"/>
          <p:cNvSpPr txBox="1"/>
          <p:nvPr>
            <p:ph idx="3" type="subTitle"/>
          </p:nvPr>
        </p:nvSpPr>
        <p:spPr>
          <a:xfrm>
            <a:off x="3503173" y="3491100"/>
            <a:ext cx="18813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07" name="Google Shape;307;p15"/>
          <p:cNvSpPr txBox="1"/>
          <p:nvPr>
            <p:ph idx="4" type="ctrTitle"/>
          </p:nvPr>
        </p:nvSpPr>
        <p:spPr>
          <a:xfrm>
            <a:off x="6124594" y="1267450"/>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8" name="Google Shape;308;p15"/>
          <p:cNvSpPr txBox="1"/>
          <p:nvPr>
            <p:ph idx="5" type="subTitle"/>
          </p:nvPr>
        </p:nvSpPr>
        <p:spPr>
          <a:xfrm>
            <a:off x="6124594" y="3491100"/>
            <a:ext cx="1881300" cy="1112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09" name="Google Shape;309;p15"/>
          <p:cNvSpPr txBox="1"/>
          <p:nvPr>
            <p:ph idx="6"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310" name="Shape 310"/>
        <p:cNvGrpSpPr/>
        <p:nvPr/>
      </p:nvGrpSpPr>
      <p:grpSpPr>
        <a:xfrm>
          <a:off x="0" y="0"/>
          <a:ext cx="0" cy="0"/>
          <a:chOff x="0" y="0"/>
          <a:chExt cx="0" cy="0"/>
        </a:xfrm>
      </p:grpSpPr>
      <p:sp>
        <p:nvSpPr>
          <p:cNvPr id="311" name="Google Shape;311;p16"/>
          <p:cNvSpPr txBox="1"/>
          <p:nvPr>
            <p:ph type="ctrTitle"/>
          </p:nvPr>
        </p:nvSpPr>
        <p:spPr>
          <a:xfrm>
            <a:off x="1121525" y="23022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2" name="Google Shape;312;p16"/>
          <p:cNvSpPr txBox="1"/>
          <p:nvPr>
            <p:ph idx="1" type="subTitle"/>
          </p:nvPr>
        </p:nvSpPr>
        <p:spPr>
          <a:xfrm>
            <a:off x="961925" y="1643751"/>
            <a:ext cx="22005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13" name="Google Shape;313;p16"/>
          <p:cNvSpPr txBox="1"/>
          <p:nvPr>
            <p:ph idx="2" type="ctrTitle"/>
          </p:nvPr>
        </p:nvSpPr>
        <p:spPr>
          <a:xfrm>
            <a:off x="3628263" y="23022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4" name="Google Shape;314;p16"/>
          <p:cNvSpPr txBox="1"/>
          <p:nvPr>
            <p:ph idx="3" type="subTitle"/>
          </p:nvPr>
        </p:nvSpPr>
        <p:spPr>
          <a:xfrm>
            <a:off x="3468663" y="1643759"/>
            <a:ext cx="22005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15" name="Google Shape;315;p16"/>
          <p:cNvSpPr txBox="1"/>
          <p:nvPr>
            <p:ph idx="4" type="ctrTitle"/>
          </p:nvPr>
        </p:nvSpPr>
        <p:spPr>
          <a:xfrm>
            <a:off x="6142624" y="23022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6" name="Google Shape;316;p16"/>
          <p:cNvSpPr txBox="1"/>
          <p:nvPr>
            <p:ph idx="5" type="subTitle"/>
          </p:nvPr>
        </p:nvSpPr>
        <p:spPr>
          <a:xfrm>
            <a:off x="5947924" y="1643751"/>
            <a:ext cx="22707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17" name="Google Shape;317;p16"/>
          <p:cNvSpPr txBox="1"/>
          <p:nvPr>
            <p:ph idx="6"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318" name="Google Shape;318;p16"/>
          <p:cNvSpPr txBox="1"/>
          <p:nvPr>
            <p:ph idx="7" type="ctrTitle"/>
          </p:nvPr>
        </p:nvSpPr>
        <p:spPr>
          <a:xfrm>
            <a:off x="1121525" y="41348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9" name="Google Shape;319;p16"/>
          <p:cNvSpPr txBox="1"/>
          <p:nvPr>
            <p:ph idx="8" type="subTitle"/>
          </p:nvPr>
        </p:nvSpPr>
        <p:spPr>
          <a:xfrm>
            <a:off x="961925" y="3479251"/>
            <a:ext cx="22005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20" name="Google Shape;320;p16"/>
          <p:cNvSpPr txBox="1"/>
          <p:nvPr>
            <p:ph idx="9" type="ctrTitle"/>
          </p:nvPr>
        </p:nvSpPr>
        <p:spPr>
          <a:xfrm>
            <a:off x="3628263" y="41348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1" name="Google Shape;321;p16"/>
          <p:cNvSpPr txBox="1"/>
          <p:nvPr>
            <p:ph idx="13" type="subTitle"/>
          </p:nvPr>
        </p:nvSpPr>
        <p:spPr>
          <a:xfrm>
            <a:off x="3533613" y="3479251"/>
            <a:ext cx="20706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22" name="Google Shape;322;p16"/>
          <p:cNvSpPr txBox="1"/>
          <p:nvPr>
            <p:ph idx="14" type="ctrTitle"/>
          </p:nvPr>
        </p:nvSpPr>
        <p:spPr>
          <a:xfrm>
            <a:off x="6142624" y="4134800"/>
            <a:ext cx="1881300" cy="4596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3" name="Google Shape;323;p16"/>
          <p:cNvSpPr txBox="1"/>
          <p:nvPr>
            <p:ph idx="15" type="subTitle"/>
          </p:nvPr>
        </p:nvSpPr>
        <p:spPr>
          <a:xfrm>
            <a:off x="5947924" y="3479251"/>
            <a:ext cx="2270700" cy="8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3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24" name="Google Shape;324;p16"/>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6"/>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6"/>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6"/>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6"/>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6"/>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333" name="Shape 333"/>
        <p:cNvGrpSpPr/>
        <p:nvPr/>
      </p:nvGrpSpPr>
      <p:grpSpPr>
        <a:xfrm>
          <a:off x="0" y="0"/>
          <a:ext cx="0" cy="0"/>
          <a:chOff x="0" y="0"/>
          <a:chExt cx="0" cy="0"/>
        </a:xfrm>
      </p:grpSpPr>
      <p:sp>
        <p:nvSpPr>
          <p:cNvPr id="334" name="Google Shape;334;p17"/>
          <p:cNvSpPr txBox="1"/>
          <p:nvPr>
            <p:ph type="ctrTitle"/>
          </p:nvPr>
        </p:nvSpPr>
        <p:spPr>
          <a:xfrm>
            <a:off x="1218541" y="1373195"/>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5" name="Google Shape;335;p17"/>
          <p:cNvSpPr txBox="1"/>
          <p:nvPr>
            <p:ph idx="1" type="subTitle"/>
          </p:nvPr>
        </p:nvSpPr>
        <p:spPr>
          <a:xfrm>
            <a:off x="1218541" y="1865495"/>
            <a:ext cx="1881300" cy="64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36" name="Google Shape;336;p17"/>
          <p:cNvSpPr txBox="1"/>
          <p:nvPr>
            <p:ph idx="2" type="ctrTitle"/>
          </p:nvPr>
        </p:nvSpPr>
        <p:spPr>
          <a:xfrm>
            <a:off x="6054555" y="1373195"/>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7" name="Google Shape;337;p17"/>
          <p:cNvSpPr txBox="1"/>
          <p:nvPr>
            <p:ph idx="3" type="subTitle"/>
          </p:nvPr>
        </p:nvSpPr>
        <p:spPr>
          <a:xfrm>
            <a:off x="6054555" y="1865495"/>
            <a:ext cx="1881300" cy="64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38" name="Google Shape;338;p17"/>
          <p:cNvSpPr txBox="1"/>
          <p:nvPr>
            <p:ph idx="4" type="ctrTitle"/>
          </p:nvPr>
        </p:nvSpPr>
        <p:spPr>
          <a:xfrm>
            <a:off x="1218541" y="2778806"/>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39" name="Google Shape;339;p17"/>
          <p:cNvSpPr txBox="1"/>
          <p:nvPr>
            <p:ph idx="5" type="subTitle"/>
          </p:nvPr>
        </p:nvSpPr>
        <p:spPr>
          <a:xfrm>
            <a:off x="1116841" y="3271106"/>
            <a:ext cx="2084700" cy="64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40" name="Google Shape;340;p17"/>
          <p:cNvSpPr txBox="1"/>
          <p:nvPr>
            <p:ph idx="6" type="ctrTitle"/>
          </p:nvPr>
        </p:nvSpPr>
        <p:spPr>
          <a:xfrm>
            <a:off x="6054555" y="2778806"/>
            <a:ext cx="1881300" cy="6447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rgbClr val="000000"/>
              </a:buClr>
              <a:buSzPts val="1800"/>
              <a:buFont typeface="Fira Sans Condensed Medium"/>
              <a:buNone/>
              <a:defRPr sz="2000">
                <a:solidFill>
                  <a:schemeClr val="lt1"/>
                </a:solidFill>
              </a:defRPr>
            </a:lvl1pPr>
            <a:lvl2pPr lvl="1"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rtl="0" algn="ctr">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1" name="Google Shape;341;p17"/>
          <p:cNvSpPr txBox="1"/>
          <p:nvPr>
            <p:ph idx="7" type="subTitle"/>
          </p:nvPr>
        </p:nvSpPr>
        <p:spPr>
          <a:xfrm>
            <a:off x="6054555" y="3271106"/>
            <a:ext cx="1881300" cy="644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42" name="Google Shape;342;p17"/>
          <p:cNvSpPr txBox="1"/>
          <p:nvPr>
            <p:ph idx="8"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343" name="Google Shape;343;p17"/>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7"/>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7"/>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7"/>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7"/>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7"/>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7"/>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7"/>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7"/>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7"/>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353" name="Shape 353"/>
        <p:cNvGrpSpPr/>
        <p:nvPr/>
      </p:nvGrpSpPr>
      <p:grpSpPr>
        <a:xfrm>
          <a:off x="0" y="0"/>
          <a:ext cx="0" cy="0"/>
          <a:chOff x="0" y="0"/>
          <a:chExt cx="0" cy="0"/>
        </a:xfrm>
      </p:grpSpPr>
      <p:sp>
        <p:nvSpPr>
          <p:cNvPr id="354" name="Google Shape;354;p18"/>
          <p:cNvSpPr txBox="1"/>
          <p:nvPr>
            <p:ph type="ctrTitle"/>
          </p:nvPr>
        </p:nvSpPr>
        <p:spPr>
          <a:xfrm>
            <a:off x="915161" y="2299544"/>
            <a:ext cx="1881300" cy="6447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sz="1800">
                <a:solidFill>
                  <a:srgbClr val="000000"/>
                </a:solidFill>
              </a:defRPr>
            </a:lvl4pPr>
            <a:lvl5pPr lvl="4" rtl="0" algn="ctr">
              <a:spcBef>
                <a:spcPts val="0"/>
              </a:spcBef>
              <a:spcAft>
                <a:spcPts val="0"/>
              </a:spcAft>
              <a:buClr>
                <a:srgbClr val="000000"/>
              </a:buClr>
              <a:buSzPts val="1800"/>
              <a:buNone/>
              <a:defRPr sz="1800">
                <a:solidFill>
                  <a:srgbClr val="000000"/>
                </a:solidFill>
              </a:defRPr>
            </a:lvl5pPr>
            <a:lvl6pPr lvl="5" rtl="0" algn="ctr">
              <a:spcBef>
                <a:spcPts val="0"/>
              </a:spcBef>
              <a:spcAft>
                <a:spcPts val="0"/>
              </a:spcAft>
              <a:buClr>
                <a:srgbClr val="000000"/>
              </a:buClr>
              <a:buSzPts val="1800"/>
              <a:buNone/>
              <a:defRPr sz="1800">
                <a:solidFill>
                  <a:srgbClr val="000000"/>
                </a:solidFill>
              </a:defRPr>
            </a:lvl6pPr>
            <a:lvl7pPr lvl="6" rtl="0" algn="ctr">
              <a:spcBef>
                <a:spcPts val="0"/>
              </a:spcBef>
              <a:spcAft>
                <a:spcPts val="0"/>
              </a:spcAft>
              <a:buClr>
                <a:srgbClr val="000000"/>
              </a:buClr>
              <a:buSzPts val="1800"/>
              <a:buNone/>
              <a:defRPr sz="1800">
                <a:solidFill>
                  <a:srgbClr val="000000"/>
                </a:solidFill>
              </a:defRPr>
            </a:lvl7pPr>
            <a:lvl8pPr lvl="7" rtl="0" algn="ctr">
              <a:spcBef>
                <a:spcPts val="0"/>
              </a:spcBef>
              <a:spcAft>
                <a:spcPts val="0"/>
              </a:spcAft>
              <a:buClr>
                <a:srgbClr val="000000"/>
              </a:buClr>
              <a:buSzPts val="1800"/>
              <a:buNone/>
              <a:defRPr sz="1800">
                <a:solidFill>
                  <a:srgbClr val="000000"/>
                </a:solidFill>
              </a:defRPr>
            </a:lvl8pPr>
            <a:lvl9pPr lvl="8" rtl="0" algn="ctr">
              <a:spcBef>
                <a:spcPts val="0"/>
              </a:spcBef>
              <a:spcAft>
                <a:spcPts val="0"/>
              </a:spcAft>
              <a:buClr>
                <a:srgbClr val="000000"/>
              </a:buClr>
              <a:buSzPts val="1800"/>
              <a:buNone/>
              <a:defRPr sz="1800">
                <a:solidFill>
                  <a:srgbClr val="000000"/>
                </a:solidFill>
              </a:defRPr>
            </a:lvl9pPr>
          </a:lstStyle>
          <a:p/>
        </p:txBody>
      </p:sp>
      <p:sp>
        <p:nvSpPr>
          <p:cNvPr id="355" name="Google Shape;355;p18"/>
          <p:cNvSpPr txBox="1"/>
          <p:nvPr>
            <p:ph idx="1" type="subTitle"/>
          </p:nvPr>
        </p:nvSpPr>
        <p:spPr>
          <a:xfrm>
            <a:off x="879139" y="1777397"/>
            <a:ext cx="1917300" cy="644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56" name="Google Shape;356;p18"/>
          <p:cNvSpPr txBox="1"/>
          <p:nvPr>
            <p:ph idx="2" type="ctrTitle"/>
          </p:nvPr>
        </p:nvSpPr>
        <p:spPr>
          <a:xfrm>
            <a:off x="6345518" y="2299544"/>
            <a:ext cx="1881300" cy="644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sz="1800">
                <a:solidFill>
                  <a:srgbClr val="000000"/>
                </a:solidFill>
              </a:defRPr>
            </a:lvl4pPr>
            <a:lvl5pPr lvl="4" rtl="0" algn="ctr">
              <a:spcBef>
                <a:spcPts val="0"/>
              </a:spcBef>
              <a:spcAft>
                <a:spcPts val="0"/>
              </a:spcAft>
              <a:buClr>
                <a:srgbClr val="000000"/>
              </a:buClr>
              <a:buSzPts val="1800"/>
              <a:buNone/>
              <a:defRPr sz="1800">
                <a:solidFill>
                  <a:srgbClr val="000000"/>
                </a:solidFill>
              </a:defRPr>
            </a:lvl5pPr>
            <a:lvl6pPr lvl="5" rtl="0" algn="ctr">
              <a:spcBef>
                <a:spcPts val="0"/>
              </a:spcBef>
              <a:spcAft>
                <a:spcPts val="0"/>
              </a:spcAft>
              <a:buClr>
                <a:srgbClr val="000000"/>
              </a:buClr>
              <a:buSzPts val="1800"/>
              <a:buNone/>
              <a:defRPr sz="1800">
                <a:solidFill>
                  <a:srgbClr val="000000"/>
                </a:solidFill>
              </a:defRPr>
            </a:lvl6pPr>
            <a:lvl7pPr lvl="6" rtl="0" algn="ctr">
              <a:spcBef>
                <a:spcPts val="0"/>
              </a:spcBef>
              <a:spcAft>
                <a:spcPts val="0"/>
              </a:spcAft>
              <a:buClr>
                <a:srgbClr val="000000"/>
              </a:buClr>
              <a:buSzPts val="1800"/>
              <a:buNone/>
              <a:defRPr sz="1800">
                <a:solidFill>
                  <a:srgbClr val="000000"/>
                </a:solidFill>
              </a:defRPr>
            </a:lvl7pPr>
            <a:lvl8pPr lvl="7" rtl="0" algn="ctr">
              <a:spcBef>
                <a:spcPts val="0"/>
              </a:spcBef>
              <a:spcAft>
                <a:spcPts val="0"/>
              </a:spcAft>
              <a:buClr>
                <a:srgbClr val="000000"/>
              </a:buClr>
              <a:buSzPts val="1800"/>
              <a:buNone/>
              <a:defRPr sz="1800">
                <a:solidFill>
                  <a:srgbClr val="000000"/>
                </a:solidFill>
              </a:defRPr>
            </a:lvl8pPr>
            <a:lvl9pPr lvl="8" rtl="0" algn="ctr">
              <a:spcBef>
                <a:spcPts val="0"/>
              </a:spcBef>
              <a:spcAft>
                <a:spcPts val="0"/>
              </a:spcAft>
              <a:buClr>
                <a:srgbClr val="000000"/>
              </a:buClr>
              <a:buSzPts val="1800"/>
              <a:buNone/>
              <a:defRPr sz="1800">
                <a:solidFill>
                  <a:srgbClr val="000000"/>
                </a:solidFill>
              </a:defRPr>
            </a:lvl9pPr>
          </a:lstStyle>
          <a:p/>
        </p:txBody>
      </p:sp>
      <p:sp>
        <p:nvSpPr>
          <p:cNvPr id="357" name="Google Shape;357;p18"/>
          <p:cNvSpPr txBox="1"/>
          <p:nvPr>
            <p:ph idx="3" type="subTitle"/>
          </p:nvPr>
        </p:nvSpPr>
        <p:spPr>
          <a:xfrm>
            <a:off x="6345518" y="1777397"/>
            <a:ext cx="1881300" cy="644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58" name="Google Shape;358;p18"/>
          <p:cNvSpPr txBox="1"/>
          <p:nvPr>
            <p:ph idx="4" type="ctrTitle"/>
          </p:nvPr>
        </p:nvSpPr>
        <p:spPr>
          <a:xfrm>
            <a:off x="915161" y="2861525"/>
            <a:ext cx="1881300" cy="644700"/>
          </a:xfrm>
          <a:prstGeom prst="rect">
            <a:avLst/>
          </a:prstGeom>
          <a:ln>
            <a:noFill/>
          </a:ln>
        </p:spPr>
        <p:txBody>
          <a:bodyPr anchorCtr="0" anchor="b" bIns="91425" lIns="91425" spcFirstLastPara="1" rIns="91425" wrap="square" tIns="91425">
            <a:noAutofit/>
          </a:bodyPr>
          <a:lstStyle>
            <a:lvl1pPr lvl="0" rtl="0" algn="r">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sz="1800">
                <a:solidFill>
                  <a:srgbClr val="000000"/>
                </a:solidFill>
              </a:defRPr>
            </a:lvl4pPr>
            <a:lvl5pPr lvl="4" rtl="0" algn="ctr">
              <a:spcBef>
                <a:spcPts val="0"/>
              </a:spcBef>
              <a:spcAft>
                <a:spcPts val="0"/>
              </a:spcAft>
              <a:buClr>
                <a:srgbClr val="000000"/>
              </a:buClr>
              <a:buSzPts val="1800"/>
              <a:buNone/>
              <a:defRPr sz="1800">
                <a:solidFill>
                  <a:srgbClr val="000000"/>
                </a:solidFill>
              </a:defRPr>
            </a:lvl5pPr>
            <a:lvl6pPr lvl="5" rtl="0" algn="ctr">
              <a:spcBef>
                <a:spcPts val="0"/>
              </a:spcBef>
              <a:spcAft>
                <a:spcPts val="0"/>
              </a:spcAft>
              <a:buClr>
                <a:srgbClr val="000000"/>
              </a:buClr>
              <a:buSzPts val="1800"/>
              <a:buNone/>
              <a:defRPr sz="1800">
                <a:solidFill>
                  <a:srgbClr val="000000"/>
                </a:solidFill>
              </a:defRPr>
            </a:lvl6pPr>
            <a:lvl7pPr lvl="6" rtl="0" algn="ctr">
              <a:spcBef>
                <a:spcPts val="0"/>
              </a:spcBef>
              <a:spcAft>
                <a:spcPts val="0"/>
              </a:spcAft>
              <a:buClr>
                <a:srgbClr val="000000"/>
              </a:buClr>
              <a:buSzPts val="1800"/>
              <a:buNone/>
              <a:defRPr sz="1800">
                <a:solidFill>
                  <a:srgbClr val="000000"/>
                </a:solidFill>
              </a:defRPr>
            </a:lvl7pPr>
            <a:lvl8pPr lvl="7" rtl="0" algn="ctr">
              <a:spcBef>
                <a:spcPts val="0"/>
              </a:spcBef>
              <a:spcAft>
                <a:spcPts val="0"/>
              </a:spcAft>
              <a:buClr>
                <a:srgbClr val="000000"/>
              </a:buClr>
              <a:buSzPts val="1800"/>
              <a:buNone/>
              <a:defRPr sz="1800">
                <a:solidFill>
                  <a:srgbClr val="000000"/>
                </a:solidFill>
              </a:defRPr>
            </a:lvl8pPr>
            <a:lvl9pPr lvl="8" rtl="0" algn="ctr">
              <a:spcBef>
                <a:spcPts val="0"/>
              </a:spcBef>
              <a:spcAft>
                <a:spcPts val="0"/>
              </a:spcAft>
              <a:buClr>
                <a:srgbClr val="000000"/>
              </a:buClr>
              <a:buSzPts val="1800"/>
              <a:buNone/>
              <a:defRPr sz="1800">
                <a:solidFill>
                  <a:srgbClr val="000000"/>
                </a:solidFill>
              </a:defRPr>
            </a:lvl9pPr>
          </a:lstStyle>
          <a:p/>
        </p:txBody>
      </p:sp>
      <p:sp>
        <p:nvSpPr>
          <p:cNvPr id="359" name="Google Shape;359;p18"/>
          <p:cNvSpPr txBox="1"/>
          <p:nvPr>
            <p:ph idx="5" type="subTitle"/>
          </p:nvPr>
        </p:nvSpPr>
        <p:spPr>
          <a:xfrm>
            <a:off x="915161" y="3353275"/>
            <a:ext cx="1881300" cy="644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60" name="Google Shape;360;p18"/>
          <p:cNvSpPr txBox="1"/>
          <p:nvPr>
            <p:ph idx="6" type="ctrTitle"/>
          </p:nvPr>
        </p:nvSpPr>
        <p:spPr>
          <a:xfrm>
            <a:off x="6345518" y="2861525"/>
            <a:ext cx="1881300" cy="644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rtl="0" algn="ctr">
              <a:spcBef>
                <a:spcPts val="0"/>
              </a:spcBef>
              <a:spcAft>
                <a:spcPts val="0"/>
              </a:spcAft>
              <a:buClr>
                <a:srgbClr val="000000"/>
              </a:buClr>
              <a:buSzPts val="1800"/>
              <a:buNone/>
              <a:defRPr sz="1800">
                <a:solidFill>
                  <a:srgbClr val="000000"/>
                </a:solidFill>
              </a:defRPr>
            </a:lvl2pPr>
            <a:lvl3pPr lvl="2" rtl="0" algn="ctr">
              <a:spcBef>
                <a:spcPts val="0"/>
              </a:spcBef>
              <a:spcAft>
                <a:spcPts val="0"/>
              </a:spcAft>
              <a:buClr>
                <a:srgbClr val="000000"/>
              </a:buClr>
              <a:buSzPts val="1800"/>
              <a:buNone/>
              <a:defRPr sz="1800">
                <a:solidFill>
                  <a:srgbClr val="000000"/>
                </a:solidFill>
              </a:defRPr>
            </a:lvl3pPr>
            <a:lvl4pPr lvl="3" rtl="0" algn="ctr">
              <a:spcBef>
                <a:spcPts val="0"/>
              </a:spcBef>
              <a:spcAft>
                <a:spcPts val="0"/>
              </a:spcAft>
              <a:buClr>
                <a:srgbClr val="000000"/>
              </a:buClr>
              <a:buSzPts val="1800"/>
              <a:buNone/>
              <a:defRPr sz="1800">
                <a:solidFill>
                  <a:srgbClr val="000000"/>
                </a:solidFill>
              </a:defRPr>
            </a:lvl4pPr>
            <a:lvl5pPr lvl="4" rtl="0" algn="ctr">
              <a:spcBef>
                <a:spcPts val="0"/>
              </a:spcBef>
              <a:spcAft>
                <a:spcPts val="0"/>
              </a:spcAft>
              <a:buClr>
                <a:srgbClr val="000000"/>
              </a:buClr>
              <a:buSzPts val="1800"/>
              <a:buNone/>
              <a:defRPr sz="1800">
                <a:solidFill>
                  <a:srgbClr val="000000"/>
                </a:solidFill>
              </a:defRPr>
            </a:lvl5pPr>
            <a:lvl6pPr lvl="5" rtl="0" algn="ctr">
              <a:spcBef>
                <a:spcPts val="0"/>
              </a:spcBef>
              <a:spcAft>
                <a:spcPts val="0"/>
              </a:spcAft>
              <a:buClr>
                <a:srgbClr val="000000"/>
              </a:buClr>
              <a:buSzPts val="1800"/>
              <a:buNone/>
              <a:defRPr sz="1800">
                <a:solidFill>
                  <a:srgbClr val="000000"/>
                </a:solidFill>
              </a:defRPr>
            </a:lvl6pPr>
            <a:lvl7pPr lvl="6" rtl="0" algn="ctr">
              <a:spcBef>
                <a:spcPts val="0"/>
              </a:spcBef>
              <a:spcAft>
                <a:spcPts val="0"/>
              </a:spcAft>
              <a:buClr>
                <a:srgbClr val="000000"/>
              </a:buClr>
              <a:buSzPts val="1800"/>
              <a:buNone/>
              <a:defRPr sz="1800">
                <a:solidFill>
                  <a:srgbClr val="000000"/>
                </a:solidFill>
              </a:defRPr>
            </a:lvl7pPr>
            <a:lvl8pPr lvl="7" rtl="0" algn="ctr">
              <a:spcBef>
                <a:spcPts val="0"/>
              </a:spcBef>
              <a:spcAft>
                <a:spcPts val="0"/>
              </a:spcAft>
              <a:buClr>
                <a:srgbClr val="000000"/>
              </a:buClr>
              <a:buSzPts val="1800"/>
              <a:buNone/>
              <a:defRPr sz="1800">
                <a:solidFill>
                  <a:srgbClr val="000000"/>
                </a:solidFill>
              </a:defRPr>
            </a:lvl8pPr>
            <a:lvl9pPr lvl="8" rtl="0" algn="ctr">
              <a:spcBef>
                <a:spcPts val="0"/>
              </a:spcBef>
              <a:spcAft>
                <a:spcPts val="0"/>
              </a:spcAft>
              <a:buClr>
                <a:srgbClr val="000000"/>
              </a:buClr>
              <a:buSzPts val="1800"/>
              <a:buNone/>
              <a:defRPr sz="1800">
                <a:solidFill>
                  <a:srgbClr val="000000"/>
                </a:solidFill>
              </a:defRPr>
            </a:lvl9pPr>
          </a:lstStyle>
          <a:p/>
        </p:txBody>
      </p:sp>
      <p:sp>
        <p:nvSpPr>
          <p:cNvPr id="361" name="Google Shape;361;p18"/>
          <p:cNvSpPr txBox="1"/>
          <p:nvPr>
            <p:ph idx="7" type="subTitle"/>
          </p:nvPr>
        </p:nvSpPr>
        <p:spPr>
          <a:xfrm>
            <a:off x="6345518" y="3353275"/>
            <a:ext cx="1656600" cy="64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400"/>
            </a:lvl1pPr>
            <a:lvl2pPr lvl="1" rtl="0" algn="ctr">
              <a:lnSpc>
                <a:spcPct val="100000"/>
              </a:lnSpc>
              <a:spcBef>
                <a:spcPts val="0"/>
              </a:spcBef>
              <a:spcAft>
                <a:spcPts val="0"/>
              </a:spcAft>
              <a:buClr>
                <a:srgbClr val="000000"/>
              </a:buClr>
              <a:buSzPts val="1000"/>
              <a:buNone/>
              <a:defRPr sz="1000">
                <a:solidFill>
                  <a:srgbClr val="000000"/>
                </a:solidFill>
              </a:defRPr>
            </a:lvl2pPr>
            <a:lvl3pPr lvl="2" rtl="0" algn="ctr">
              <a:lnSpc>
                <a:spcPct val="100000"/>
              </a:lnSpc>
              <a:spcBef>
                <a:spcPts val="0"/>
              </a:spcBef>
              <a:spcAft>
                <a:spcPts val="0"/>
              </a:spcAft>
              <a:buClr>
                <a:srgbClr val="000000"/>
              </a:buClr>
              <a:buSzPts val="1000"/>
              <a:buNone/>
              <a:defRPr sz="1000">
                <a:solidFill>
                  <a:srgbClr val="000000"/>
                </a:solidFill>
              </a:defRPr>
            </a:lvl3pPr>
            <a:lvl4pPr lvl="3" rtl="0" algn="ctr">
              <a:lnSpc>
                <a:spcPct val="100000"/>
              </a:lnSpc>
              <a:spcBef>
                <a:spcPts val="0"/>
              </a:spcBef>
              <a:spcAft>
                <a:spcPts val="0"/>
              </a:spcAft>
              <a:buClr>
                <a:srgbClr val="000000"/>
              </a:buClr>
              <a:buSzPts val="1000"/>
              <a:buNone/>
              <a:defRPr sz="1000">
                <a:solidFill>
                  <a:srgbClr val="000000"/>
                </a:solidFill>
              </a:defRPr>
            </a:lvl4pPr>
            <a:lvl5pPr lvl="4" rtl="0" algn="ctr">
              <a:lnSpc>
                <a:spcPct val="100000"/>
              </a:lnSpc>
              <a:spcBef>
                <a:spcPts val="0"/>
              </a:spcBef>
              <a:spcAft>
                <a:spcPts val="0"/>
              </a:spcAft>
              <a:buClr>
                <a:srgbClr val="000000"/>
              </a:buClr>
              <a:buSzPts val="1000"/>
              <a:buNone/>
              <a:defRPr sz="1000">
                <a:solidFill>
                  <a:srgbClr val="000000"/>
                </a:solidFill>
              </a:defRPr>
            </a:lvl5pPr>
            <a:lvl6pPr lvl="5" rtl="0" algn="ctr">
              <a:lnSpc>
                <a:spcPct val="100000"/>
              </a:lnSpc>
              <a:spcBef>
                <a:spcPts val="0"/>
              </a:spcBef>
              <a:spcAft>
                <a:spcPts val="0"/>
              </a:spcAft>
              <a:buClr>
                <a:srgbClr val="000000"/>
              </a:buClr>
              <a:buSzPts val="1000"/>
              <a:buNone/>
              <a:defRPr sz="1000">
                <a:solidFill>
                  <a:srgbClr val="000000"/>
                </a:solidFill>
              </a:defRPr>
            </a:lvl6pPr>
            <a:lvl7pPr lvl="6" rtl="0" algn="ctr">
              <a:lnSpc>
                <a:spcPct val="100000"/>
              </a:lnSpc>
              <a:spcBef>
                <a:spcPts val="0"/>
              </a:spcBef>
              <a:spcAft>
                <a:spcPts val="0"/>
              </a:spcAft>
              <a:buClr>
                <a:srgbClr val="000000"/>
              </a:buClr>
              <a:buSzPts val="1000"/>
              <a:buNone/>
              <a:defRPr sz="1000">
                <a:solidFill>
                  <a:srgbClr val="000000"/>
                </a:solidFill>
              </a:defRPr>
            </a:lvl7pPr>
            <a:lvl8pPr lvl="7" rtl="0" algn="ctr">
              <a:lnSpc>
                <a:spcPct val="100000"/>
              </a:lnSpc>
              <a:spcBef>
                <a:spcPts val="0"/>
              </a:spcBef>
              <a:spcAft>
                <a:spcPts val="0"/>
              </a:spcAft>
              <a:buClr>
                <a:srgbClr val="000000"/>
              </a:buClr>
              <a:buSzPts val="1000"/>
              <a:buNone/>
              <a:defRPr sz="1000">
                <a:solidFill>
                  <a:srgbClr val="000000"/>
                </a:solidFill>
              </a:defRPr>
            </a:lvl8pPr>
            <a:lvl9pPr lvl="8" rtl="0" algn="ctr">
              <a:lnSpc>
                <a:spcPct val="100000"/>
              </a:lnSpc>
              <a:spcBef>
                <a:spcPts val="0"/>
              </a:spcBef>
              <a:spcAft>
                <a:spcPts val="0"/>
              </a:spcAft>
              <a:buClr>
                <a:srgbClr val="000000"/>
              </a:buClr>
              <a:buSzPts val="1000"/>
              <a:buNone/>
              <a:defRPr sz="1000">
                <a:solidFill>
                  <a:srgbClr val="000000"/>
                </a:solidFill>
              </a:defRPr>
            </a:lvl9pPr>
          </a:lstStyle>
          <a:p/>
        </p:txBody>
      </p:sp>
      <p:sp>
        <p:nvSpPr>
          <p:cNvPr id="362" name="Google Shape;362;p18"/>
          <p:cNvSpPr txBox="1"/>
          <p:nvPr>
            <p:ph idx="8"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363" name="Google Shape;363;p18"/>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8"/>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8"/>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8"/>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8"/>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8"/>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8"/>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8"/>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8"/>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8"/>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73" name="Shape 373"/>
        <p:cNvGrpSpPr/>
        <p:nvPr/>
      </p:nvGrpSpPr>
      <p:grpSpPr>
        <a:xfrm>
          <a:off x="0" y="0"/>
          <a:ext cx="0" cy="0"/>
          <a:chOff x="0" y="0"/>
          <a:chExt cx="0" cy="0"/>
        </a:xfrm>
      </p:grpSpPr>
      <p:sp>
        <p:nvSpPr>
          <p:cNvPr id="374" name="Google Shape;374;p19"/>
          <p:cNvSpPr txBox="1"/>
          <p:nvPr>
            <p:ph type="title"/>
          </p:nvPr>
        </p:nvSpPr>
        <p:spPr>
          <a:xfrm>
            <a:off x="2471150" y="1830075"/>
            <a:ext cx="3823200" cy="1121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7200">
                <a:solidFill>
                  <a:schemeClr val="lt1"/>
                </a:solidFill>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75" name="Google Shape;375;p19"/>
          <p:cNvSpPr txBox="1"/>
          <p:nvPr>
            <p:ph idx="1" type="subTitle"/>
          </p:nvPr>
        </p:nvSpPr>
        <p:spPr>
          <a:xfrm>
            <a:off x="2902550" y="540000"/>
            <a:ext cx="2960400" cy="135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76" name="Google Shape;376;p19"/>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300"/>
              </a:spcBef>
              <a:spcAft>
                <a:spcPts val="0"/>
              </a:spcAft>
              <a:buNone/>
            </a:pPr>
            <a:r>
              <a:rPr lang="en" sz="1000">
                <a:solidFill>
                  <a:schemeClr val="lt1"/>
                </a:solidFill>
                <a:latin typeface="Maven Pro"/>
                <a:ea typeface="Maven Pro"/>
                <a:cs typeface="Maven Pro"/>
                <a:sym typeface="Maven Pro"/>
              </a:rPr>
              <a:t>CREDITS: This presentation template was created by </a:t>
            </a:r>
            <a:r>
              <a:rPr lang="en" sz="1000">
                <a:solidFill>
                  <a:schemeClr val="accent1"/>
                </a:solidFill>
                <a:uFill>
                  <a:noFill/>
                </a:uFill>
                <a:latin typeface="Maven Pro"/>
                <a:ea typeface="Maven Pro"/>
                <a:cs typeface="Maven Pro"/>
                <a:sym typeface="Maven Pro"/>
                <a:hlinkClick r:id="rId2">
                  <a:extLst>
                    <a:ext uri="{A12FA001-AC4F-418D-AE19-62706E023703}">
                      <ahyp:hlinkClr val="tx"/>
                    </a:ext>
                  </a:extLst>
                </a:hlinkClick>
              </a:rPr>
              <a:t>Slidesgo</a:t>
            </a:r>
            <a:r>
              <a:rPr lang="en" sz="1000">
                <a:solidFill>
                  <a:schemeClr val="lt1"/>
                </a:solidFill>
                <a:latin typeface="Maven Pro"/>
                <a:ea typeface="Maven Pro"/>
                <a:cs typeface="Maven Pro"/>
                <a:sym typeface="Maven Pro"/>
              </a:rPr>
              <a:t>, including icons by </a:t>
            </a:r>
            <a:r>
              <a:rPr lang="en" sz="1000">
                <a:solidFill>
                  <a:schemeClr val="accent2"/>
                </a:solidFill>
                <a:uFill>
                  <a:noFill/>
                </a:uFill>
                <a:latin typeface="Maven Pro"/>
                <a:ea typeface="Maven Pro"/>
                <a:cs typeface="Maven Pro"/>
                <a:sym typeface="Maven Pro"/>
                <a:hlinkClick r:id="rId3">
                  <a:extLst>
                    <a:ext uri="{A12FA001-AC4F-418D-AE19-62706E023703}">
                      <ahyp:hlinkClr val="tx"/>
                    </a:ext>
                  </a:extLst>
                </a:hlinkClick>
              </a:rPr>
              <a:t>Flaticon</a:t>
            </a:r>
            <a:r>
              <a:rPr lang="en" sz="1000">
                <a:solidFill>
                  <a:schemeClr val="lt1"/>
                </a:solidFill>
                <a:latin typeface="Maven Pro"/>
                <a:ea typeface="Maven Pro"/>
                <a:cs typeface="Maven Pro"/>
                <a:sym typeface="Maven Pro"/>
              </a:rPr>
              <a:t>, and infographics &amp; images by </a:t>
            </a:r>
            <a:r>
              <a:rPr lang="en" sz="1000">
                <a:solidFill>
                  <a:schemeClr val="accent3"/>
                </a:solidFill>
                <a:uFill>
                  <a:noFill/>
                </a:uFill>
                <a:latin typeface="Maven Pro"/>
                <a:ea typeface="Maven Pro"/>
                <a:cs typeface="Maven Pro"/>
                <a:sym typeface="Maven Pro"/>
                <a:hlinkClick r:id="rId4">
                  <a:extLst>
                    <a:ext uri="{A12FA001-AC4F-418D-AE19-62706E023703}">
                      <ahyp:hlinkClr val="tx"/>
                    </a:ext>
                  </a:extLst>
                </a:hlinkClick>
              </a:rPr>
              <a:t>Freepik</a:t>
            </a:r>
            <a:endParaRPr sz="1000">
              <a:solidFill>
                <a:schemeClr val="accent3"/>
              </a:solidFill>
              <a:latin typeface="Maven Pro"/>
              <a:ea typeface="Maven Pro"/>
              <a:cs typeface="Maven Pro"/>
              <a:sym typeface="Maven Pro"/>
            </a:endParaRPr>
          </a:p>
        </p:txBody>
      </p:sp>
      <p:sp>
        <p:nvSpPr>
          <p:cNvPr id="377" name="Google Shape;377;p19"/>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9"/>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29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137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9"/>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9"/>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5" name="Google Shape;385;p19"/>
          <p:cNvGrpSpPr/>
          <p:nvPr/>
        </p:nvGrpSpPr>
        <p:grpSpPr>
          <a:xfrm>
            <a:off x="6669747" y="-389684"/>
            <a:ext cx="143766" cy="2106420"/>
            <a:chOff x="6780548" y="337714"/>
            <a:chExt cx="133252" cy="1952377"/>
          </a:xfrm>
        </p:grpSpPr>
        <p:sp>
          <p:nvSpPr>
            <p:cNvPr id="386" name="Google Shape;386;p19"/>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 name="Google Shape;388;p19"/>
          <p:cNvGrpSpPr/>
          <p:nvPr/>
        </p:nvGrpSpPr>
        <p:grpSpPr>
          <a:xfrm>
            <a:off x="1510029" y="507749"/>
            <a:ext cx="203534" cy="2663107"/>
            <a:chOff x="250617" y="2402301"/>
            <a:chExt cx="188650" cy="2468354"/>
          </a:xfrm>
        </p:grpSpPr>
        <p:sp>
          <p:nvSpPr>
            <p:cNvPr id="389" name="Google Shape;389;p19"/>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5750">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9"/>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41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9"/>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2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9"/>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19"/>
          <p:cNvGrpSpPr/>
          <p:nvPr/>
        </p:nvGrpSpPr>
        <p:grpSpPr>
          <a:xfrm>
            <a:off x="385355" y="1380671"/>
            <a:ext cx="199237" cy="2828935"/>
            <a:chOff x="1608717" y="1280046"/>
            <a:chExt cx="199237" cy="2828935"/>
          </a:xfrm>
        </p:grpSpPr>
        <p:sp>
          <p:nvSpPr>
            <p:cNvPr id="394" name="Google Shape;394;p19"/>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9"/>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7" name="Google Shape;397;p19"/>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9"/>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 name="Google Shape;399;p19"/>
          <p:cNvGrpSpPr/>
          <p:nvPr/>
        </p:nvGrpSpPr>
        <p:grpSpPr>
          <a:xfrm>
            <a:off x="989005" y="-389666"/>
            <a:ext cx="62143" cy="897428"/>
            <a:chOff x="2038689" y="173907"/>
            <a:chExt cx="57599" cy="831799"/>
          </a:xfrm>
        </p:grpSpPr>
        <p:sp>
          <p:nvSpPr>
            <p:cNvPr id="400" name="Google Shape;400;p19"/>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297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9"/>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 name="Google Shape;402;p19"/>
          <p:cNvGrpSpPr/>
          <p:nvPr/>
        </p:nvGrpSpPr>
        <p:grpSpPr>
          <a:xfrm>
            <a:off x="8568723" y="2184809"/>
            <a:ext cx="214702" cy="2308597"/>
            <a:chOff x="8008096" y="2108910"/>
            <a:chExt cx="199001" cy="2139769"/>
          </a:xfrm>
        </p:grpSpPr>
        <p:sp>
          <p:nvSpPr>
            <p:cNvPr id="403" name="Google Shape;403;p19"/>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9"/>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5" name="Google Shape;405;p19"/>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 name="Google Shape;406;p19"/>
          <p:cNvGrpSpPr/>
          <p:nvPr/>
        </p:nvGrpSpPr>
        <p:grpSpPr>
          <a:xfrm>
            <a:off x="8221223" y="9"/>
            <a:ext cx="214702" cy="2308597"/>
            <a:chOff x="8008096" y="2108910"/>
            <a:chExt cx="199001" cy="2139769"/>
          </a:xfrm>
        </p:grpSpPr>
        <p:sp>
          <p:nvSpPr>
            <p:cNvPr id="407" name="Google Shape;407;p19"/>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409" name="Shape 409"/>
        <p:cNvGrpSpPr/>
        <p:nvPr/>
      </p:nvGrpSpPr>
      <p:grpSpPr>
        <a:xfrm>
          <a:off x="0" y="0"/>
          <a:ext cx="0" cy="0"/>
          <a:chOff x="0" y="0"/>
          <a:chExt cx="0" cy="0"/>
        </a:xfrm>
      </p:grpSpPr>
      <p:sp>
        <p:nvSpPr>
          <p:cNvPr id="410" name="Google Shape;410;p20"/>
          <p:cNvSpPr txBox="1"/>
          <p:nvPr>
            <p:ph idx="1" type="body"/>
          </p:nvPr>
        </p:nvSpPr>
        <p:spPr>
          <a:xfrm>
            <a:off x="597375" y="1063525"/>
            <a:ext cx="3908700" cy="37869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SzPts val="1000"/>
              <a:buFont typeface="Livvic Light"/>
              <a:buChar char="●"/>
              <a:defRPr sz="1200"/>
            </a:lvl1pPr>
            <a:lvl2pPr indent="-292100" lvl="1" marL="914400" rtl="0">
              <a:spcBef>
                <a:spcPts val="1600"/>
              </a:spcBef>
              <a:spcAft>
                <a:spcPts val="0"/>
              </a:spcAft>
              <a:buSzPts val="1000"/>
              <a:buFont typeface="Nunito Light"/>
              <a:buChar char="○"/>
              <a:defRPr/>
            </a:lvl2pPr>
            <a:lvl3pPr indent="-292100" lvl="2" marL="1371600" rtl="0">
              <a:spcBef>
                <a:spcPts val="1600"/>
              </a:spcBef>
              <a:spcAft>
                <a:spcPts val="0"/>
              </a:spcAft>
              <a:buSzPts val="1000"/>
              <a:buFont typeface="Nunito Light"/>
              <a:buChar char="■"/>
              <a:defRPr/>
            </a:lvl3pPr>
            <a:lvl4pPr indent="-292100" lvl="3" marL="1828800" rtl="0">
              <a:spcBef>
                <a:spcPts val="1600"/>
              </a:spcBef>
              <a:spcAft>
                <a:spcPts val="0"/>
              </a:spcAft>
              <a:buSzPts val="1000"/>
              <a:buFont typeface="Nunito Light"/>
              <a:buChar char="●"/>
              <a:defRPr/>
            </a:lvl4pPr>
            <a:lvl5pPr indent="-292100" lvl="4" marL="2286000" rtl="0">
              <a:spcBef>
                <a:spcPts val="1600"/>
              </a:spcBef>
              <a:spcAft>
                <a:spcPts val="0"/>
              </a:spcAft>
              <a:buSzPts val="1000"/>
              <a:buFont typeface="Nunito Light"/>
              <a:buChar char="○"/>
              <a:defRPr/>
            </a:lvl5pPr>
            <a:lvl6pPr indent="-292100" lvl="5" marL="2743200" rtl="0">
              <a:spcBef>
                <a:spcPts val="1600"/>
              </a:spcBef>
              <a:spcAft>
                <a:spcPts val="0"/>
              </a:spcAft>
              <a:buSzPts val="1000"/>
              <a:buFont typeface="Nunito Light"/>
              <a:buChar char="■"/>
              <a:defRPr/>
            </a:lvl6pPr>
            <a:lvl7pPr indent="-292100" lvl="6" marL="3200400" rtl="0">
              <a:spcBef>
                <a:spcPts val="1600"/>
              </a:spcBef>
              <a:spcAft>
                <a:spcPts val="0"/>
              </a:spcAft>
              <a:buSzPts val="1000"/>
              <a:buFont typeface="Nunito Light"/>
              <a:buChar char="●"/>
              <a:defRPr/>
            </a:lvl7pPr>
            <a:lvl8pPr indent="-292100" lvl="7" marL="3657600" rtl="0">
              <a:spcBef>
                <a:spcPts val="1600"/>
              </a:spcBef>
              <a:spcAft>
                <a:spcPts val="0"/>
              </a:spcAft>
              <a:buSzPts val="1000"/>
              <a:buFont typeface="Nunito Light"/>
              <a:buChar char="○"/>
              <a:defRPr/>
            </a:lvl8pPr>
            <a:lvl9pPr indent="-292100" lvl="8" marL="4114800" rtl="0">
              <a:spcBef>
                <a:spcPts val="1600"/>
              </a:spcBef>
              <a:spcAft>
                <a:spcPts val="1600"/>
              </a:spcAft>
              <a:buSzPts val="1000"/>
              <a:buFont typeface="Nunito Light"/>
              <a:buChar char="■"/>
              <a:defRPr/>
            </a:lvl9pPr>
          </a:lstStyle>
          <a:p/>
        </p:txBody>
      </p:sp>
      <p:sp>
        <p:nvSpPr>
          <p:cNvPr id="411" name="Google Shape;411;p20"/>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3600"/>
              <a:buNone/>
              <a:defRPr sz="3000"/>
            </a:lvl1pPr>
            <a:lvl2pPr lvl="1" rtl="0" algn="ctr">
              <a:spcBef>
                <a:spcPts val="0"/>
              </a:spcBef>
              <a:spcAft>
                <a:spcPts val="0"/>
              </a:spcAft>
              <a:buClr>
                <a:srgbClr val="D9D9D9"/>
              </a:buClr>
              <a:buSzPts val="1800"/>
              <a:buNone/>
              <a:defRPr sz="1800">
                <a:solidFill>
                  <a:srgbClr val="D9D9D9"/>
                </a:solidFill>
              </a:defRPr>
            </a:lvl2pPr>
            <a:lvl3pPr lvl="2" rtl="0" algn="ctr">
              <a:spcBef>
                <a:spcPts val="0"/>
              </a:spcBef>
              <a:spcAft>
                <a:spcPts val="0"/>
              </a:spcAft>
              <a:buClr>
                <a:srgbClr val="D9D9D9"/>
              </a:buClr>
              <a:buSzPts val="1800"/>
              <a:buNone/>
              <a:defRPr sz="1800">
                <a:solidFill>
                  <a:srgbClr val="D9D9D9"/>
                </a:solidFill>
              </a:defRPr>
            </a:lvl3pPr>
            <a:lvl4pPr lvl="3" rtl="0" algn="ctr">
              <a:spcBef>
                <a:spcPts val="0"/>
              </a:spcBef>
              <a:spcAft>
                <a:spcPts val="0"/>
              </a:spcAft>
              <a:buClr>
                <a:srgbClr val="D9D9D9"/>
              </a:buClr>
              <a:buSzPts val="1800"/>
              <a:buNone/>
              <a:defRPr sz="1800">
                <a:solidFill>
                  <a:srgbClr val="D9D9D9"/>
                </a:solidFill>
              </a:defRPr>
            </a:lvl4pPr>
            <a:lvl5pPr lvl="4" rtl="0" algn="ctr">
              <a:spcBef>
                <a:spcPts val="0"/>
              </a:spcBef>
              <a:spcAft>
                <a:spcPts val="0"/>
              </a:spcAft>
              <a:buClr>
                <a:srgbClr val="D9D9D9"/>
              </a:buClr>
              <a:buSzPts val="1800"/>
              <a:buNone/>
              <a:defRPr sz="1800">
                <a:solidFill>
                  <a:srgbClr val="D9D9D9"/>
                </a:solidFill>
              </a:defRPr>
            </a:lvl5pPr>
            <a:lvl6pPr lvl="5" rtl="0" algn="ctr">
              <a:spcBef>
                <a:spcPts val="0"/>
              </a:spcBef>
              <a:spcAft>
                <a:spcPts val="0"/>
              </a:spcAft>
              <a:buClr>
                <a:srgbClr val="D9D9D9"/>
              </a:buClr>
              <a:buSzPts val="1800"/>
              <a:buNone/>
              <a:defRPr sz="1800">
                <a:solidFill>
                  <a:srgbClr val="D9D9D9"/>
                </a:solidFill>
              </a:defRPr>
            </a:lvl6pPr>
            <a:lvl7pPr lvl="6" rtl="0" algn="ctr">
              <a:spcBef>
                <a:spcPts val="0"/>
              </a:spcBef>
              <a:spcAft>
                <a:spcPts val="0"/>
              </a:spcAft>
              <a:buClr>
                <a:srgbClr val="D9D9D9"/>
              </a:buClr>
              <a:buSzPts val="1800"/>
              <a:buNone/>
              <a:defRPr sz="1800">
                <a:solidFill>
                  <a:srgbClr val="D9D9D9"/>
                </a:solidFill>
              </a:defRPr>
            </a:lvl7pPr>
            <a:lvl8pPr lvl="7" rtl="0" algn="ctr">
              <a:spcBef>
                <a:spcPts val="0"/>
              </a:spcBef>
              <a:spcAft>
                <a:spcPts val="0"/>
              </a:spcAft>
              <a:buClr>
                <a:srgbClr val="D9D9D9"/>
              </a:buClr>
              <a:buSzPts val="1800"/>
              <a:buNone/>
              <a:defRPr sz="1800">
                <a:solidFill>
                  <a:srgbClr val="D9D9D9"/>
                </a:solidFill>
              </a:defRPr>
            </a:lvl8pPr>
            <a:lvl9pPr lvl="8" rtl="0" algn="ctr">
              <a:spcBef>
                <a:spcPts val="0"/>
              </a:spcBef>
              <a:spcAft>
                <a:spcPts val="0"/>
              </a:spcAft>
              <a:buClr>
                <a:srgbClr val="D9D9D9"/>
              </a:buClr>
              <a:buSzPts val="1800"/>
              <a:buNone/>
              <a:defRPr sz="1800">
                <a:solidFill>
                  <a:srgbClr val="D9D9D9"/>
                </a:solidFill>
              </a:defRPr>
            </a:lvl9pPr>
          </a:lstStyle>
          <a:p/>
        </p:txBody>
      </p:sp>
      <p:sp>
        <p:nvSpPr>
          <p:cNvPr id="412" name="Google Shape;412;p20"/>
          <p:cNvSpPr txBox="1"/>
          <p:nvPr>
            <p:ph idx="2" type="body"/>
          </p:nvPr>
        </p:nvSpPr>
        <p:spPr>
          <a:xfrm>
            <a:off x="4690125" y="1063525"/>
            <a:ext cx="3908700" cy="3786900"/>
          </a:xfrm>
          <a:prstGeom prst="rect">
            <a:avLst/>
          </a:prstGeom>
        </p:spPr>
        <p:txBody>
          <a:bodyPr anchorCtr="0" anchor="t" bIns="91425" lIns="91425" spcFirstLastPara="1" rIns="91425" wrap="square" tIns="91425">
            <a:noAutofit/>
          </a:bodyPr>
          <a:lstStyle>
            <a:lvl1pPr indent="-292100" lvl="0" marL="457200" rtl="0">
              <a:lnSpc>
                <a:spcPct val="100000"/>
              </a:lnSpc>
              <a:spcBef>
                <a:spcPts val="0"/>
              </a:spcBef>
              <a:spcAft>
                <a:spcPts val="0"/>
              </a:spcAft>
              <a:buClr>
                <a:srgbClr val="EC5D37"/>
              </a:buClr>
              <a:buSzPts val="1000"/>
              <a:buFont typeface="Livvic Light"/>
              <a:buChar char="●"/>
              <a:defRPr sz="1200"/>
            </a:lvl1pPr>
            <a:lvl2pPr indent="-292100" lvl="1" marL="914400" rtl="0">
              <a:spcBef>
                <a:spcPts val="1600"/>
              </a:spcBef>
              <a:spcAft>
                <a:spcPts val="0"/>
              </a:spcAft>
              <a:buClr>
                <a:srgbClr val="FFC800"/>
              </a:buClr>
              <a:buSzPts val="1000"/>
              <a:buFont typeface="Nunito Light"/>
              <a:buChar char="○"/>
              <a:defRPr/>
            </a:lvl2pPr>
            <a:lvl3pPr indent="-292100" lvl="2" marL="1371600" rtl="0">
              <a:spcBef>
                <a:spcPts val="1600"/>
              </a:spcBef>
              <a:spcAft>
                <a:spcPts val="0"/>
              </a:spcAft>
              <a:buClr>
                <a:srgbClr val="FFC800"/>
              </a:buClr>
              <a:buSzPts val="1000"/>
              <a:buFont typeface="Nunito Light"/>
              <a:buChar char="■"/>
              <a:defRPr/>
            </a:lvl3pPr>
            <a:lvl4pPr indent="-292100" lvl="3" marL="1828800" rtl="0">
              <a:spcBef>
                <a:spcPts val="1600"/>
              </a:spcBef>
              <a:spcAft>
                <a:spcPts val="0"/>
              </a:spcAft>
              <a:buClr>
                <a:srgbClr val="FFC800"/>
              </a:buClr>
              <a:buSzPts val="1000"/>
              <a:buFont typeface="Nunito Light"/>
              <a:buChar char="●"/>
              <a:defRPr/>
            </a:lvl4pPr>
            <a:lvl5pPr indent="-292100" lvl="4" marL="2286000" rtl="0">
              <a:spcBef>
                <a:spcPts val="1600"/>
              </a:spcBef>
              <a:spcAft>
                <a:spcPts val="0"/>
              </a:spcAft>
              <a:buClr>
                <a:srgbClr val="434343"/>
              </a:buClr>
              <a:buSzPts val="1000"/>
              <a:buFont typeface="Nunito Light"/>
              <a:buChar char="○"/>
              <a:defRPr/>
            </a:lvl5pPr>
            <a:lvl6pPr indent="-292100" lvl="5" marL="2743200" rtl="0">
              <a:spcBef>
                <a:spcPts val="1600"/>
              </a:spcBef>
              <a:spcAft>
                <a:spcPts val="0"/>
              </a:spcAft>
              <a:buClr>
                <a:srgbClr val="434343"/>
              </a:buClr>
              <a:buSzPts val="1000"/>
              <a:buFont typeface="Nunito Light"/>
              <a:buChar char="■"/>
              <a:defRPr/>
            </a:lvl6pPr>
            <a:lvl7pPr indent="-292100" lvl="6" marL="3200400" rtl="0">
              <a:spcBef>
                <a:spcPts val="1600"/>
              </a:spcBef>
              <a:spcAft>
                <a:spcPts val="0"/>
              </a:spcAft>
              <a:buClr>
                <a:srgbClr val="434343"/>
              </a:buClr>
              <a:buSzPts val="1000"/>
              <a:buFont typeface="Nunito Light"/>
              <a:buChar char="●"/>
              <a:defRPr/>
            </a:lvl7pPr>
            <a:lvl8pPr indent="-292100" lvl="7" marL="3657600" rtl="0">
              <a:spcBef>
                <a:spcPts val="1600"/>
              </a:spcBef>
              <a:spcAft>
                <a:spcPts val="0"/>
              </a:spcAft>
              <a:buClr>
                <a:srgbClr val="434343"/>
              </a:buClr>
              <a:buSzPts val="1000"/>
              <a:buFont typeface="Nunito Light"/>
              <a:buChar char="○"/>
              <a:defRPr/>
            </a:lvl8pPr>
            <a:lvl9pPr indent="-292100" lvl="8" marL="4114800" rtl="0">
              <a:spcBef>
                <a:spcPts val="1600"/>
              </a:spcBef>
              <a:spcAft>
                <a:spcPts val="1600"/>
              </a:spcAft>
              <a:buClr>
                <a:srgbClr val="434343"/>
              </a:buClr>
              <a:buSzPts val="1000"/>
              <a:buFont typeface="Nunito Light"/>
              <a:buChar char="■"/>
              <a:defRPr/>
            </a:lvl9pPr>
          </a:lstStyle>
          <a:p/>
        </p:txBody>
      </p:sp>
      <p:sp>
        <p:nvSpPr>
          <p:cNvPr id="413" name="Google Shape;413;p20"/>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0"/>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0"/>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0"/>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0"/>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0"/>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0"/>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0"/>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424" name="Shape 424"/>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25" name="Shape 425"/>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426" name="Shape 426"/>
        <p:cNvGrpSpPr/>
        <p:nvPr/>
      </p:nvGrpSpPr>
      <p:grpSpPr>
        <a:xfrm>
          <a:off x="0" y="0"/>
          <a:ext cx="0" cy="0"/>
          <a:chOff x="0" y="0"/>
          <a:chExt cx="0" cy="0"/>
        </a:xfrm>
      </p:grpSpPr>
      <p:sp>
        <p:nvSpPr>
          <p:cNvPr id="427" name="Google Shape;427;p2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28" name="Google Shape;4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429" name="Shape 429"/>
        <p:cNvGrpSpPr/>
        <p:nvPr/>
      </p:nvGrpSpPr>
      <p:grpSpPr>
        <a:xfrm>
          <a:off x="0" y="0"/>
          <a:ext cx="0" cy="0"/>
          <a:chOff x="0" y="0"/>
          <a:chExt cx="0" cy="0"/>
        </a:xfrm>
      </p:grpSpPr>
      <p:sp>
        <p:nvSpPr>
          <p:cNvPr id="430" name="Google Shape;430;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1" name="Google Shape;431;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32" name="Google Shape;43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1pPr>
            <a:lvl2pPr lvl="1">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2pPr>
            <a:lvl3pPr lvl="2">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3pPr>
            <a:lvl4pPr lvl="3">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4pPr>
            <a:lvl5pPr lvl="4">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5pPr>
            <a:lvl6pPr lvl="5">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6pPr>
            <a:lvl7pPr lvl="6">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7pPr>
            <a:lvl8pPr lvl="7">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8pPr>
            <a:lvl9pPr lvl="8">
              <a:spcBef>
                <a:spcPts val="0"/>
              </a:spcBef>
              <a:spcAft>
                <a:spcPts val="0"/>
              </a:spcAft>
              <a:buClr>
                <a:schemeClr val="lt1"/>
              </a:buClr>
              <a:buSzPts val="2800"/>
              <a:buFont typeface="Share Tech"/>
              <a:buNone/>
              <a:defRPr sz="2800">
                <a:solidFill>
                  <a:schemeClr val="lt1"/>
                </a:solidFill>
                <a:latin typeface="Share Tech"/>
                <a:ea typeface="Share Tech"/>
                <a:cs typeface="Share Tech"/>
                <a:sym typeface="Share Tech"/>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Font typeface="Maven Pro"/>
              <a:buChar char="●"/>
              <a:defRPr sz="1800">
                <a:solidFill>
                  <a:schemeClr val="lt1"/>
                </a:solidFill>
                <a:latin typeface="Maven Pro"/>
                <a:ea typeface="Maven Pro"/>
                <a:cs typeface="Maven Pro"/>
                <a:sym typeface="Maven Pro"/>
              </a:defRPr>
            </a:lvl1pPr>
            <a:lvl2pPr indent="-317500" lvl="1" marL="9144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2pPr>
            <a:lvl3pPr indent="-317500" lvl="2" marL="13716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3pPr>
            <a:lvl4pPr indent="-317500" lvl="3" marL="18288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4pPr>
            <a:lvl5pPr indent="-317500" lvl="4" marL="22860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5pPr>
            <a:lvl6pPr indent="-317500" lvl="5" marL="27432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6pPr>
            <a:lvl7pPr indent="-317500" lvl="6" marL="32004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7pPr>
            <a:lvl8pPr indent="-317500" lvl="7" marL="3657600">
              <a:lnSpc>
                <a:spcPct val="115000"/>
              </a:lnSpc>
              <a:spcBef>
                <a:spcPts val="1600"/>
              </a:spcBef>
              <a:spcAft>
                <a:spcPts val="0"/>
              </a:spcAft>
              <a:buClr>
                <a:schemeClr val="lt1"/>
              </a:buClr>
              <a:buSzPts val="1400"/>
              <a:buFont typeface="Maven Pro"/>
              <a:buChar char="○"/>
              <a:defRPr>
                <a:solidFill>
                  <a:schemeClr val="lt1"/>
                </a:solidFill>
                <a:latin typeface="Maven Pro"/>
                <a:ea typeface="Maven Pro"/>
                <a:cs typeface="Maven Pro"/>
                <a:sym typeface="Maven Pro"/>
              </a:defRPr>
            </a:lvl8pPr>
            <a:lvl9pPr indent="-317500" lvl="8" marL="4114800">
              <a:lnSpc>
                <a:spcPct val="115000"/>
              </a:lnSpc>
              <a:spcBef>
                <a:spcPts val="1600"/>
              </a:spcBef>
              <a:spcAft>
                <a:spcPts val="1600"/>
              </a:spcAft>
              <a:buClr>
                <a:schemeClr val="lt1"/>
              </a:buClr>
              <a:buSzPts val="1400"/>
              <a:buFont typeface="Maven Pro"/>
              <a:buChar char="■"/>
              <a:defRPr>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www.ivp.i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hyperlink" Target="https://mettl.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https://www.geeksforgeeks.org/distinct-strings-odd-even-changes-allowed/" TargetMode="External"/><Relationship Id="rId4" Type="http://schemas.openxmlformats.org/officeDocument/2006/relationships/hyperlink" Target="https://www.indiabix.com/" TargetMode="External"/><Relationship Id="rId5" Type="http://schemas.openxmlformats.org/officeDocument/2006/relationships/hyperlink" Target="https://www.geeksforgeeks.org/aptitude-gq/" TargetMode="External"/><Relationship Id="rId6" Type="http://schemas.openxmlformats.org/officeDocument/2006/relationships/hyperlink" Target="https://www.javatpoint.com/aptitude/quantitativ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hyperlink" Target="mailto:2019anurag.saraswat@ves.ac.in"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5"/>
          <p:cNvSpPr txBox="1"/>
          <p:nvPr>
            <p:ph type="ctrTitle"/>
          </p:nvPr>
        </p:nvSpPr>
        <p:spPr>
          <a:xfrm>
            <a:off x="1561650" y="751888"/>
            <a:ext cx="60207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438" name="Google Shape;438;p25"/>
          <p:cNvSpPr txBox="1"/>
          <p:nvPr>
            <p:ph idx="1" type="subTitle"/>
          </p:nvPr>
        </p:nvSpPr>
        <p:spPr>
          <a:xfrm>
            <a:off x="2924250" y="3031538"/>
            <a:ext cx="32955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a:t>
            </a:r>
            <a:endParaRPr/>
          </a:p>
          <a:p>
            <a:pPr indent="0" lvl="0" marL="0" rtl="0" algn="ctr">
              <a:spcBef>
                <a:spcPts val="0"/>
              </a:spcBef>
              <a:spcAft>
                <a:spcPts val="0"/>
              </a:spcAft>
              <a:buNone/>
            </a:pPr>
            <a:r>
              <a:rPr lang="en"/>
              <a:t>Anurag Saraswat (D17A)</a:t>
            </a:r>
            <a:endParaRPr/>
          </a:p>
        </p:txBody>
      </p:sp>
      <p:pic>
        <p:nvPicPr>
          <p:cNvPr id="439" name="Google Shape;439;p25"/>
          <p:cNvPicPr preferRelativeResize="0"/>
          <p:nvPr/>
        </p:nvPicPr>
        <p:blipFill rotWithShape="1">
          <a:blip r:embed="rId3">
            <a:alphaModFix/>
          </a:blip>
          <a:srcRect b="0" l="0" r="0" t="0"/>
          <a:stretch/>
        </p:blipFill>
        <p:spPr>
          <a:xfrm>
            <a:off x="152400" y="152400"/>
            <a:ext cx="1676401" cy="1676401"/>
          </a:xfrm>
          <a:prstGeom prst="rect">
            <a:avLst/>
          </a:prstGeom>
          <a:noFill/>
          <a:ln>
            <a:noFill/>
          </a:ln>
        </p:spPr>
      </p:pic>
      <p:pic>
        <p:nvPicPr>
          <p:cNvPr id="440" name="Google Shape;440;p25"/>
          <p:cNvPicPr preferRelativeResize="0"/>
          <p:nvPr/>
        </p:nvPicPr>
        <p:blipFill>
          <a:blip r:embed="rId4">
            <a:alphaModFix/>
          </a:blip>
          <a:stretch>
            <a:fillRect/>
          </a:stretch>
        </p:blipFill>
        <p:spPr>
          <a:xfrm>
            <a:off x="1828800" y="1585288"/>
            <a:ext cx="5486400" cy="1219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6"/>
          <p:cNvSpPr txBox="1"/>
          <p:nvPr>
            <p:ph idx="1" type="body"/>
          </p:nvPr>
        </p:nvSpPr>
        <p:spPr>
          <a:xfrm>
            <a:off x="618275" y="1378175"/>
            <a:ext cx="7844400" cy="34158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n" sz="1400"/>
              <a:t>Indus Valley Partners is a leading fintech organization which provides services and technology solutions to the alternative investment industry.</a:t>
            </a:r>
            <a:endParaRPr sz="1400"/>
          </a:p>
          <a:p>
            <a:pPr indent="-292100" lvl="0" marL="457200" rtl="0" algn="l">
              <a:spcBef>
                <a:spcPts val="1600"/>
              </a:spcBef>
              <a:spcAft>
                <a:spcPts val="0"/>
              </a:spcAft>
              <a:buSzPts val="1000"/>
              <a:buChar char="●"/>
            </a:pPr>
            <a:r>
              <a:rPr lang="en" sz="1400"/>
              <a:t>IVP was founded in 2000, its client base includes 25 of the top 50 global hedge funds.</a:t>
            </a:r>
            <a:endParaRPr sz="1400"/>
          </a:p>
          <a:p>
            <a:pPr indent="-292100" lvl="0" marL="457200" rtl="0" algn="l">
              <a:spcBef>
                <a:spcPts val="1600"/>
              </a:spcBef>
              <a:spcAft>
                <a:spcPts val="0"/>
              </a:spcAft>
              <a:buSzPts val="1000"/>
              <a:buChar char="●"/>
            </a:pPr>
            <a:r>
              <a:rPr lang="en" sz="1400"/>
              <a:t>It offers multiple products for portfolio management, hedge fund management and provides consulting services etc.</a:t>
            </a:r>
            <a:endParaRPr sz="1400"/>
          </a:p>
          <a:p>
            <a:pPr indent="-292100" lvl="0" marL="457200" rtl="0" algn="l">
              <a:spcBef>
                <a:spcPts val="1600"/>
              </a:spcBef>
              <a:spcAft>
                <a:spcPts val="0"/>
              </a:spcAft>
              <a:buSzPts val="1000"/>
              <a:buChar char="●"/>
            </a:pPr>
            <a:r>
              <a:rPr b="1" lang="en" sz="1400"/>
              <a:t>Website:</a:t>
            </a:r>
            <a:r>
              <a:rPr lang="en" sz="1400"/>
              <a:t> </a:t>
            </a:r>
            <a:r>
              <a:rPr lang="en" sz="1400" u="sng">
                <a:solidFill>
                  <a:schemeClr val="hlink"/>
                </a:solidFill>
                <a:hlinkClick r:id="rId3"/>
              </a:rPr>
              <a:t>https://www.ivp.in/</a:t>
            </a:r>
            <a:endParaRPr sz="1400"/>
          </a:p>
          <a:p>
            <a:pPr indent="-292100" lvl="0" marL="457200" rtl="0" algn="l">
              <a:spcBef>
                <a:spcPts val="1600"/>
              </a:spcBef>
              <a:spcAft>
                <a:spcPts val="1600"/>
              </a:spcAft>
              <a:buSzPts val="1000"/>
              <a:buChar char="●"/>
            </a:pPr>
            <a:r>
              <a:rPr b="1" lang="en" sz="1400"/>
              <a:t>Tech Stack:</a:t>
            </a:r>
            <a:r>
              <a:rPr lang="en" sz="1400"/>
              <a:t> .Net, C#, SQL, JS, Java, Angular, ReactJS, NodeJS, Hadoop, MongoDB, AWS/Azure, Scala/Databricks.</a:t>
            </a:r>
            <a:endParaRPr sz="1400"/>
          </a:p>
        </p:txBody>
      </p:sp>
      <p:sp>
        <p:nvSpPr>
          <p:cNvPr id="446" name="Google Shape;446;p26"/>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About IVP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27"/>
          <p:cNvSpPr txBox="1"/>
          <p:nvPr>
            <p:ph idx="1" type="body"/>
          </p:nvPr>
        </p:nvSpPr>
        <p:spPr>
          <a:xfrm>
            <a:off x="618800" y="1379625"/>
            <a:ext cx="7863600" cy="2940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b="1" lang="en" sz="1407"/>
              <a:t>Name of the Company:</a:t>
            </a:r>
            <a:r>
              <a:rPr lang="en" sz="1407"/>
              <a:t> Indus Valley Partners</a:t>
            </a:r>
            <a:endParaRPr sz="1407"/>
          </a:p>
          <a:p>
            <a:pPr indent="0" lvl="0" marL="0" rtl="0" algn="l">
              <a:lnSpc>
                <a:spcPct val="95000"/>
              </a:lnSpc>
              <a:spcBef>
                <a:spcPts val="1600"/>
              </a:spcBef>
              <a:spcAft>
                <a:spcPts val="0"/>
              </a:spcAft>
              <a:buSzPts val="852"/>
              <a:buNone/>
            </a:pPr>
            <a:r>
              <a:rPr b="1" lang="en" sz="1407"/>
              <a:t>Company Status:</a:t>
            </a:r>
            <a:r>
              <a:rPr lang="en" sz="1407"/>
              <a:t> Dream</a:t>
            </a:r>
            <a:endParaRPr sz="1407"/>
          </a:p>
          <a:p>
            <a:pPr indent="0" lvl="0" marL="0" rtl="0" algn="l">
              <a:lnSpc>
                <a:spcPct val="95000"/>
              </a:lnSpc>
              <a:spcBef>
                <a:spcPts val="1600"/>
              </a:spcBef>
              <a:spcAft>
                <a:spcPts val="0"/>
              </a:spcAft>
              <a:buSzPts val="852"/>
              <a:buNone/>
            </a:pPr>
            <a:r>
              <a:rPr b="1" lang="en" sz="1407"/>
              <a:t>Date of Drive:</a:t>
            </a:r>
            <a:r>
              <a:rPr lang="en" sz="1407"/>
              <a:t> 9th August, 2022</a:t>
            </a:r>
            <a:endParaRPr sz="1407"/>
          </a:p>
          <a:p>
            <a:pPr indent="0" lvl="0" marL="0" rtl="0" algn="l">
              <a:lnSpc>
                <a:spcPct val="95000"/>
              </a:lnSpc>
              <a:spcBef>
                <a:spcPts val="1600"/>
              </a:spcBef>
              <a:spcAft>
                <a:spcPts val="0"/>
              </a:spcAft>
              <a:buSzPts val="852"/>
              <a:buNone/>
            </a:pPr>
            <a:r>
              <a:rPr b="1" lang="en" sz="1407"/>
              <a:t>Salary (CTC):</a:t>
            </a:r>
            <a:r>
              <a:rPr lang="en" sz="1407"/>
              <a:t> 8.52 LPA (7.5LPA + deferred cash &amp; non-encashable benefits worth 1.02L)</a:t>
            </a:r>
            <a:endParaRPr sz="1407"/>
          </a:p>
          <a:p>
            <a:pPr indent="0" lvl="0" marL="0" rtl="0" algn="l">
              <a:lnSpc>
                <a:spcPct val="95000"/>
              </a:lnSpc>
              <a:spcBef>
                <a:spcPts val="1600"/>
              </a:spcBef>
              <a:spcAft>
                <a:spcPts val="0"/>
              </a:spcAft>
              <a:buSzPts val="852"/>
              <a:buNone/>
            </a:pPr>
            <a:r>
              <a:rPr b="1" lang="en" sz="1407"/>
              <a:t>Eligible Branches:</a:t>
            </a:r>
            <a:r>
              <a:rPr lang="en" sz="1407"/>
              <a:t> BE (CS/ INFT/ EXTC), MCA</a:t>
            </a:r>
            <a:endParaRPr sz="1407"/>
          </a:p>
          <a:p>
            <a:pPr indent="0" lvl="0" marL="0" rtl="0" algn="l">
              <a:lnSpc>
                <a:spcPct val="95000"/>
              </a:lnSpc>
              <a:spcBef>
                <a:spcPts val="1600"/>
              </a:spcBef>
              <a:spcAft>
                <a:spcPts val="0"/>
              </a:spcAft>
              <a:buSzPts val="852"/>
              <a:buNone/>
            </a:pPr>
            <a:r>
              <a:rPr b="1" lang="en" sz="1407"/>
              <a:t>Eligibility Criteria:</a:t>
            </a:r>
            <a:r>
              <a:rPr lang="en" sz="1407"/>
              <a:t> 65% through 10th, 12th and BE, No Live KT</a:t>
            </a:r>
            <a:endParaRPr sz="1407"/>
          </a:p>
          <a:p>
            <a:pPr indent="0" lvl="0" marL="0" rtl="0" algn="l">
              <a:lnSpc>
                <a:spcPct val="95000"/>
              </a:lnSpc>
              <a:spcBef>
                <a:spcPts val="1600"/>
              </a:spcBef>
              <a:spcAft>
                <a:spcPts val="0"/>
              </a:spcAft>
              <a:buSzPts val="852"/>
              <a:buNone/>
            </a:pPr>
            <a:r>
              <a:rPr b="1" lang="en" sz="1407"/>
              <a:t>Role:</a:t>
            </a:r>
            <a:r>
              <a:rPr lang="en" sz="1407"/>
              <a:t> Associate Software Engineer</a:t>
            </a:r>
            <a:endParaRPr sz="1407"/>
          </a:p>
          <a:p>
            <a:pPr indent="0" lvl="0" marL="0" rtl="0" algn="l">
              <a:lnSpc>
                <a:spcPct val="95000"/>
              </a:lnSpc>
              <a:spcBef>
                <a:spcPts val="1600"/>
              </a:spcBef>
              <a:spcAft>
                <a:spcPts val="1600"/>
              </a:spcAft>
              <a:buSzPts val="852"/>
              <a:buNone/>
            </a:pPr>
            <a:r>
              <a:rPr b="1" lang="en" sz="1407"/>
              <a:t>Office Location:</a:t>
            </a:r>
            <a:r>
              <a:rPr lang="en" sz="1407"/>
              <a:t> Andheri East, Mumbai</a:t>
            </a:r>
            <a:endParaRPr sz="1407"/>
          </a:p>
        </p:txBody>
      </p:sp>
      <p:sp>
        <p:nvSpPr>
          <p:cNvPr id="452" name="Google Shape;452;p27"/>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Company Details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8"/>
          <p:cNvSpPr txBox="1"/>
          <p:nvPr>
            <p:ph idx="1" type="body"/>
          </p:nvPr>
        </p:nvSpPr>
        <p:spPr>
          <a:xfrm>
            <a:off x="618300" y="1546000"/>
            <a:ext cx="7953000" cy="242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Placement process was completely virtual and consisted of 3 rounds and a Pre-Placement Talk, all of which were completed on the same day.</a:t>
            </a:r>
            <a:endParaRPr/>
          </a:p>
          <a:p>
            <a:pPr indent="-304800" lvl="0" marL="457200" rtl="0" algn="l">
              <a:spcBef>
                <a:spcPts val="1600"/>
              </a:spcBef>
              <a:spcAft>
                <a:spcPts val="0"/>
              </a:spcAft>
              <a:buSzPts val="1200"/>
              <a:buAutoNum type="arabicPeriod"/>
            </a:pPr>
            <a:r>
              <a:rPr lang="en"/>
              <a:t>Online Test (Quantitative + Technical) + Coding Test</a:t>
            </a:r>
            <a:endParaRPr/>
          </a:p>
          <a:p>
            <a:pPr indent="-304800" lvl="0" marL="457200" rtl="0" algn="l">
              <a:spcBef>
                <a:spcPts val="1600"/>
              </a:spcBef>
              <a:spcAft>
                <a:spcPts val="0"/>
              </a:spcAft>
              <a:buSzPts val="1200"/>
              <a:buAutoNum type="arabicPeriod"/>
            </a:pPr>
            <a:r>
              <a:rPr lang="en"/>
              <a:t>Technical Interview</a:t>
            </a:r>
            <a:endParaRPr/>
          </a:p>
          <a:p>
            <a:pPr indent="-304800" lvl="0" marL="457200" rtl="0" algn="l">
              <a:spcBef>
                <a:spcPts val="1600"/>
              </a:spcBef>
              <a:spcAft>
                <a:spcPts val="1600"/>
              </a:spcAft>
              <a:buSzPts val="1200"/>
              <a:buAutoNum type="arabicPeriod"/>
            </a:pPr>
            <a:r>
              <a:rPr lang="en"/>
              <a:t>Director + HR Interview</a:t>
            </a:r>
            <a:endParaRPr/>
          </a:p>
        </p:txBody>
      </p:sp>
      <p:sp>
        <p:nvSpPr>
          <p:cNvPr id="458" name="Google Shape;458;p28"/>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Placement Process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9"/>
          <p:cNvSpPr txBox="1"/>
          <p:nvPr>
            <p:ph idx="4294967295" type="title"/>
          </p:nvPr>
        </p:nvSpPr>
        <p:spPr>
          <a:xfrm>
            <a:off x="311700" y="2150850"/>
            <a:ext cx="8520600" cy="84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Experience</a:t>
            </a:r>
            <a:endParaRPr sz="3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0"/>
          <p:cNvSpPr txBox="1"/>
          <p:nvPr>
            <p:ph idx="1" type="body"/>
          </p:nvPr>
        </p:nvSpPr>
        <p:spPr>
          <a:xfrm>
            <a:off x="618300" y="1378175"/>
            <a:ext cx="7824600" cy="36330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sz="1400"/>
              <a:t>The test was conducted on </a:t>
            </a:r>
            <a:r>
              <a:rPr lang="en" sz="1400" u="sng">
                <a:solidFill>
                  <a:schemeClr val="hlink"/>
                </a:solidFill>
                <a:hlinkClick r:id="rId3"/>
              </a:rPr>
              <a:t>Mettl Platform.</a:t>
            </a:r>
            <a:endParaRPr sz="1400"/>
          </a:p>
          <a:p>
            <a:pPr indent="-317500" lvl="0" marL="457200" rtl="0" algn="l">
              <a:lnSpc>
                <a:spcPct val="100000"/>
              </a:lnSpc>
              <a:spcBef>
                <a:spcPts val="1600"/>
              </a:spcBef>
              <a:spcAft>
                <a:spcPts val="0"/>
              </a:spcAft>
              <a:buSzPts val="1400"/>
              <a:buChar char="●"/>
            </a:pPr>
            <a:r>
              <a:rPr lang="en" sz="1400"/>
              <a:t>The test consisted of 3 sections:</a:t>
            </a:r>
            <a:endParaRPr sz="1400"/>
          </a:p>
          <a:p>
            <a:pPr indent="-317500" lvl="1" marL="914400" rtl="0" algn="l">
              <a:lnSpc>
                <a:spcPct val="100000"/>
              </a:lnSpc>
              <a:spcBef>
                <a:spcPts val="1600"/>
              </a:spcBef>
              <a:spcAft>
                <a:spcPts val="0"/>
              </a:spcAft>
              <a:buSzPts val="1400"/>
              <a:buChar char="○"/>
            </a:pPr>
            <a:r>
              <a:rPr lang="en" sz="1400"/>
              <a:t>Quantitative Ability</a:t>
            </a:r>
            <a:endParaRPr sz="1400"/>
          </a:p>
          <a:p>
            <a:pPr indent="-317500" lvl="1" marL="914400" rtl="0" algn="l">
              <a:lnSpc>
                <a:spcPct val="100000"/>
              </a:lnSpc>
              <a:spcBef>
                <a:spcPts val="1600"/>
              </a:spcBef>
              <a:spcAft>
                <a:spcPts val="0"/>
              </a:spcAft>
              <a:buSzPts val="1400"/>
              <a:buChar char="○"/>
            </a:pPr>
            <a:r>
              <a:rPr lang="en" sz="1400"/>
              <a:t>Technical Ability</a:t>
            </a:r>
            <a:endParaRPr sz="1400"/>
          </a:p>
          <a:p>
            <a:pPr indent="-317500" lvl="1" marL="914400" rtl="0" algn="l">
              <a:lnSpc>
                <a:spcPct val="100000"/>
              </a:lnSpc>
              <a:spcBef>
                <a:spcPts val="1600"/>
              </a:spcBef>
              <a:spcAft>
                <a:spcPts val="0"/>
              </a:spcAft>
              <a:buSzPts val="1400"/>
              <a:buChar char="○"/>
            </a:pPr>
            <a:r>
              <a:rPr lang="en" sz="1400"/>
              <a:t>Coding Test</a:t>
            </a:r>
            <a:endParaRPr sz="1400"/>
          </a:p>
          <a:p>
            <a:pPr indent="-317500" lvl="0" marL="457200" rtl="0" algn="l">
              <a:lnSpc>
                <a:spcPct val="100000"/>
              </a:lnSpc>
              <a:spcBef>
                <a:spcPts val="1600"/>
              </a:spcBef>
              <a:spcAft>
                <a:spcPts val="0"/>
              </a:spcAft>
              <a:buSzPts val="1400"/>
              <a:buChar char="●"/>
            </a:pPr>
            <a:r>
              <a:rPr lang="en" sz="1400"/>
              <a:t>There were a total of 36 questions (only 1 coding question) to be solved in 60 minutes.</a:t>
            </a:r>
            <a:endParaRPr sz="1400"/>
          </a:p>
          <a:p>
            <a:pPr indent="-317500" lvl="0" marL="457200" rtl="0" algn="l">
              <a:lnSpc>
                <a:spcPct val="100000"/>
              </a:lnSpc>
              <a:spcBef>
                <a:spcPts val="1600"/>
              </a:spcBef>
              <a:spcAft>
                <a:spcPts val="1600"/>
              </a:spcAft>
              <a:buSzPts val="1400"/>
              <a:buChar char="●"/>
            </a:pPr>
            <a:r>
              <a:rPr lang="en" sz="1400"/>
              <a:t>The Aptitude questions were of easy difficulty with a few a couple of medium difficulty questions.</a:t>
            </a:r>
            <a:endParaRPr sz="1400"/>
          </a:p>
        </p:txBody>
      </p:sp>
      <p:sp>
        <p:nvSpPr>
          <p:cNvPr id="469" name="Google Shape;469;p30"/>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Round 1 - Online Test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1"/>
          <p:cNvSpPr txBox="1"/>
          <p:nvPr>
            <p:ph idx="1" type="body"/>
          </p:nvPr>
        </p:nvSpPr>
        <p:spPr>
          <a:xfrm>
            <a:off x="618300" y="1358425"/>
            <a:ext cx="7834500" cy="32874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n" sz="1400"/>
              <a:t>The coding question was different for everyone and was of variable difficulty.</a:t>
            </a:r>
            <a:endParaRPr sz="1400"/>
          </a:p>
          <a:p>
            <a:pPr indent="-292100" lvl="0" marL="457200" rtl="0" algn="l">
              <a:spcBef>
                <a:spcPts val="1600"/>
              </a:spcBef>
              <a:spcAft>
                <a:spcPts val="0"/>
              </a:spcAft>
              <a:buSzPts val="1000"/>
              <a:buChar char="●"/>
            </a:pPr>
            <a:r>
              <a:rPr lang="en" sz="1400"/>
              <a:t>The question I got was based on String operations. It can be found </a:t>
            </a:r>
            <a:r>
              <a:rPr lang="en" sz="1400" u="sng">
                <a:solidFill>
                  <a:schemeClr val="hlink"/>
                </a:solidFill>
                <a:hlinkClick r:id="rId3"/>
              </a:rPr>
              <a:t>here</a:t>
            </a:r>
            <a:r>
              <a:rPr lang="en" sz="1400"/>
              <a:t>.</a:t>
            </a:r>
            <a:endParaRPr sz="1400"/>
          </a:p>
          <a:p>
            <a:pPr indent="-292100" lvl="0" marL="457200" rtl="0" algn="l">
              <a:spcBef>
                <a:spcPts val="1600"/>
              </a:spcBef>
              <a:spcAft>
                <a:spcPts val="0"/>
              </a:spcAft>
              <a:buSzPts val="1000"/>
              <a:buChar char="●"/>
            </a:pPr>
            <a:r>
              <a:rPr lang="en" sz="1400"/>
              <a:t>Personally, I found it difficult to solve within the time limit after the MCQs.</a:t>
            </a:r>
            <a:endParaRPr sz="1400"/>
          </a:p>
          <a:p>
            <a:pPr indent="-292100" lvl="0" marL="457200" rtl="0" algn="l">
              <a:spcBef>
                <a:spcPts val="1600"/>
              </a:spcBef>
              <a:spcAft>
                <a:spcPts val="0"/>
              </a:spcAft>
              <a:buSzPts val="1000"/>
              <a:buChar char="●"/>
            </a:pPr>
            <a:r>
              <a:rPr lang="en" sz="1400"/>
              <a:t>I attempted a brute force solution which passed 5/10 test cases.</a:t>
            </a:r>
            <a:endParaRPr sz="1400"/>
          </a:p>
          <a:p>
            <a:pPr indent="-292100" lvl="0" marL="457200" rtl="0" algn="l">
              <a:spcBef>
                <a:spcPts val="1600"/>
              </a:spcBef>
              <a:spcAft>
                <a:spcPts val="0"/>
              </a:spcAft>
              <a:buSzPts val="1000"/>
              <a:buChar char="●"/>
            </a:pPr>
            <a:r>
              <a:rPr lang="en" sz="1400"/>
              <a:t>You can practice aptitude on </a:t>
            </a:r>
            <a:r>
              <a:rPr lang="en" sz="1400" u="sng">
                <a:solidFill>
                  <a:schemeClr val="hlink"/>
                </a:solidFill>
                <a:hlinkClick r:id="rId4"/>
              </a:rPr>
              <a:t>Indiabix</a:t>
            </a:r>
            <a:r>
              <a:rPr lang="en" sz="1400"/>
              <a:t>, </a:t>
            </a:r>
            <a:r>
              <a:rPr lang="en" sz="1400" u="sng">
                <a:solidFill>
                  <a:schemeClr val="hlink"/>
                </a:solidFill>
                <a:hlinkClick r:id="rId5"/>
              </a:rPr>
              <a:t>G4G</a:t>
            </a:r>
            <a:r>
              <a:rPr lang="en" sz="1400"/>
              <a:t> and </a:t>
            </a:r>
            <a:r>
              <a:rPr lang="en" sz="1400" u="sng">
                <a:solidFill>
                  <a:schemeClr val="hlink"/>
                </a:solidFill>
                <a:hlinkClick r:id="rId6"/>
              </a:rPr>
              <a:t>Javatpoint</a:t>
            </a:r>
            <a:r>
              <a:rPr lang="en" sz="1400"/>
              <a:t> and coding problems on Leetcode, Hackerank and G4G.</a:t>
            </a:r>
            <a:endParaRPr sz="1400"/>
          </a:p>
          <a:p>
            <a:pPr indent="-292100" lvl="0" marL="457200" rtl="0" algn="l">
              <a:spcBef>
                <a:spcPts val="1600"/>
              </a:spcBef>
              <a:spcAft>
                <a:spcPts val="1600"/>
              </a:spcAft>
              <a:buSzPts val="1000"/>
              <a:buChar char="●"/>
            </a:pPr>
            <a:r>
              <a:rPr lang="en" sz="1400"/>
              <a:t>42 students were selected for the next round (27 from BE, 15 from MCA).</a:t>
            </a:r>
            <a:endParaRPr sz="1400"/>
          </a:p>
        </p:txBody>
      </p:sp>
      <p:sp>
        <p:nvSpPr>
          <p:cNvPr id="475" name="Google Shape;475;p31"/>
          <p:cNvSpPr txBox="1"/>
          <p:nvPr>
            <p:ph type="ctrTitle"/>
          </p:nvPr>
        </p:nvSpPr>
        <p:spPr>
          <a:xfrm>
            <a:off x="618825" y="411675"/>
            <a:ext cx="58101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Round 1 - Online Test (continued)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2"/>
          <p:cNvSpPr txBox="1"/>
          <p:nvPr>
            <p:ph idx="1" type="body"/>
          </p:nvPr>
        </p:nvSpPr>
        <p:spPr>
          <a:xfrm>
            <a:off x="618825" y="1141250"/>
            <a:ext cx="7844400" cy="36231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sz="1400"/>
              <a:t>The interview was conducted on Google Meet and lasted for 20 minutes.</a:t>
            </a:r>
            <a:endParaRPr sz="1400"/>
          </a:p>
          <a:p>
            <a:pPr indent="-317500" lvl="0" marL="457200" rtl="0" algn="l">
              <a:lnSpc>
                <a:spcPct val="100000"/>
              </a:lnSpc>
              <a:spcBef>
                <a:spcPts val="1600"/>
              </a:spcBef>
              <a:spcAft>
                <a:spcPts val="0"/>
              </a:spcAft>
              <a:buSzPts val="1400"/>
              <a:buChar char="●"/>
            </a:pPr>
            <a:r>
              <a:rPr lang="en" sz="1400"/>
              <a:t>The interviewer was friendly and pretty chill.</a:t>
            </a:r>
            <a:endParaRPr sz="1400"/>
          </a:p>
          <a:p>
            <a:pPr indent="-317500" lvl="0" marL="457200" rtl="0" algn="l">
              <a:lnSpc>
                <a:spcPct val="100000"/>
              </a:lnSpc>
              <a:spcBef>
                <a:spcPts val="1600"/>
              </a:spcBef>
              <a:spcAft>
                <a:spcPts val="0"/>
              </a:spcAft>
              <a:buSzPts val="1400"/>
              <a:buChar char="●"/>
            </a:pPr>
            <a:r>
              <a:rPr lang="en" sz="1400"/>
              <a:t>Discussed the courses and specializations I had mentioned in my resume.</a:t>
            </a:r>
            <a:endParaRPr sz="1400"/>
          </a:p>
          <a:p>
            <a:pPr indent="-317500" lvl="0" marL="457200" rtl="0" algn="l">
              <a:lnSpc>
                <a:spcPct val="100000"/>
              </a:lnSpc>
              <a:spcBef>
                <a:spcPts val="1600"/>
              </a:spcBef>
              <a:spcAft>
                <a:spcPts val="0"/>
              </a:spcAft>
              <a:buSzPts val="1400"/>
              <a:buChar char="●"/>
            </a:pPr>
            <a:r>
              <a:rPr lang="en" sz="1400"/>
              <a:t>What languages I was comfortable in.</a:t>
            </a:r>
            <a:endParaRPr sz="1400"/>
          </a:p>
          <a:p>
            <a:pPr indent="-317500" lvl="0" marL="457200" rtl="0" algn="l">
              <a:lnSpc>
                <a:spcPct val="100000"/>
              </a:lnSpc>
              <a:spcBef>
                <a:spcPts val="1600"/>
              </a:spcBef>
              <a:spcAft>
                <a:spcPts val="0"/>
              </a:spcAft>
              <a:buSzPts val="1400"/>
              <a:buChar char="●"/>
            </a:pPr>
            <a:r>
              <a:rPr lang="en" sz="1400"/>
              <a:t>Questions on OOPS:</a:t>
            </a:r>
            <a:endParaRPr sz="1400"/>
          </a:p>
          <a:p>
            <a:pPr indent="-317500" lvl="1" marL="914400" rtl="0" algn="l">
              <a:lnSpc>
                <a:spcPct val="100000"/>
              </a:lnSpc>
              <a:spcBef>
                <a:spcPts val="0"/>
              </a:spcBef>
              <a:spcAft>
                <a:spcPts val="0"/>
              </a:spcAft>
              <a:buSzPts val="1400"/>
              <a:buChar char="○"/>
            </a:pPr>
            <a:r>
              <a:rPr lang="en" sz="1400"/>
              <a:t>What is OOPS?</a:t>
            </a:r>
            <a:endParaRPr sz="1400"/>
          </a:p>
          <a:p>
            <a:pPr indent="-317500" lvl="1" marL="914400" rtl="0" algn="l">
              <a:lnSpc>
                <a:spcPct val="100000"/>
              </a:lnSpc>
              <a:spcBef>
                <a:spcPts val="0"/>
              </a:spcBef>
              <a:spcAft>
                <a:spcPts val="0"/>
              </a:spcAft>
              <a:buSzPts val="1400"/>
              <a:buChar char="○"/>
            </a:pPr>
            <a:r>
              <a:rPr lang="en" sz="1400"/>
              <a:t>Polymorphism</a:t>
            </a:r>
            <a:endParaRPr sz="1400"/>
          </a:p>
          <a:p>
            <a:pPr indent="-317500" lvl="1" marL="914400" rtl="0" algn="l">
              <a:lnSpc>
                <a:spcPct val="100000"/>
              </a:lnSpc>
              <a:spcBef>
                <a:spcPts val="0"/>
              </a:spcBef>
              <a:spcAft>
                <a:spcPts val="0"/>
              </a:spcAft>
              <a:buSzPts val="1400"/>
              <a:buChar char="○"/>
            </a:pPr>
            <a:r>
              <a:rPr lang="en" sz="1400"/>
              <a:t>Abstraction</a:t>
            </a:r>
            <a:endParaRPr sz="1400"/>
          </a:p>
          <a:p>
            <a:pPr indent="-317500" lvl="1" marL="914400" rtl="0" algn="l">
              <a:lnSpc>
                <a:spcPct val="100000"/>
              </a:lnSpc>
              <a:spcBef>
                <a:spcPts val="0"/>
              </a:spcBef>
              <a:spcAft>
                <a:spcPts val="0"/>
              </a:spcAft>
              <a:buSzPts val="1400"/>
              <a:buChar char="○"/>
            </a:pPr>
            <a:r>
              <a:rPr lang="en" sz="1400"/>
              <a:t>Encapsulation</a:t>
            </a:r>
            <a:endParaRPr sz="1400"/>
          </a:p>
          <a:p>
            <a:pPr indent="-317500" lvl="1" marL="914400" rtl="0" algn="l">
              <a:lnSpc>
                <a:spcPct val="100000"/>
              </a:lnSpc>
              <a:spcBef>
                <a:spcPts val="0"/>
              </a:spcBef>
              <a:spcAft>
                <a:spcPts val="0"/>
              </a:spcAft>
              <a:buSzPts val="1400"/>
              <a:buChar char="○"/>
            </a:pPr>
            <a:r>
              <a:rPr lang="en" sz="1400"/>
              <a:t>Inheritance and its Types</a:t>
            </a:r>
            <a:endParaRPr sz="1400"/>
          </a:p>
          <a:p>
            <a:pPr indent="-317500" lvl="0" marL="457200" rtl="0" algn="l">
              <a:lnSpc>
                <a:spcPct val="100000"/>
              </a:lnSpc>
              <a:spcBef>
                <a:spcPts val="1600"/>
              </a:spcBef>
              <a:spcAft>
                <a:spcPts val="1600"/>
              </a:spcAft>
              <a:buSzPts val="1400"/>
              <a:buChar char="●"/>
            </a:pPr>
            <a:r>
              <a:rPr lang="en" sz="1400"/>
              <a:t>What are Templates and Generics in C++? (Only thing I knew about these were that they existed, which I answered honestly)</a:t>
            </a:r>
            <a:endParaRPr sz="1400"/>
          </a:p>
        </p:txBody>
      </p:sp>
      <p:sp>
        <p:nvSpPr>
          <p:cNvPr id="481" name="Google Shape;481;p32"/>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Round 2 - Technical Interview</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3"/>
          <p:cNvSpPr txBox="1"/>
          <p:nvPr>
            <p:ph idx="1" type="body"/>
          </p:nvPr>
        </p:nvSpPr>
        <p:spPr>
          <a:xfrm>
            <a:off x="618825" y="1082000"/>
            <a:ext cx="7844400" cy="35145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sz="1400"/>
              <a:t>Questions on DBMS:</a:t>
            </a:r>
            <a:endParaRPr sz="1400"/>
          </a:p>
          <a:p>
            <a:pPr indent="-317500" lvl="1" marL="914400" rtl="0" algn="l">
              <a:lnSpc>
                <a:spcPct val="100000"/>
              </a:lnSpc>
              <a:spcBef>
                <a:spcPts val="1600"/>
              </a:spcBef>
              <a:spcAft>
                <a:spcPts val="0"/>
              </a:spcAft>
              <a:buSzPts val="1400"/>
              <a:buChar char="○"/>
            </a:pPr>
            <a:r>
              <a:rPr lang="en" sz="1400"/>
              <a:t>Joins and its Types</a:t>
            </a:r>
            <a:endParaRPr sz="1400"/>
          </a:p>
          <a:p>
            <a:pPr indent="-317500" lvl="1" marL="914400" rtl="0" algn="l">
              <a:lnSpc>
                <a:spcPct val="100000"/>
              </a:lnSpc>
              <a:spcBef>
                <a:spcPts val="0"/>
              </a:spcBef>
              <a:spcAft>
                <a:spcPts val="0"/>
              </a:spcAft>
              <a:buSzPts val="1400"/>
              <a:buChar char="○"/>
            </a:pPr>
            <a:r>
              <a:rPr lang="en" sz="1400"/>
              <a:t>Union vs Union All and Union vs Join</a:t>
            </a:r>
            <a:endParaRPr sz="1400"/>
          </a:p>
          <a:p>
            <a:pPr indent="-317500" lvl="1" marL="914400" rtl="0" algn="l">
              <a:lnSpc>
                <a:spcPct val="100000"/>
              </a:lnSpc>
              <a:spcBef>
                <a:spcPts val="0"/>
              </a:spcBef>
              <a:spcAft>
                <a:spcPts val="0"/>
              </a:spcAft>
              <a:buSzPts val="1400"/>
              <a:buChar char="○"/>
            </a:pPr>
            <a:r>
              <a:rPr lang="en" sz="1400"/>
              <a:t>SQL Queries on Employee Table </a:t>
            </a:r>
            <a:r>
              <a:rPr i="1" lang="en" sz="1400"/>
              <a:t>(id, name, salary, city)</a:t>
            </a:r>
            <a:endParaRPr i="1" sz="1400"/>
          </a:p>
          <a:p>
            <a:pPr indent="-317500" lvl="2" marL="1371600" rtl="0" algn="l">
              <a:lnSpc>
                <a:spcPct val="100000"/>
              </a:lnSpc>
              <a:spcBef>
                <a:spcPts val="0"/>
              </a:spcBef>
              <a:spcAft>
                <a:spcPts val="0"/>
              </a:spcAft>
              <a:buSzPts val="1400"/>
              <a:buChar char="■"/>
            </a:pPr>
            <a:r>
              <a:rPr lang="en" sz="1400"/>
              <a:t>Max Salary for each city</a:t>
            </a:r>
            <a:endParaRPr sz="1400"/>
          </a:p>
          <a:p>
            <a:pPr indent="-317500" lvl="2" marL="1371600" rtl="0" algn="l">
              <a:lnSpc>
                <a:spcPct val="100000"/>
              </a:lnSpc>
              <a:spcBef>
                <a:spcPts val="0"/>
              </a:spcBef>
              <a:spcAft>
                <a:spcPts val="0"/>
              </a:spcAft>
              <a:buSzPts val="1400"/>
              <a:buChar char="■"/>
            </a:pPr>
            <a:r>
              <a:rPr lang="en" sz="1400"/>
              <a:t>Third Max Salary for each city (I </a:t>
            </a:r>
            <a:r>
              <a:rPr lang="en" sz="1400"/>
              <a:t>initially</a:t>
            </a:r>
            <a:r>
              <a:rPr lang="en" sz="1400"/>
              <a:t> made a mistake but was able to rectify it)</a:t>
            </a:r>
            <a:endParaRPr sz="1400"/>
          </a:p>
          <a:p>
            <a:pPr indent="-317500" lvl="0" marL="457200" rtl="0" algn="l">
              <a:lnSpc>
                <a:spcPct val="100000"/>
              </a:lnSpc>
              <a:spcBef>
                <a:spcPts val="0"/>
              </a:spcBef>
              <a:spcAft>
                <a:spcPts val="0"/>
              </a:spcAft>
              <a:buSzPts val="1400"/>
              <a:buChar char="●"/>
            </a:pPr>
            <a:r>
              <a:rPr lang="en" sz="1400"/>
              <a:t>Whether I was always interested in programming or it was a recent interest, whether I had taken a CS/IT subject in 11th/12th and Why I was interested in it.</a:t>
            </a:r>
            <a:endParaRPr sz="1400"/>
          </a:p>
          <a:p>
            <a:pPr indent="-317500" lvl="0" marL="457200" rtl="0" algn="l">
              <a:lnSpc>
                <a:spcPct val="100000"/>
              </a:lnSpc>
              <a:spcBef>
                <a:spcPts val="1600"/>
              </a:spcBef>
              <a:spcAft>
                <a:spcPts val="0"/>
              </a:spcAft>
              <a:buSzPts val="1400"/>
              <a:buChar char="●"/>
            </a:pPr>
            <a:r>
              <a:rPr lang="en" sz="1400"/>
              <a:t>Whether I was comfortable and flexible to learn new technologies (Please answer this with a </a:t>
            </a:r>
            <a:r>
              <a:rPr b="1" lang="en" sz="1400"/>
              <a:t>Yes</a:t>
            </a:r>
            <a:r>
              <a:rPr lang="en" sz="1400"/>
              <a:t>)</a:t>
            </a:r>
            <a:endParaRPr sz="1400"/>
          </a:p>
          <a:p>
            <a:pPr indent="-317500" lvl="0" marL="457200" rtl="0" algn="l">
              <a:lnSpc>
                <a:spcPct val="100000"/>
              </a:lnSpc>
              <a:spcBef>
                <a:spcPts val="1600"/>
              </a:spcBef>
              <a:spcAft>
                <a:spcPts val="0"/>
              </a:spcAft>
              <a:buSzPts val="1400"/>
              <a:buChar char="●"/>
            </a:pPr>
            <a:r>
              <a:rPr lang="en" sz="1400"/>
              <a:t>I asked a question about the allotment of projects at the end of the interview.</a:t>
            </a:r>
            <a:endParaRPr sz="1400"/>
          </a:p>
          <a:p>
            <a:pPr indent="-317500" lvl="0" marL="457200" rtl="0" algn="l">
              <a:lnSpc>
                <a:spcPct val="100000"/>
              </a:lnSpc>
              <a:spcBef>
                <a:spcPts val="1600"/>
              </a:spcBef>
              <a:spcAft>
                <a:spcPts val="1600"/>
              </a:spcAft>
              <a:buSzPts val="1400"/>
              <a:buChar char="●"/>
            </a:pPr>
            <a:r>
              <a:rPr lang="en" sz="1400"/>
              <a:t>23 students were selected for the next round. (14 from BE, 9 from MCA)</a:t>
            </a:r>
            <a:endParaRPr sz="1400"/>
          </a:p>
        </p:txBody>
      </p:sp>
      <p:sp>
        <p:nvSpPr>
          <p:cNvPr id="487" name="Google Shape;487;p33"/>
          <p:cNvSpPr txBox="1"/>
          <p:nvPr>
            <p:ph type="ctrTitle"/>
          </p:nvPr>
        </p:nvSpPr>
        <p:spPr>
          <a:xfrm>
            <a:off x="618825" y="411675"/>
            <a:ext cx="72417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Round 2 - Technical Interview (continued)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4"/>
          <p:cNvSpPr txBox="1"/>
          <p:nvPr>
            <p:ph idx="1" type="body"/>
          </p:nvPr>
        </p:nvSpPr>
        <p:spPr>
          <a:xfrm>
            <a:off x="618825" y="1368300"/>
            <a:ext cx="7814700" cy="3366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The interview again was on Google Meet and lasted for 10 minutes.</a:t>
            </a:r>
            <a:endParaRPr sz="1400"/>
          </a:p>
          <a:p>
            <a:pPr indent="-317500" lvl="0" marL="457200" rtl="0" algn="l">
              <a:spcBef>
                <a:spcPts val="1600"/>
              </a:spcBef>
              <a:spcAft>
                <a:spcPts val="0"/>
              </a:spcAft>
              <a:buSzPts val="1400"/>
              <a:buChar char="●"/>
            </a:pPr>
            <a:r>
              <a:rPr lang="en" sz="1400"/>
              <a:t>It was conducted 3hr after the 2nd round started, however the 2nd round was still on-going.</a:t>
            </a:r>
            <a:endParaRPr sz="1400"/>
          </a:p>
          <a:p>
            <a:pPr indent="-317500" lvl="0" marL="457200" rtl="0" algn="l">
              <a:spcBef>
                <a:spcPts val="1600"/>
              </a:spcBef>
              <a:spcAft>
                <a:spcPts val="0"/>
              </a:spcAft>
              <a:buSzPts val="1400"/>
              <a:buChar char="●"/>
            </a:pPr>
            <a:r>
              <a:rPr lang="en" sz="1400"/>
              <a:t>The interview was Conversation-types, with both the Director and HR being friendly. Honestly, a pretty fun interview :D</a:t>
            </a:r>
            <a:endParaRPr sz="1400"/>
          </a:p>
          <a:p>
            <a:pPr indent="-317500" lvl="0" marL="457200" rtl="0" algn="l">
              <a:spcBef>
                <a:spcPts val="1600"/>
              </a:spcBef>
              <a:spcAft>
                <a:spcPts val="0"/>
              </a:spcAft>
              <a:buSzPts val="1400"/>
              <a:buChar char="●"/>
            </a:pPr>
            <a:r>
              <a:rPr lang="en" sz="1400"/>
              <a:t>The Director went through my resume while the HR asked how my day had been so far.</a:t>
            </a:r>
            <a:endParaRPr sz="1400"/>
          </a:p>
          <a:p>
            <a:pPr indent="-317500" lvl="0" marL="457200" rtl="0" algn="l">
              <a:spcBef>
                <a:spcPts val="1600"/>
              </a:spcBef>
              <a:spcAft>
                <a:spcPts val="1600"/>
              </a:spcAft>
              <a:buSzPts val="1400"/>
              <a:buChar char="●"/>
            </a:pPr>
            <a:r>
              <a:rPr lang="en" sz="1400"/>
              <a:t>The HR asked me to introduce myself and talk about things not mentioned in my resume, which turned into a conversation about my interests and hobbies.</a:t>
            </a:r>
            <a:endParaRPr sz="1400"/>
          </a:p>
        </p:txBody>
      </p:sp>
      <p:sp>
        <p:nvSpPr>
          <p:cNvPr id="493" name="Google Shape;493;p34"/>
          <p:cNvSpPr txBox="1"/>
          <p:nvPr>
            <p:ph type="ctrTitle"/>
          </p:nvPr>
        </p:nvSpPr>
        <p:spPr>
          <a:xfrm>
            <a:off x="618825" y="411675"/>
            <a:ext cx="66591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Round 3 - HR + Director Interview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5"/>
          <p:cNvSpPr txBox="1"/>
          <p:nvPr>
            <p:ph idx="1" type="body"/>
          </p:nvPr>
        </p:nvSpPr>
        <p:spPr>
          <a:xfrm>
            <a:off x="618825" y="1585500"/>
            <a:ext cx="7814700" cy="3149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The Director asked me to show one of the projects from resume, and asked me questions on the same. Rather than the technical aspects, the questions were based on design choices and uses of the project)</a:t>
            </a:r>
            <a:endParaRPr sz="1400"/>
          </a:p>
          <a:p>
            <a:pPr indent="-317500" lvl="0" marL="457200" rtl="0" algn="l">
              <a:spcBef>
                <a:spcPts val="1600"/>
              </a:spcBef>
              <a:spcAft>
                <a:spcPts val="0"/>
              </a:spcAft>
              <a:buSzPts val="1400"/>
              <a:buChar char="●"/>
            </a:pPr>
            <a:r>
              <a:rPr lang="en" sz="1400"/>
              <a:t>I didn’t ask a question at the end because I couldn’t come up with one. In hindsight, it was a better choice than asking a general unrelated question just for the sake of asking one.</a:t>
            </a:r>
            <a:endParaRPr sz="1400"/>
          </a:p>
          <a:p>
            <a:pPr indent="-317500" lvl="0" marL="457200" rtl="0" algn="l">
              <a:spcBef>
                <a:spcPts val="1600"/>
              </a:spcBef>
              <a:spcAft>
                <a:spcPts val="1600"/>
              </a:spcAft>
              <a:buSzPts val="1400"/>
              <a:buChar char="●"/>
            </a:pPr>
            <a:r>
              <a:rPr lang="en" sz="1400"/>
              <a:t>14 students were selected finally (7 from BE, 7 from MCA)</a:t>
            </a:r>
            <a:endParaRPr sz="1400"/>
          </a:p>
        </p:txBody>
      </p:sp>
      <p:sp>
        <p:nvSpPr>
          <p:cNvPr id="499" name="Google Shape;499;p35"/>
          <p:cNvSpPr txBox="1"/>
          <p:nvPr>
            <p:ph type="ctrTitle"/>
          </p:nvPr>
        </p:nvSpPr>
        <p:spPr>
          <a:xfrm>
            <a:off x="618825" y="411675"/>
            <a:ext cx="7034100" cy="101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Round 3 - HR + Director Interview (continued)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6"/>
          <p:cNvSpPr txBox="1"/>
          <p:nvPr>
            <p:ph idx="1" type="body"/>
          </p:nvPr>
        </p:nvSpPr>
        <p:spPr>
          <a:xfrm>
            <a:off x="605400" y="1190600"/>
            <a:ext cx="7933200" cy="3534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Be attentive during the Pre-placement talks as questions may be asked about during the Interviews.</a:t>
            </a:r>
            <a:endParaRPr sz="1400"/>
          </a:p>
          <a:p>
            <a:pPr indent="-317500" lvl="0" marL="457200" rtl="0" algn="l">
              <a:spcBef>
                <a:spcPts val="1600"/>
              </a:spcBef>
              <a:spcAft>
                <a:spcPts val="0"/>
              </a:spcAft>
              <a:buSzPts val="1400"/>
              <a:buChar char="●"/>
            </a:pPr>
            <a:r>
              <a:rPr lang="en" sz="1400"/>
              <a:t>Take some time (not a lot :p) to think about your answer before you answer.</a:t>
            </a:r>
            <a:endParaRPr sz="1400"/>
          </a:p>
          <a:p>
            <a:pPr indent="-317500" lvl="0" marL="457200" rtl="0" algn="l">
              <a:spcBef>
                <a:spcPts val="1600"/>
              </a:spcBef>
              <a:spcAft>
                <a:spcPts val="0"/>
              </a:spcAft>
              <a:buSzPts val="1400"/>
              <a:buChar char="●"/>
            </a:pPr>
            <a:r>
              <a:rPr lang="en" sz="1400"/>
              <a:t>Try to include an example with each answer.</a:t>
            </a:r>
            <a:endParaRPr sz="1400"/>
          </a:p>
          <a:p>
            <a:pPr indent="-317500" lvl="0" marL="457200" rtl="0" algn="l">
              <a:spcBef>
                <a:spcPts val="1600"/>
              </a:spcBef>
              <a:spcAft>
                <a:spcPts val="0"/>
              </a:spcAft>
              <a:buSzPts val="1400"/>
              <a:buChar char="●"/>
            </a:pPr>
            <a:r>
              <a:rPr lang="en" sz="1400"/>
              <a:t>It’s better to be honest when you are not sure about something rather than faking an answer.</a:t>
            </a:r>
            <a:endParaRPr sz="1400"/>
          </a:p>
          <a:p>
            <a:pPr indent="-317500" lvl="0" marL="457200" rtl="0" algn="l">
              <a:spcBef>
                <a:spcPts val="1600"/>
              </a:spcBef>
              <a:spcAft>
                <a:spcPts val="0"/>
              </a:spcAft>
              <a:buSzPts val="1400"/>
              <a:buChar char="●"/>
            </a:pPr>
            <a:r>
              <a:rPr lang="en" sz="1400"/>
              <a:t>Understand the interviewer’s demeanor (aka vibes) and act accordingly.</a:t>
            </a:r>
            <a:endParaRPr sz="1400"/>
          </a:p>
          <a:p>
            <a:pPr indent="-317500" lvl="0" marL="457200" rtl="0" algn="l">
              <a:spcBef>
                <a:spcPts val="1600"/>
              </a:spcBef>
              <a:spcAft>
                <a:spcPts val="1600"/>
              </a:spcAft>
              <a:buSzPts val="1400"/>
              <a:buChar char="●"/>
            </a:pPr>
            <a:r>
              <a:rPr lang="en" sz="1400"/>
              <a:t>Don’t worry if you get disconnected from the meet or if your mic stops working. (speaking from experience here). Definitely don’t ask them “Where were we?” instead of “Where did I lose you?” (again speaking from experience here).</a:t>
            </a:r>
            <a:endParaRPr sz="1400"/>
          </a:p>
        </p:txBody>
      </p:sp>
      <p:sp>
        <p:nvSpPr>
          <p:cNvPr id="505" name="Google Shape;505;p36"/>
          <p:cNvSpPr txBox="1"/>
          <p:nvPr>
            <p:ph type="ctrTitle"/>
          </p:nvPr>
        </p:nvSpPr>
        <p:spPr>
          <a:xfrm>
            <a:off x="618825" y="411675"/>
            <a:ext cx="4727700" cy="57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General Tips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7"/>
          <p:cNvSpPr txBox="1"/>
          <p:nvPr>
            <p:ph type="title"/>
          </p:nvPr>
        </p:nvSpPr>
        <p:spPr>
          <a:xfrm>
            <a:off x="1400400" y="1341450"/>
            <a:ext cx="6343200" cy="123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000"/>
              <a:t>Contact: </a:t>
            </a:r>
            <a:r>
              <a:rPr lang="en" sz="2800" u="sng">
                <a:solidFill>
                  <a:schemeClr val="hlink"/>
                </a:solidFill>
                <a:hlinkClick r:id="rId3"/>
              </a:rPr>
              <a:t>2019anurag.saraswat@ves.ac.in</a:t>
            </a:r>
            <a:endParaRPr sz="2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8"/>
          <p:cNvSpPr txBox="1"/>
          <p:nvPr>
            <p:ph type="title"/>
          </p:nvPr>
        </p:nvSpPr>
        <p:spPr>
          <a:xfrm>
            <a:off x="2037000" y="1496400"/>
            <a:ext cx="5070000" cy="215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Questions? and Thank You</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