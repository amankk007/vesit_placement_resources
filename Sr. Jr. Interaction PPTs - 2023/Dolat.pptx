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Advent Pro SemiBold" panose="020B0604020202020204" charset="0"/>
      <p:regular r:id="rId16"/>
      <p:bold r:id="rId17"/>
      <p:italic r:id="rId18"/>
      <p:boldItalic r:id="rId19"/>
    </p:embeddedFont>
    <p:embeddedFont>
      <p:font typeface="Fira Sans Condensed Medium" panose="020F0502020204030204" pitchFamily="34" charset="0"/>
      <p:regular r:id="rId20"/>
      <p:bold r:id="rId21"/>
      <p:italic r:id="rId22"/>
      <p:boldItalic r:id="rId23"/>
    </p:embeddedFont>
    <p:embeddedFont>
      <p:font typeface="Fira Sans Extra Condensed Medium" panose="020B0604020202020204" charset="0"/>
      <p:regular r:id="rId24"/>
      <p:bold r:id="rId25"/>
      <p:italic r:id="rId26"/>
      <p:boldItalic r:id="rId27"/>
    </p:embeddedFont>
    <p:embeddedFont>
      <p:font typeface="Maven Pro" panose="020B0604020202020204" charset="0"/>
      <p:regular r:id="rId28"/>
      <p:bold r:id="rId29"/>
    </p:embeddedFont>
    <p:embeddedFont>
      <p:font typeface="Montserrat" panose="00000500000000000000" pitchFamily="2" charset="0"/>
      <p:regular r:id="rId30"/>
      <p:bold r:id="rId31"/>
      <p:italic r:id="rId32"/>
      <p:boldItalic r:id="rId33"/>
    </p:embeddedFont>
    <p:embeddedFont>
      <p:font typeface="Share Tech" panose="020B0604020202020204"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56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1f4268f9f3e_2_4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1f4268f9f3e_2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1f4268f9f3e_2_4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1f4268f9f3e_2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1f4268f9f3e_2_4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f4268f9f3e_2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1f4268f9f3e_2_5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1f4268f9f3e_2_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1f4268f9f3e_2_4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1f4268f9f3e_2_4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1f4268f9f3e_2_5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1f4268f9f3e_2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1f4268f9f3e_2_5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1f4268f9f3e_2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1f4268f9f3e_2_4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1f4268f9f3e_2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f4268f9f3e_5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f4268f9f3e_5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1f4268f9f3e_5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1f4268f9f3e_5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100b2bcc4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2100b2bcc4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2100b2bcc4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2100b2bcc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 name="Google Shape;17;p2"/>
          <p:cNvGrpSpPr/>
          <p:nvPr/>
        </p:nvGrpSpPr>
        <p:grpSpPr>
          <a:xfrm>
            <a:off x="8263682" y="-434366"/>
            <a:ext cx="188886" cy="1181532"/>
            <a:chOff x="2877432" y="975334"/>
            <a:chExt cx="188886" cy="1181532"/>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 name="Google Shape;22;p2"/>
          <p:cNvGrpSpPr/>
          <p:nvPr/>
        </p:nvGrpSpPr>
        <p:grpSpPr>
          <a:xfrm>
            <a:off x="3090746" y="-533657"/>
            <a:ext cx="98059" cy="1147595"/>
            <a:chOff x="3347921" y="16006"/>
            <a:chExt cx="98059" cy="1147595"/>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 name="Google Shape;28;p2"/>
          <p:cNvGrpSpPr/>
          <p:nvPr/>
        </p:nvGrpSpPr>
        <p:grpSpPr>
          <a:xfrm>
            <a:off x="250617" y="2402301"/>
            <a:ext cx="188650" cy="2468355"/>
            <a:chOff x="250617" y="2402301"/>
            <a:chExt cx="188650" cy="2468355"/>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38"/>
        <p:cNvGrpSpPr/>
        <p:nvPr/>
      </p:nvGrpSpPr>
      <p:grpSpPr>
        <a:xfrm>
          <a:off x="0" y="0"/>
          <a:ext cx="0" cy="0"/>
          <a:chOff x="0" y="0"/>
          <a:chExt cx="0" cy="0"/>
        </a:xfrm>
      </p:grpSpPr>
      <p:sp>
        <p:nvSpPr>
          <p:cNvPr id="39" name="Google Shape;39;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0" name="Google Shape;40;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1" name="Google Shape;41;p3"/>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2"/>
        <p:cNvGrpSpPr/>
        <p:nvPr/>
      </p:nvGrpSpPr>
      <p:grpSpPr>
        <a:xfrm>
          <a:off x="0" y="0"/>
          <a:ext cx="0" cy="0"/>
          <a:chOff x="0" y="0"/>
          <a:chExt cx="0" cy="0"/>
        </a:xfrm>
      </p:grpSpPr>
      <p:sp>
        <p:nvSpPr>
          <p:cNvPr id="43" name="Google Shape;43;p4"/>
          <p:cNvSpPr/>
          <p:nvPr/>
        </p:nvSpPr>
        <p:spPr>
          <a:xfrm>
            <a:off x="720239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4"/>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4"/>
          <p:cNvGrpSpPr/>
          <p:nvPr/>
        </p:nvGrpSpPr>
        <p:grpSpPr>
          <a:xfrm>
            <a:off x="8263682" y="-434366"/>
            <a:ext cx="188886" cy="1181532"/>
            <a:chOff x="2877432" y="975334"/>
            <a:chExt cx="188886" cy="1181532"/>
          </a:xfrm>
        </p:grpSpPr>
        <p:sp>
          <p:nvSpPr>
            <p:cNvPr id="46" name="Google Shape;46;p4"/>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4"/>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4"/>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 name="Google Shape;49;p4"/>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4"/>
          <p:cNvGrpSpPr/>
          <p:nvPr/>
        </p:nvGrpSpPr>
        <p:grpSpPr>
          <a:xfrm>
            <a:off x="3643898" y="-436198"/>
            <a:ext cx="133252" cy="1952377"/>
            <a:chOff x="6780548" y="337714"/>
            <a:chExt cx="133252" cy="1952377"/>
          </a:xfrm>
        </p:grpSpPr>
        <p:sp>
          <p:nvSpPr>
            <p:cNvPr id="51" name="Google Shape;51;p4"/>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4"/>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3" name="Google Shape;53;p4"/>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4" name="Google Shape;54;p4"/>
          <p:cNvGrpSpPr/>
          <p:nvPr/>
        </p:nvGrpSpPr>
        <p:grpSpPr>
          <a:xfrm>
            <a:off x="8008096" y="2108910"/>
            <a:ext cx="199001" cy="2139770"/>
            <a:chOff x="8008096" y="2108910"/>
            <a:chExt cx="199001" cy="2139770"/>
          </a:xfrm>
        </p:grpSpPr>
        <p:sp>
          <p:nvSpPr>
            <p:cNvPr id="55" name="Google Shape;55;p4"/>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4"/>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7" name="Google Shape;57;p4"/>
          <p:cNvGrpSpPr/>
          <p:nvPr/>
        </p:nvGrpSpPr>
        <p:grpSpPr>
          <a:xfrm>
            <a:off x="520996" y="1091548"/>
            <a:ext cx="199001" cy="2139770"/>
            <a:chOff x="8008096" y="2108910"/>
            <a:chExt cx="199001" cy="2139770"/>
          </a:xfrm>
        </p:grpSpPr>
        <p:sp>
          <p:nvSpPr>
            <p:cNvPr id="58" name="Google Shape;58;p4"/>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4"/>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0" name="Google Shape;60;p4"/>
          <p:cNvSpPr txBox="1">
            <a:spLocks noGrp="1"/>
          </p:cNvSpPr>
          <p:nvPr>
            <p:ph type="ctrTitle"/>
          </p:nvPr>
        </p:nvSpPr>
        <p:spPr>
          <a:xfrm>
            <a:off x="2031287" y="1742775"/>
            <a:ext cx="2622000" cy="837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200"/>
              <a:buNone/>
              <a:defRPr sz="4800">
                <a:solidFill>
                  <a:schemeClr val="lt1"/>
                </a:solidFill>
              </a:defRPr>
            </a:lvl1pPr>
            <a:lvl2pPr lvl="1" algn="l">
              <a:lnSpc>
                <a:spcPct val="100000"/>
              </a:lnSpc>
              <a:spcBef>
                <a:spcPts val="0"/>
              </a:spcBef>
              <a:spcAft>
                <a:spcPts val="0"/>
              </a:spcAft>
              <a:buClr>
                <a:srgbClr val="000000"/>
              </a:buClr>
              <a:buSzPts val="1200"/>
              <a:buNone/>
              <a:defRPr sz="1200">
                <a:solidFill>
                  <a:srgbClr val="000000"/>
                </a:solidFill>
              </a:defRPr>
            </a:lvl2pPr>
            <a:lvl3pPr lvl="2" algn="l">
              <a:lnSpc>
                <a:spcPct val="100000"/>
              </a:lnSpc>
              <a:spcBef>
                <a:spcPts val="0"/>
              </a:spcBef>
              <a:spcAft>
                <a:spcPts val="0"/>
              </a:spcAft>
              <a:buClr>
                <a:srgbClr val="000000"/>
              </a:buClr>
              <a:buSzPts val="1200"/>
              <a:buNone/>
              <a:defRPr sz="1200">
                <a:solidFill>
                  <a:srgbClr val="000000"/>
                </a:solidFill>
              </a:defRPr>
            </a:lvl3pPr>
            <a:lvl4pPr lvl="3" algn="l">
              <a:lnSpc>
                <a:spcPct val="100000"/>
              </a:lnSpc>
              <a:spcBef>
                <a:spcPts val="0"/>
              </a:spcBef>
              <a:spcAft>
                <a:spcPts val="0"/>
              </a:spcAft>
              <a:buClr>
                <a:srgbClr val="000000"/>
              </a:buClr>
              <a:buSzPts val="1200"/>
              <a:buNone/>
              <a:defRPr sz="1200">
                <a:solidFill>
                  <a:srgbClr val="000000"/>
                </a:solidFill>
              </a:defRPr>
            </a:lvl4pPr>
            <a:lvl5pPr lvl="4" algn="l">
              <a:lnSpc>
                <a:spcPct val="100000"/>
              </a:lnSpc>
              <a:spcBef>
                <a:spcPts val="0"/>
              </a:spcBef>
              <a:spcAft>
                <a:spcPts val="0"/>
              </a:spcAft>
              <a:buClr>
                <a:srgbClr val="000000"/>
              </a:buClr>
              <a:buSzPts val="1200"/>
              <a:buNone/>
              <a:defRPr sz="1200">
                <a:solidFill>
                  <a:srgbClr val="000000"/>
                </a:solidFill>
              </a:defRPr>
            </a:lvl5pPr>
            <a:lvl6pPr lvl="5" algn="l">
              <a:lnSpc>
                <a:spcPct val="100000"/>
              </a:lnSpc>
              <a:spcBef>
                <a:spcPts val="0"/>
              </a:spcBef>
              <a:spcAft>
                <a:spcPts val="0"/>
              </a:spcAft>
              <a:buClr>
                <a:srgbClr val="000000"/>
              </a:buClr>
              <a:buSzPts val="1200"/>
              <a:buNone/>
              <a:defRPr sz="1200">
                <a:solidFill>
                  <a:srgbClr val="000000"/>
                </a:solidFill>
              </a:defRPr>
            </a:lvl6pPr>
            <a:lvl7pPr lvl="6" algn="l">
              <a:lnSpc>
                <a:spcPct val="100000"/>
              </a:lnSpc>
              <a:spcBef>
                <a:spcPts val="0"/>
              </a:spcBef>
              <a:spcAft>
                <a:spcPts val="0"/>
              </a:spcAft>
              <a:buClr>
                <a:srgbClr val="000000"/>
              </a:buClr>
              <a:buSzPts val="1200"/>
              <a:buNone/>
              <a:defRPr sz="1200">
                <a:solidFill>
                  <a:srgbClr val="000000"/>
                </a:solidFill>
              </a:defRPr>
            </a:lvl7pPr>
            <a:lvl8pPr lvl="7" algn="l">
              <a:lnSpc>
                <a:spcPct val="100000"/>
              </a:lnSpc>
              <a:spcBef>
                <a:spcPts val="0"/>
              </a:spcBef>
              <a:spcAft>
                <a:spcPts val="0"/>
              </a:spcAft>
              <a:buClr>
                <a:srgbClr val="000000"/>
              </a:buClr>
              <a:buSzPts val="1200"/>
              <a:buNone/>
              <a:defRPr sz="1200">
                <a:solidFill>
                  <a:srgbClr val="000000"/>
                </a:solidFill>
              </a:defRPr>
            </a:lvl8pPr>
            <a:lvl9pPr lvl="8" algn="l">
              <a:lnSpc>
                <a:spcPct val="100000"/>
              </a:lnSpc>
              <a:spcBef>
                <a:spcPts val="0"/>
              </a:spcBef>
              <a:spcAft>
                <a:spcPts val="0"/>
              </a:spcAft>
              <a:buClr>
                <a:srgbClr val="000000"/>
              </a:buClr>
              <a:buSzPts val="1200"/>
              <a:buNone/>
              <a:defRPr sz="1200">
                <a:solidFill>
                  <a:srgbClr val="000000"/>
                </a:solidFill>
              </a:defRPr>
            </a:lvl9pPr>
          </a:lstStyle>
          <a:p>
            <a:endParaRPr/>
          </a:p>
        </p:txBody>
      </p:sp>
      <p:sp>
        <p:nvSpPr>
          <p:cNvPr id="61" name="Google Shape;61;p4"/>
          <p:cNvSpPr txBox="1">
            <a:spLocks noGrp="1"/>
          </p:cNvSpPr>
          <p:nvPr>
            <p:ph type="subTitle" idx="1"/>
          </p:nvPr>
        </p:nvSpPr>
        <p:spPr>
          <a:xfrm>
            <a:off x="1791587" y="2417450"/>
            <a:ext cx="3101400" cy="104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62" name="Google Shape;62;p4"/>
          <p:cNvSpPr txBox="1">
            <a:spLocks noGrp="1"/>
          </p:cNvSpPr>
          <p:nvPr>
            <p:ph type="title" idx="2"/>
          </p:nvPr>
        </p:nvSpPr>
        <p:spPr>
          <a:xfrm>
            <a:off x="5834900" y="2122225"/>
            <a:ext cx="9810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rgbClr val="000000"/>
              </a:buClr>
              <a:buSzPts val="4800"/>
              <a:buNone/>
              <a:defRPr sz="6000"/>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5"/>
          <p:cNvSpPr txBox="1">
            <a:spLocks noGrp="1"/>
          </p:cNvSpPr>
          <p:nvPr>
            <p:ph type="body" idx="1"/>
          </p:nvPr>
        </p:nvSpPr>
        <p:spPr>
          <a:xfrm>
            <a:off x="618825" y="1679175"/>
            <a:ext cx="3534300" cy="20901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65" name="Google Shape;65;p5"/>
          <p:cNvSpPr txBox="1">
            <a:spLocks noGrp="1"/>
          </p:cNvSpPr>
          <p:nvPr>
            <p:ph type="ctrTitle"/>
          </p:nvPr>
        </p:nvSpPr>
        <p:spPr>
          <a:xfrm>
            <a:off x="618825" y="411675"/>
            <a:ext cx="26865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66" name="Google Shape;66;p5"/>
          <p:cNvSpPr/>
          <p:nvPr/>
        </p:nvSpPr>
        <p:spPr>
          <a:xfrm>
            <a:off x="720000" y="46901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5"/>
          <p:cNvSpPr/>
          <p:nvPr/>
        </p:nvSpPr>
        <p:spPr>
          <a:xfrm>
            <a:off x="2058475" y="41522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5"/>
          <p:cNvSpPr/>
          <p:nvPr/>
        </p:nvSpPr>
        <p:spPr>
          <a:xfrm>
            <a:off x="1432075" y="4296400"/>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5"/>
          <p:cNvSpPr/>
          <p:nvPr/>
        </p:nvSpPr>
        <p:spPr>
          <a:xfrm>
            <a:off x="2194725" y="44747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5"/>
          <p:cNvSpPr/>
          <p:nvPr/>
        </p:nvSpPr>
        <p:spPr>
          <a:xfrm>
            <a:off x="1585475" y="469551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1" name="Google Shape;71;p5"/>
          <p:cNvGrpSpPr/>
          <p:nvPr/>
        </p:nvGrpSpPr>
        <p:grpSpPr>
          <a:xfrm>
            <a:off x="8148521" y="3004593"/>
            <a:ext cx="98059" cy="1147595"/>
            <a:chOff x="3347921" y="16006"/>
            <a:chExt cx="98059" cy="1147595"/>
          </a:xfrm>
        </p:grpSpPr>
        <p:sp>
          <p:nvSpPr>
            <p:cNvPr id="72" name="Google Shape;72;p5"/>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 name="Google Shape;74;p5"/>
          <p:cNvGrpSpPr/>
          <p:nvPr/>
        </p:nvGrpSpPr>
        <p:grpSpPr>
          <a:xfrm>
            <a:off x="281421" y="3769263"/>
            <a:ext cx="121172" cy="760495"/>
            <a:chOff x="5245196" y="3136513"/>
            <a:chExt cx="121172" cy="760495"/>
          </a:xfrm>
        </p:grpSpPr>
        <p:sp>
          <p:nvSpPr>
            <p:cNvPr id="75" name="Google Shape;75;p5"/>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5"/>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7" name="Google Shape;77;p5"/>
          <p:cNvGrpSpPr/>
          <p:nvPr/>
        </p:nvGrpSpPr>
        <p:grpSpPr>
          <a:xfrm>
            <a:off x="8534739" y="4069632"/>
            <a:ext cx="57599" cy="831799"/>
            <a:chOff x="2038689" y="173907"/>
            <a:chExt cx="57599" cy="831799"/>
          </a:xfrm>
        </p:grpSpPr>
        <p:sp>
          <p:nvSpPr>
            <p:cNvPr id="78" name="Google Shape;78;p5"/>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5"/>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0" name="Google Shape;80;p5"/>
          <p:cNvSpPr/>
          <p:nvPr/>
        </p:nvSpPr>
        <p:spPr>
          <a:xfrm>
            <a:off x="7686100" y="45688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5"/>
          <p:cNvSpPr/>
          <p:nvPr/>
        </p:nvSpPr>
        <p:spPr>
          <a:xfrm>
            <a:off x="8868125" y="376926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p6"/>
          <p:cNvSpPr txBox="1">
            <a:spLocks noGrp="1"/>
          </p:cNvSpPr>
          <p:nvPr>
            <p:ph type="ctrTitle"/>
          </p:nvPr>
        </p:nvSpPr>
        <p:spPr>
          <a:xfrm>
            <a:off x="923625" y="1196026"/>
            <a:ext cx="9822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84" name="Google Shape;84;p6"/>
          <p:cNvSpPr txBox="1">
            <a:spLocks noGrp="1"/>
          </p:cNvSpPr>
          <p:nvPr>
            <p:ph type="subTitle" idx="1"/>
          </p:nvPr>
        </p:nvSpPr>
        <p:spPr>
          <a:xfrm>
            <a:off x="923637" y="1684093"/>
            <a:ext cx="2620500" cy="1112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85" name="Google Shape;85;p6"/>
          <p:cNvSpPr txBox="1">
            <a:spLocks noGrp="1"/>
          </p:cNvSpPr>
          <p:nvPr>
            <p:ph type="ctrTitle" idx="2"/>
          </p:nvPr>
        </p:nvSpPr>
        <p:spPr>
          <a:xfrm>
            <a:off x="7050379" y="1196025"/>
            <a:ext cx="1137300" cy="5778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86" name="Google Shape;86;p6"/>
          <p:cNvSpPr txBox="1">
            <a:spLocks noGrp="1"/>
          </p:cNvSpPr>
          <p:nvPr>
            <p:ph type="subTitle" idx="3"/>
          </p:nvPr>
        </p:nvSpPr>
        <p:spPr>
          <a:xfrm>
            <a:off x="5450166" y="1684093"/>
            <a:ext cx="2737500" cy="11124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87" name="Google Shape;87;p6"/>
          <p:cNvSpPr txBox="1">
            <a:spLocks noGrp="1"/>
          </p:cNvSpPr>
          <p:nvPr>
            <p:ph type="ctrTitle" idx="4"/>
          </p:nvPr>
        </p:nvSpPr>
        <p:spPr>
          <a:xfrm>
            <a:off x="618825" y="411675"/>
            <a:ext cx="46182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88" name="Google Shape;88;p6"/>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6"/>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6"/>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6"/>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p6"/>
          <p:cNvGrpSpPr/>
          <p:nvPr/>
        </p:nvGrpSpPr>
        <p:grpSpPr>
          <a:xfrm>
            <a:off x="6626134" y="-164562"/>
            <a:ext cx="121172" cy="760495"/>
            <a:chOff x="5245196" y="3136513"/>
            <a:chExt cx="121172" cy="760495"/>
          </a:xfrm>
        </p:grpSpPr>
        <p:sp>
          <p:nvSpPr>
            <p:cNvPr id="93" name="Google Shape;93;p6"/>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6"/>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5" name="Google Shape;95;p6"/>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6"/>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7"/>
        <p:cNvGrpSpPr/>
        <p:nvPr/>
      </p:nvGrpSpPr>
      <p:grpSpPr>
        <a:xfrm>
          <a:off x="0" y="0"/>
          <a:ext cx="0" cy="0"/>
          <a:chOff x="0" y="0"/>
          <a:chExt cx="0" cy="0"/>
        </a:xfrm>
      </p:grpSpPr>
      <p:sp>
        <p:nvSpPr>
          <p:cNvPr id="98" name="Google Shape;98;p7"/>
          <p:cNvSpPr txBox="1">
            <a:spLocks noGrp="1"/>
          </p:cNvSpPr>
          <p:nvPr>
            <p:ph type="ctrTitle"/>
          </p:nvPr>
        </p:nvSpPr>
        <p:spPr>
          <a:xfrm>
            <a:off x="618825" y="411675"/>
            <a:ext cx="47277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99" name="Google Shape;99;p7"/>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7"/>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7"/>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7"/>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7"/>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7"/>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7"/>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7"/>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7"/>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7"/>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9"/>
        <p:cNvGrpSpPr/>
        <p:nvPr/>
      </p:nvGrpSpPr>
      <p:grpSpPr>
        <a:xfrm>
          <a:off x="0" y="0"/>
          <a:ext cx="0" cy="0"/>
          <a:chOff x="0" y="0"/>
          <a:chExt cx="0" cy="0"/>
        </a:xfrm>
      </p:grpSpPr>
      <p:sp>
        <p:nvSpPr>
          <p:cNvPr id="110" name="Google Shape;110;p8"/>
          <p:cNvSpPr txBox="1">
            <a:spLocks noGrp="1"/>
          </p:cNvSpPr>
          <p:nvPr>
            <p:ph type="body" idx="1"/>
          </p:nvPr>
        </p:nvSpPr>
        <p:spPr>
          <a:xfrm>
            <a:off x="618306" y="2199025"/>
            <a:ext cx="1905900" cy="12963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6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11" name="Google Shape;111;p8"/>
          <p:cNvSpPr txBox="1">
            <a:spLocks noGrp="1"/>
          </p:cNvSpPr>
          <p:nvPr>
            <p:ph type="ctrTitle"/>
          </p:nvPr>
        </p:nvSpPr>
        <p:spPr>
          <a:xfrm>
            <a:off x="618825" y="411675"/>
            <a:ext cx="47277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112" name="Google Shape;112;p8"/>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8"/>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8"/>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8"/>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p8"/>
          <p:cNvGrpSpPr/>
          <p:nvPr/>
        </p:nvGrpSpPr>
        <p:grpSpPr>
          <a:xfrm>
            <a:off x="6626134" y="-164562"/>
            <a:ext cx="121172" cy="760495"/>
            <a:chOff x="5245196" y="3136513"/>
            <a:chExt cx="121172" cy="760495"/>
          </a:xfrm>
        </p:grpSpPr>
        <p:sp>
          <p:nvSpPr>
            <p:cNvPr id="117" name="Google Shape;117;p8"/>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8"/>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9" name="Google Shape;119;p8"/>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8"/>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1"/>
        <p:cNvGrpSpPr/>
        <p:nvPr/>
      </p:nvGrpSpPr>
      <p:grpSpPr>
        <a:xfrm>
          <a:off x="0" y="0"/>
          <a:ext cx="0" cy="0"/>
          <a:chOff x="0" y="0"/>
          <a:chExt cx="0" cy="0"/>
        </a:xfrm>
      </p:grpSpPr>
      <p:sp>
        <p:nvSpPr>
          <p:cNvPr id="122" name="Google Shape;122;p9"/>
          <p:cNvSpPr txBox="1">
            <a:spLocks noGrp="1"/>
          </p:cNvSpPr>
          <p:nvPr>
            <p:ph type="title"/>
          </p:nvPr>
        </p:nvSpPr>
        <p:spPr>
          <a:xfrm>
            <a:off x="2037000" y="1496400"/>
            <a:ext cx="5070000" cy="2150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23" name="Google Shape;123;p9"/>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9"/>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9"/>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9"/>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9"/>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9"/>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p9"/>
          <p:cNvGrpSpPr/>
          <p:nvPr/>
        </p:nvGrpSpPr>
        <p:grpSpPr>
          <a:xfrm>
            <a:off x="8263682" y="-434366"/>
            <a:ext cx="188886" cy="1181532"/>
            <a:chOff x="2877432" y="975334"/>
            <a:chExt cx="188886" cy="1181532"/>
          </a:xfrm>
        </p:grpSpPr>
        <p:sp>
          <p:nvSpPr>
            <p:cNvPr id="130" name="Google Shape;130;p9"/>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9"/>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9"/>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3" name="Google Shape;133;p9"/>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9"/>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9"/>
          <p:cNvSpPr/>
          <p:nvPr/>
        </p:nvSpPr>
        <p:spPr>
          <a:xfrm>
            <a:off x="1778504" y="2156778"/>
            <a:ext cx="119993" cy="119966"/>
          </a:xfrm>
          <a:custGeom>
            <a:avLst/>
            <a:gdLst/>
            <a:ahLst/>
            <a:cxnLst/>
            <a:rect l="l" t="t" r="r" b="b"/>
            <a:pathLst>
              <a:path w="4579" h="4578" extrusionOk="0">
                <a:moveTo>
                  <a:pt x="1" y="0"/>
                </a:moveTo>
                <a:lnTo>
                  <a:pt x="1" y="4578"/>
                </a:lnTo>
                <a:lnTo>
                  <a:pt x="4578" y="4578"/>
                </a:lnTo>
                <a:lnTo>
                  <a:pt x="457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p9"/>
          <p:cNvGrpSpPr/>
          <p:nvPr/>
        </p:nvGrpSpPr>
        <p:grpSpPr>
          <a:xfrm>
            <a:off x="3090746" y="-533657"/>
            <a:ext cx="98059" cy="1147595"/>
            <a:chOff x="3347921" y="16006"/>
            <a:chExt cx="98059" cy="1147595"/>
          </a:xfrm>
        </p:grpSpPr>
        <p:sp>
          <p:nvSpPr>
            <p:cNvPr id="137" name="Google Shape;137;p9"/>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9"/>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9" name="Google Shape;139;p9"/>
          <p:cNvGrpSpPr/>
          <p:nvPr/>
        </p:nvGrpSpPr>
        <p:grpSpPr>
          <a:xfrm>
            <a:off x="4892771" y="-340112"/>
            <a:ext cx="121172" cy="760495"/>
            <a:chOff x="5245196" y="3136513"/>
            <a:chExt cx="121172" cy="760495"/>
          </a:xfrm>
        </p:grpSpPr>
        <p:sp>
          <p:nvSpPr>
            <p:cNvPr id="140" name="Google Shape;140;p9"/>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9"/>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2" name="Google Shape;142;p9"/>
          <p:cNvGrpSpPr/>
          <p:nvPr/>
        </p:nvGrpSpPr>
        <p:grpSpPr>
          <a:xfrm>
            <a:off x="6967836" y="85439"/>
            <a:ext cx="133252" cy="1952377"/>
            <a:chOff x="6780548" y="337714"/>
            <a:chExt cx="133252" cy="1952377"/>
          </a:xfrm>
        </p:grpSpPr>
        <p:sp>
          <p:nvSpPr>
            <p:cNvPr id="143" name="Google Shape;143;p9"/>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9"/>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5" name="Google Shape;145;p9"/>
          <p:cNvGrpSpPr/>
          <p:nvPr/>
        </p:nvGrpSpPr>
        <p:grpSpPr>
          <a:xfrm>
            <a:off x="250617" y="2402301"/>
            <a:ext cx="188650" cy="2468355"/>
            <a:chOff x="250617" y="2402301"/>
            <a:chExt cx="188650" cy="2468355"/>
          </a:xfrm>
        </p:grpSpPr>
        <p:sp>
          <p:nvSpPr>
            <p:cNvPr id="146" name="Google Shape;146;p9"/>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9"/>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9"/>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9"/>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0" name="Google Shape;150;p9"/>
          <p:cNvGrpSpPr/>
          <p:nvPr/>
        </p:nvGrpSpPr>
        <p:grpSpPr>
          <a:xfrm>
            <a:off x="982417" y="1695096"/>
            <a:ext cx="199237" cy="2828935"/>
            <a:chOff x="1608717" y="1280046"/>
            <a:chExt cx="199237" cy="2828935"/>
          </a:xfrm>
        </p:grpSpPr>
        <p:sp>
          <p:nvSpPr>
            <p:cNvPr id="151" name="Google Shape;151;p9"/>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9"/>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9"/>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4" name="Google Shape;154;p9"/>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5" name="Google Shape;155;p9"/>
          <p:cNvGrpSpPr/>
          <p:nvPr/>
        </p:nvGrpSpPr>
        <p:grpSpPr>
          <a:xfrm>
            <a:off x="2038689" y="173907"/>
            <a:ext cx="57599" cy="831799"/>
            <a:chOff x="2038689" y="173907"/>
            <a:chExt cx="57599" cy="831799"/>
          </a:xfrm>
        </p:grpSpPr>
        <p:sp>
          <p:nvSpPr>
            <p:cNvPr id="156" name="Google Shape;156;p9"/>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9"/>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8" name="Google Shape;158;p9"/>
          <p:cNvGrpSpPr/>
          <p:nvPr/>
        </p:nvGrpSpPr>
        <p:grpSpPr>
          <a:xfrm>
            <a:off x="8008096" y="2108910"/>
            <a:ext cx="199001" cy="2139770"/>
            <a:chOff x="8008096" y="2108910"/>
            <a:chExt cx="199001" cy="2139770"/>
          </a:xfrm>
        </p:grpSpPr>
        <p:sp>
          <p:nvSpPr>
            <p:cNvPr id="159" name="Google Shape;159;p9"/>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9"/>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1" name="Google Shape;161;p9"/>
          <p:cNvSpPr/>
          <p:nvPr/>
        </p:nvSpPr>
        <p:spPr>
          <a:xfrm>
            <a:off x="2702019" y="1158651"/>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2" name="Google Shape;162;p9"/>
          <p:cNvGrpSpPr/>
          <p:nvPr/>
        </p:nvGrpSpPr>
        <p:grpSpPr>
          <a:xfrm>
            <a:off x="4095146" y="-859690"/>
            <a:ext cx="199001" cy="2139770"/>
            <a:chOff x="8008096" y="2108910"/>
            <a:chExt cx="199001" cy="2139770"/>
          </a:xfrm>
        </p:grpSpPr>
        <p:sp>
          <p:nvSpPr>
            <p:cNvPr id="163" name="Google Shape;163;p9"/>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9"/>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5" name="Google Shape;165;p9"/>
          <p:cNvGrpSpPr/>
          <p:nvPr/>
        </p:nvGrpSpPr>
        <p:grpSpPr>
          <a:xfrm>
            <a:off x="6333286" y="3704939"/>
            <a:ext cx="133252" cy="1952377"/>
            <a:chOff x="6780548" y="337714"/>
            <a:chExt cx="133252" cy="1952377"/>
          </a:xfrm>
        </p:grpSpPr>
        <p:sp>
          <p:nvSpPr>
            <p:cNvPr id="166" name="Google Shape;166;p9"/>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9"/>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8" name="Google Shape;168;p9"/>
          <p:cNvGrpSpPr/>
          <p:nvPr/>
        </p:nvGrpSpPr>
        <p:grpSpPr>
          <a:xfrm>
            <a:off x="2702021" y="3612763"/>
            <a:ext cx="121172" cy="760495"/>
            <a:chOff x="5245196" y="3136513"/>
            <a:chExt cx="121172" cy="760495"/>
          </a:xfrm>
        </p:grpSpPr>
        <p:sp>
          <p:nvSpPr>
            <p:cNvPr id="169" name="Google Shape;169;p9"/>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9"/>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1" name="Google Shape;171;p9"/>
          <p:cNvSpPr/>
          <p:nvPr/>
        </p:nvSpPr>
        <p:spPr>
          <a:xfrm>
            <a:off x="5539523" y="4516718"/>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9"/>
          <p:cNvSpPr/>
          <p:nvPr/>
        </p:nvSpPr>
        <p:spPr>
          <a:xfrm>
            <a:off x="6994217" y="3378784"/>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3"/>
        <p:cNvGrpSpPr/>
        <p:nvPr/>
      </p:nvGrpSpPr>
      <p:grpSpPr>
        <a:xfrm>
          <a:off x="0" y="0"/>
          <a:ext cx="0" cy="0"/>
          <a:chOff x="0" y="0"/>
          <a:chExt cx="0" cy="0"/>
        </a:xfrm>
      </p:grpSpPr>
      <p:sp>
        <p:nvSpPr>
          <p:cNvPr id="174" name="Google Shape;174;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75" name="Google Shape;175;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6" name="Google Shape;176;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7"/>
        <p:cNvGrpSpPr/>
        <p:nvPr/>
      </p:nvGrpSpPr>
      <p:grpSpPr>
        <a:xfrm>
          <a:off x="0" y="0"/>
          <a:ext cx="0" cy="0"/>
          <a:chOff x="0" y="0"/>
          <a:chExt cx="0" cy="0"/>
        </a:xfrm>
      </p:grpSpPr>
      <p:sp>
        <p:nvSpPr>
          <p:cNvPr id="178" name="Google Shape;178;p11"/>
          <p:cNvSpPr txBox="1">
            <a:spLocks noGrp="1"/>
          </p:cNvSpPr>
          <p:nvPr>
            <p:ph type="title"/>
          </p:nvPr>
        </p:nvSpPr>
        <p:spPr>
          <a:xfrm>
            <a:off x="581925" y="3391646"/>
            <a:ext cx="4126500" cy="1321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TITLE_1">
    <p:spTree>
      <p:nvGrpSpPr>
        <p:cNvPr id="1" name="Shape 179"/>
        <p:cNvGrpSpPr/>
        <p:nvPr/>
      </p:nvGrpSpPr>
      <p:grpSpPr>
        <a:xfrm>
          <a:off x="0" y="0"/>
          <a:ext cx="0" cy="0"/>
          <a:chOff x="0" y="0"/>
          <a:chExt cx="0" cy="0"/>
        </a:xfrm>
      </p:grpSpPr>
      <p:sp>
        <p:nvSpPr>
          <p:cNvPr id="180" name="Google Shape;180;p12"/>
          <p:cNvSpPr txBox="1">
            <a:spLocks noGrp="1"/>
          </p:cNvSpPr>
          <p:nvPr>
            <p:ph type="ctrTitle"/>
          </p:nvPr>
        </p:nvSpPr>
        <p:spPr>
          <a:xfrm>
            <a:off x="3068675" y="3075325"/>
            <a:ext cx="3055800" cy="54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81" name="Google Shape;181;p12"/>
          <p:cNvSpPr txBox="1">
            <a:spLocks noGrp="1"/>
          </p:cNvSpPr>
          <p:nvPr>
            <p:ph type="subTitle" idx="1"/>
          </p:nvPr>
        </p:nvSpPr>
        <p:spPr>
          <a:xfrm>
            <a:off x="2333000" y="1799075"/>
            <a:ext cx="4478100" cy="79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2" name="Google Shape;182;p12"/>
          <p:cNvSpPr/>
          <p:nvPr/>
        </p:nvSpPr>
        <p:spPr>
          <a:xfrm>
            <a:off x="1621169" y="2890613"/>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2"/>
          <p:cNvSpPr/>
          <p:nvPr/>
        </p:nvSpPr>
        <p:spPr>
          <a:xfrm>
            <a:off x="1238740" y="2106884"/>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1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1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1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7" name="Google Shape;187;p12"/>
          <p:cNvGrpSpPr/>
          <p:nvPr/>
        </p:nvGrpSpPr>
        <p:grpSpPr>
          <a:xfrm>
            <a:off x="8217007" y="3576772"/>
            <a:ext cx="188886" cy="1181532"/>
            <a:chOff x="2877432" y="975334"/>
            <a:chExt cx="188886" cy="1181532"/>
          </a:xfrm>
        </p:grpSpPr>
        <p:sp>
          <p:nvSpPr>
            <p:cNvPr id="188" name="Google Shape;188;p1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1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1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1" name="Google Shape;191;p12"/>
          <p:cNvSpPr/>
          <p:nvPr/>
        </p:nvSpPr>
        <p:spPr>
          <a:xfrm>
            <a:off x="8718796" y="116488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2" name="Google Shape;192;p12"/>
          <p:cNvGrpSpPr/>
          <p:nvPr/>
        </p:nvGrpSpPr>
        <p:grpSpPr>
          <a:xfrm>
            <a:off x="7519346" y="3243318"/>
            <a:ext cx="98059" cy="1147595"/>
            <a:chOff x="3347921" y="16006"/>
            <a:chExt cx="98059" cy="1147595"/>
          </a:xfrm>
        </p:grpSpPr>
        <p:sp>
          <p:nvSpPr>
            <p:cNvPr id="193" name="Google Shape;193;p1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1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5" name="Google Shape;195;p12"/>
          <p:cNvGrpSpPr/>
          <p:nvPr/>
        </p:nvGrpSpPr>
        <p:grpSpPr>
          <a:xfrm>
            <a:off x="805821" y="2953663"/>
            <a:ext cx="121172" cy="760495"/>
            <a:chOff x="5245196" y="3136513"/>
            <a:chExt cx="121172" cy="760495"/>
          </a:xfrm>
        </p:grpSpPr>
        <p:sp>
          <p:nvSpPr>
            <p:cNvPr id="196" name="Google Shape;196;p1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1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8" name="Google Shape;198;p12"/>
          <p:cNvGrpSpPr/>
          <p:nvPr/>
        </p:nvGrpSpPr>
        <p:grpSpPr>
          <a:xfrm>
            <a:off x="250617" y="2402301"/>
            <a:ext cx="188650" cy="2468355"/>
            <a:chOff x="250617" y="2402301"/>
            <a:chExt cx="188650" cy="2468355"/>
          </a:xfrm>
        </p:grpSpPr>
        <p:sp>
          <p:nvSpPr>
            <p:cNvPr id="199" name="Google Shape;199;p1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1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1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1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3" name="Google Shape;203;p12"/>
          <p:cNvSpPr/>
          <p:nvPr/>
        </p:nvSpPr>
        <p:spPr>
          <a:xfrm>
            <a:off x="8307214" y="-383977"/>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1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5" name="Google Shape;205;p12"/>
          <p:cNvGrpSpPr/>
          <p:nvPr/>
        </p:nvGrpSpPr>
        <p:grpSpPr>
          <a:xfrm>
            <a:off x="2038689" y="173907"/>
            <a:ext cx="57599" cy="831799"/>
            <a:chOff x="2038689" y="173907"/>
            <a:chExt cx="57599" cy="831799"/>
          </a:xfrm>
        </p:grpSpPr>
        <p:sp>
          <p:nvSpPr>
            <p:cNvPr id="206" name="Google Shape;206;p1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1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8" name="Google Shape;208;p12"/>
          <p:cNvSpPr/>
          <p:nvPr/>
        </p:nvSpPr>
        <p:spPr>
          <a:xfrm>
            <a:off x="7582340" y="1834534"/>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9" name="Google Shape;209;p12"/>
          <p:cNvGrpSpPr/>
          <p:nvPr/>
        </p:nvGrpSpPr>
        <p:grpSpPr>
          <a:xfrm>
            <a:off x="4920170" y="-496491"/>
            <a:ext cx="188886" cy="1181532"/>
            <a:chOff x="2877432" y="975334"/>
            <a:chExt cx="188886" cy="1181532"/>
          </a:xfrm>
        </p:grpSpPr>
        <p:sp>
          <p:nvSpPr>
            <p:cNvPr id="210" name="Google Shape;210;p1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95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1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95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95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3" name="Google Shape;213;p12"/>
          <p:cNvSpPr/>
          <p:nvPr/>
        </p:nvSpPr>
        <p:spPr>
          <a:xfrm>
            <a:off x="7084804" y="549572"/>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4" name="Google Shape;214;p12"/>
          <p:cNvGrpSpPr/>
          <p:nvPr/>
        </p:nvGrpSpPr>
        <p:grpSpPr>
          <a:xfrm>
            <a:off x="3030471" y="-223849"/>
            <a:ext cx="121172" cy="760495"/>
            <a:chOff x="5245196" y="3136513"/>
            <a:chExt cx="121172" cy="760495"/>
          </a:xfrm>
        </p:grpSpPr>
        <p:sp>
          <p:nvSpPr>
            <p:cNvPr id="215" name="Google Shape;215;p1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1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7" name="Google Shape;217;p12"/>
          <p:cNvGrpSpPr/>
          <p:nvPr/>
        </p:nvGrpSpPr>
        <p:grpSpPr>
          <a:xfrm>
            <a:off x="2306292" y="2569221"/>
            <a:ext cx="199237" cy="2828935"/>
            <a:chOff x="1608717" y="1280046"/>
            <a:chExt cx="199237" cy="2828935"/>
          </a:xfrm>
        </p:grpSpPr>
        <p:sp>
          <p:nvSpPr>
            <p:cNvPr id="218" name="Google Shape;218;p12"/>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12"/>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12"/>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21"/>
        <p:cNvGrpSpPr/>
        <p:nvPr/>
      </p:nvGrpSpPr>
      <p:grpSpPr>
        <a:xfrm>
          <a:off x="0" y="0"/>
          <a:ext cx="0" cy="0"/>
          <a:chOff x="0" y="0"/>
          <a:chExt cx="0" cy="0"/>
        </a:xfrm>
      </p:grpSpPr>
      <p:sp>
        <p:nvSpPr>
          <p:cNvPr id="222" name="Google Shape;222;p13"/>
          <p:cNvSpPr txBox="1">
            <a:spLocks noGrp="1"/>
          </p:cNvSpPr>
          <p:nvPr>
            <p:ph type="title" hasCustomPrompt="1"/>
          </p:nvPr>
        </p:nvSpPr>
        <p:spPr>
          <a:xfrm>
            <a:off x="1733725" y="856650"/>
            <a:ext cx="5676600" cy="1230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23" name="Google Shape;223;p13"/>
          <p:cNvSpPr txBox="1">
            <a:spLocks noGrp="1"/>
          </p:cNvSpPr>
          <p:nvPr>
            <p:ph type="body" idx="1"/>
          </p:nvPr>
        </p:nvSpPr>
        <p:spPr>
          <a:xfrm>
            <a:off x="3208075" y="2086950"/>
            <a:ext cx="2727900" cy="7155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grpSp>
        <p:nvGrpSpPr>
          <p:cNvPr id="224" name="Google Shape;224;p13"/>
          <p:cNvGrpSpPr/>
          <p:nvPr/>
        </p:nvGrpSpPr>
        <p:grpSpPr>
          <a:xfrm>
            <a:off x="722445" y="3412541"/>
            <a:ext cx="7699120" cy="1883463"/>
            <a:chOff x="4558950" y="838825"/>
            <a:chExt cx="2813800" cy="688350"/>
          </a:xfrm>
        </p:grpSpPr>
        <p:sp>
          <p:nvSpPr>
            <p:cNvPr id="225" name="Google Shape;225;p13"/>
            <p:cNvSpPr/>
            <p:nvPr/>
          </p:nvSpPr>
          <p:spPr>
            <a:xfrm>
              <a:off x="6067275" y="838825"/>
              <a:ext cx="46025" cy="39525"/>
            </a:xfrm>
            <a:custGeom>
              <a:avLst/>
              <a:gdLst/>
              <a:ahLst/>
              <a:cxnLst/>
              <a:rect l="l" t="t" r="r" b="b"/>
              <a:pathLst>
                <a:path w="1841" h="1581" extrusionOk="0">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13"/>
            <p:cNvSpPr/>
            <p:nvPr/>
          </p:nvSpPr>
          <p:spPr>
            <a:xfrm>
              <a:off x="4703850" y="911275"/>
              <a:ext cx="2580700" cy="613375"/>
            </a:xfrm>
            <a:custGeom>
              <a:avLst/>
              <a:gdLst/>
              <a:ahLst/>
              <a:cxnLst/>
              <a:rect l="l" t="t" r="r" b="b"/>
              <a:pathLst>
                <a:path w="103228" h="24535" extrusionOk="0">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13"/>
            <p:cNvSpPr/>
            <p:nvPr/>
          </p:nvSpPr>
          <p:spPr>
            <a:xfrm>
              <a:off x="4704175" y="930800"/>
              <a:ext cx="2582575" cy="595725"/>
            </a:xfrm>
            <a:custGeom>
              <a:avLst/>
              <a:gdLst/>
              <a:ahLst/>
              <a:cxnLst/>
              <a:rect l="l" t="t" r="r" b="b"/>
              <a:pathLst>
                <a:path w="103303" h="23829" extrusionOk="0">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13"/>
            <p:cNvSpPr/>
            <p:nvPr/>
          </p:nvSpPr>
          <p:spPr>
            <a:xfrm>
              <a:off x="4904225" y="1145950"/>
              <a:ext cx="46000" cy="39350"/>
            </a:xfrm>
            <a:custGeom>
              <a:avLst/>
              <a:gdLst/>
              <a:ahLst/>
              <a:cxnLst/>
              <a:rect l="l" t="t" r="r" b="b"/>
              <a:pathLst>
                <a:path w="1840" h="1574" extrusionOk="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13"/>
            <p:cNvSpPr/>
            <p:nvPr/>
          </p:nvSpPr>
          <p:spPr>
            <a:xfrm>
              <a:off x="5062350" y="1316075"/>
              <a:ext cx="46025" cy="39350"/>
            </a:xfrm>
            <a:custGeom>
              <a:avLst/>
              <a:gdLst/>
              <a:ahLst/>
              <a:cxnLst/>
              <a:rect l="l" t="t" r="r" b="b"/>
              <a:pathLst>
                <a:path w="1841" h="1574" extrusionOk="0">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13"/>
            <p:cNvSpPr/>
            <p:nvPr/>
          </p:nvSpPr>
          <p:spPr>
            <a:xfrm>
              <a:off x="5209475" y="1350400"/>
              <a:ext cx="39725" cy="39725"/>
            </a:xfrm>
            <a:custGeom>
              <a:avLst/>
              <a:gdLst/>
              <a:ahLst/>
              <a:cxnLst/>
              <a:rect l="l" t="t" r="r" b="b"/>
              <a:pathLst>
                <a:path w="1589" h="1589" extrusionOk="0">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13"/>
            <p:cNvSpPr/>
            <p:nvPr/>
          </p:nvSpPr>
          <p:spPr>
            <a:xfrm>
              <a:off x="5173875" y="1248975"/>
              <a:ext cx="46025" cy="39450"/>
            </a:xfrm>
            <a:custGeom>
              <a:avLst/>
              <a:gdLst/>
              <a:ahLst/>
              <a:cxnLst/>
              <a:rect l="l" t="t" r="r" b="b"/>
              <a:pathLst>
                <a:path w="1841" h="1578" extrusionOk="0">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13"/>
            <p:cNvSpPr/>
            <p:nvPr/>
          </p:nvSpPr>
          <p:spPr>
            <a:xfrm>
              <a:off x="5352500" y="938375"/>
              <a:ext cx="46000" cy="39500"/>
            </a:xfrm>
            <a:custGeom>
              <a:avLst/>
              <a:gdLst/>
              <a:ahLst/>
              <a:cxnLst/>
              <a:rect l="l" t="t" r="r" b="b"/>
              <a:pathLst>
                <a:path w="1840" h="1580" extrusionOk="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13"/>
            <p:cNvSpPr/>
            <p:nvPr/>
          </p:nvSpPr>
          <p:spPr>
            <a:xfrm>
              <a:off x="5722650" y="1358275"/>
              <a:ext cx="46000" cy="39525"/>
            </a:xfrm>
            <a:custGeom>
              <a:avLst/>
              <a:gdLst/>
              <a:ahLst/>
              <a:cxnLst/>
              <a:rect l="l" t="t" r="r" b="b"/>
              <a:pathLst>
                <a:path w="1840" h="1581" extrusionOk="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13"/>
            <p:cNvSpPr/>
            <p:nvPr/>
          </p:nvSpPr>
          <p:spPr>
            <a:xfrm>
              <a:off x="5859350" y="1157300"/>
              <a:ext cx="46025" cy="39450"/>
            </a:xfrm>
            <a:custGeom>
              <a:avLst/>
              <a:gdLst/>
              <a:ahLst/>
              <a:cxnLst/>
              <a:rect l="l" t="t" r="r" b="b"/>
              <a:pathLst>
                <a:path w="1841" h="1578" extrusionOk="0">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13"/>
            <p:cNvSpPr/>
            <p:nvPr/>
          </p:nvSpPr>
          <p:spPr>
            <a:xfrm>
              <a:off x="6131225" y="1060900"/>
              <a:ext cx="46025" cy="39350"/>
            </a:xfrm>
            <a:custGeom>
              <a:avLst/>
              <a:gdLst/>
              <a:ahLst/>
              <a:cxnLst/>
              <a:rect l="l" t="t" r="r" b="b"/>
              <a:pathLst>
                <a:path w="1841" h="1574" extrusionOk="0">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13"/>
            <p:cNvSpPr/>
            <p:nvPr/>
          </p:nvSpPr>
          <p:spPr>
            <a:xfrm>
              <a:off x="6358050" y="914425"/>
              <a:ext cx="46000" cy="39350"/>
            </a:xfrm>
            <a:custGeom>
              <a:avLst/>
              <a:gdLst/>
              <a:ahLst/>
              <a:cxnLst/>
              <a:rect l="l" t="t" r="r" b="b"/>
              <a:pathLst>
                <a:path w="1840" h="1574" extrusionOk="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3"/>
            <p:cNvSpPr/>
            <p:nvPr/>
          </p:nvSpPr>
          <p:spPr>
            <a:xfrm>
              <a:off x="6510200" y="1128325"/>
              <a:ext cx="46025" cy="39450"/>
            </a:xfrm>
            <a:custGeom>
              <a:avLst/>
              <a:gdLst/>
              <a:ahLst/>
              <a:cxnLst/>
              <a:rect l="l" t="t" r="r" b="b"/>
              <a:pathLst>
                <a:path w="1841" h="1578" extrusionOk="0">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3"/>
            <p:cNvSpPr/>
            <p:nvPr/>
          </p:nvSpPr>
          <p:spPr>
            <a:xfrm>
              <a:off x="6708025" y="1051150"/>
              <a:ext cx="46025" cy="39425"/>
            </a:xfrm>
            <a:custGeom>
              <a:avLst/>
              <a:gdLst/>
              <a:ahLst/>
              <a:cxnLst/>
              <a:rect l="l" t="t" r="r" b="b"/>
              <a:pathLst>
                <a:path w="1841" h="1577" extrusionOk="0">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13"/>
            <p:cNvSpPr/>
            <p:nvPr/>
          </p:nvSpPr>
          <p:spPr>
            <a:xfrm>
              <a:off x="7033125" y="1244875"/>
              <a:ext cx="46025" cy="39450"/>
            </a:xfrm>
            <a:custGeom>
              <a:avLst/>
              <a:gdLst/>
              <a:ahLst/>
              <a:cxnLst/>
              <a:rect l="l" t="t" r="r" b="b"/>
              <a:pathLst>
                <a:path w="1841" h="1578" extrusionOk="0">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13"/>
            <p:cNvSpPr/>
            <p:nvPr/>
          </p:nvSpPr>
          <p:spPr>
            <a:xfrm>
              <a:off x="4898850" y="1313550"/>
              <a:ext cx="46025" cy="39350"/>
            </a:xfrm>
            <a:custGeom>
              <a:avLst/>
              <a:gdLst/>
              <a:ahLst/>
              <a:cxnLst/>
              <a:rect l="l" t="t" r="r" b="b"/>
              <a:pathLst>
                <a:path w="1841" h="1574" extrusionOk="0">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13"/>
            <p:cNvSpPr/>
            <p:nvPr/>
          </p:nvSpPr>
          <p:spPr>
            <a:xfrm>
              <a:off x="5551575" y="1234800"/>
              <a:ext cx="46025" cy="39350"/>
            </a:xfrm>
            <a:custGeom>
              <a:avLst/>
              <a:gdLst/>
              <a:ahLst/>
              <a:cxnLst/>
              <a:rect l="l" t="t" r="r" b="b"/>
              <a:pathLst>
                <a:path w="1841" h="1574" extrusionOk="0">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13"/>
            <p:cNvSpPr/>
            <p:nvPr/>
          </p:nvSpPr>
          <p:spPr>
            <a:xfrm>
              <a:off x="5887400" y="907725"/>
              <a:ext cx="45075" cy="39575"/>
            </a:xfrm>
            <a:custGeom>
              <a:avLst/>
              <a:gdLst/>
              <a:ahLst/>
              <a:cxnLst/>
              <a:rect l="l" t="t" r="r" b="b"/>
              <a:pathLst>
                <a:path w="1803" h="1583" extrusionOk="0">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13"/>
            <p:cNvSpPr/>
            <p:nvPr/>
          </p:nvSpPr>
          <p:spPr>
            <a:xfrm>
              <a:off x="6166200" y="1209275"/>
              <a:ext cx="39700" cy="39725"/>
            </a:xfrm>
            <a:custGeom>
              <a:avLst/>
              <a:gdLst/>
              <a:ahLst/>
              <a:cxnLst/>
              <a:rect l="l" t="t" r="r" b="b"/>
              <a:pathLst>
                <a:path w="1588" h="1589" extrusionOk="0">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13"/>
            <p:cNvSpPr/>
            <p:nvPr/>
          </p:nvSpPr>
          <p:spPr>
            <a:xfrm>
              <a:off x="6373800" y="1380650"/>
              <a:ext cx="39700" cy="39400"/>
            </a:xfrm>
            <a:custGeom>
              <a:avLst/>
              <a:gdLst/>
              <a:ahLst/>
              <a:cxnLst/>
              <a:rect l="l" t="t" r="r" b="b"/>
              <a:pathLst>
                <a:path w="1588" h="1576" extrusionOk="0">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3"/>
            <p:cNvSpPr/>
            <p:nvPr/>
          </p:nvSpPr>
          <p:spPr>
            <a:xfrm>
              <a:off x="6594950" y="1344425"/>
              <a:ext cx="46000" cy="39350"/>
            </a:xfrm>
            <a:custGeom>
              <a:avLst/>
              <a:gdLst/>
              <a:ahLst/>
              <a:cxnLst/>
              <a:rect l="l" t="t" r="r" b="b"/>
              <a:pathLst>
                <a:path w="1840" h="1574" extrusionOk="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3"/>
            <p:cNvSpPr/>
            <p:nvPr/>
          </p:nvSpPr>
          <p:spPr>
            <a:xfrm>
              <a:off x="6731025" y="1382850"/>
              <a:ext cx="46025" cy="39475"/>
            </a:xfrm>
            <a:custGeom>
              <a:avLst/>
              <a:gdLst/>
              <a:ahLst/>
              <a:cxnLst/>
              <a:rect l="l" t="t" r="r" b="b"/>
              <a:pathLst>
                <a:path w="1841" h="1579" extrusionOk="0">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3"/>
            <p:cNvSpPr/>
            <p:nvPr/>
          </p:nvSpPr>
          <p:spPr>
            <a:xfrm>
              <a:off x="6891700" y="1116350"/>
              <a:ext cx="46000" cy="39350"/>
            </a:xfrm>
            <a:custGeom>
              <a:avLst/>
              <a:gdLst/>
              <a:ahLst/>
              <a:cxnLst/>
              <a:rect l="l" t="t" r="r" b="b"/>
              <a:pathLst>
                <a:path w="1840" h="1574" extrusionOk="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3"/>
            <p:cNvSpPr/>
            <p:nvPr/>
          </p:nvSpPr>
          <p:spPr>
            <a:xfrm>
              <a:off x="7059275" y="1035400"/>
              <a:ext cx="46025" cy="39450"/>
            </a:xfrm>
            <a:custGeom>
              <a:avLst/>
              <a:gdLst/>
              <a:ahLst/>
              <a:cxnLst/>
              <a:rect l="l" t="t" r="r" b="b"/>
              <a:pathLst>
                <a:path w="1841" h="1578" extrusionOk="0">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3"/>
            <p:cNvSpPr/>
            <p:nvPr/>
          </p:nvSpPr>
          <p:spPr>
            <a:xfrm>
              <a:off x="4708275" y="856450"/>
              <a:ext cx="2575650" cy="667875"/>
            </a:xfrm>
            <a:custGeom>
              <a:avLst/>
              <a:gdLst/>
              <a:ahLst/>
              <a:cxnLst/>
              <a:rect l="l" t="t" r="r" b="b"/>
              <a:pathLst>
                <a:path w="103026" h="26715" extrusionOk="0">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13"/>
            <p:cNvSpPr/>
            <p:nvPr/>
          </p:nvSpPr>
          <p:spPr>
            <a:xfrm>
              <a:off x="4558950" y="1523350"/>
              <a:ext cx="2813800" cy="3825"/>
            </a:xfrm>
            <a:custGeom>
              <a:avLst/>
              <a:gdLst/>
              <a:ahLst/>
              <a:cxnLst/>
              <a:rect l="l" t="t" r="r" b="b"/>
              <a:pathLst>
                <a:path w="112552" h="153" extrusionOk="0">
                  <a:moveTo>
                    <a:pt x="1" y="1"/>
                  </a:moveTo>
                  <a:lnTo>
                    <a:pt x="1" y="152"/>
                  </a:lnTo>
                  <a:lnTo>
                    <a:pt x="112552" y="152"/>
                  </a:lnTo>
                  <a:lnTo>
                    <a:pt x="112552"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13"/>
            <p:cNvSpPr/>
            <p:nvPr/>
          </p:nvSpPr>
          <p:spPr>
            <a:xfrm>
              <a:off x="4967225" y="1418775"/>
              <a:ext cx="46025" cy="39450"/>
            </a:xfrm>
            <a:custGeom>
              <a:avLst/>
              <a:gdLst/>
              <a:ahLst/>
              <a:cxnLst/>
              <a:rect l="l" t="t" r="r" b="b"/>
              <a:pathLst>
                <a:path w="1841" h="1578" extrusionOk="0">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13"/>
            <p:cNvSpPr/>
            <p:nvPr/>
          </p:nvSpPr>
          <p:spPr>
            <a:xfrm>
              <a:off x="5101172" y="992325"/>
              <a:ext cx="42875" cy="39850"/>
            </a:xfrm>
            <a:custGeom>
              <a:avLst/>
              <a:gdLst/>
              <a:ahLst/>
              <a:cxnLst/>
              <a:rect l="l" t="t" r="r" b="b"/>
              <a:pathLst>
                <a:path w="1715" h="1594" extrusionOk="0">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3"/>
            <p:cNvSpPr/>
            <p:nvPr/>
          </p:nvSpPr>
          <p:spPr>
            <a:xfrm>
              <a:off x="5364775" y="1136200"/>
              <a:ext cx="46025" cy="39450"/>
            </a:xfrm>
            <a:custGeom>
              <a:avLst/>
              <a:gdLst/>
              <a:ahLst/>
              <a:cxnLst/>
              <a:rect l="l" t="t" r="r" b="b"/>
              <a:pathLst>
                <a:path w="1841" h="1578" extrusionOk="0">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13"/>
            <p:cNvSpPr/>
            <p:nvPr/>
          </p:nvSpPr>
          <p:spPr>
            <a:xfrm>
              <a:off x="5581825" y="976800"/>
              <a:ext cx="46025" cy="39525"/>
            </a:xfrm>
            <a:custGeom>
              <a:avLst/>
              <a:gdLst/>
              <a:ahLst/>
              <a:cxnLst/>
              <a:rect l="l" t="t" r="r" b="b"/>
              <a:pathLst>
                <a:path w="1841" h="1581" extrusionOk="0">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13"/>
            <p:cNvSpPr/>
            <p:nvPr/>
          </p:nvSpPr>
          <p:spPr>
            <a:xfrm>
              <a:off x="5838875" y="1036025"/>
              <a:ext cx="46025" cy="39450"/>
            </a:xfrm>
            <a:custGeom>
              <a:avLst/>
              <a:gdLst/>
              <a:ahLst/>
              <a:cxnLst/>
              <a:rect l="l" t="t" r="r" b="b"/>
              <a:pathLst>
                <a:path w="1841" h="1578" extrusionOk="0">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13"/>
            <p:cNvSpPr/>
            <p:nvPr/>
          </p:nvSpPr>
          <p:spPr>
            <a:xfrm>
              <a:off x="6316150" y="1138400"/>
              <a:ext cx="39700" cy="39400"/>
            </a:xfrm>
            <a:custGeom>
              <a:avLst/>
              <a:gdLst/>
              <a:ahLst/>
              <a:cxnLst/>
              <a:rect l="l" t="t" r="r" b="b"/>
              <a:pathLst>
                <a:path w="1588" h="1576" extrusionOk="0">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13"/>
            <p:cNvSpPr/>
            <p:nvPr/>
          </p:nvSpPr>
          <p:spPr>
            <a:xfrm>
              <a:off x="6675275" y="1230075"/>
              <a:ext cx="46000" cy="39350"/>
            </a:xfrm>
            <a:custGeom>
              <a:avLst/>
              <a:gdLst/>
              <a:ahLst/>
              <a:cxnLst/>
              <a:rect l="l" t="t" r="r" b="b"/>
              <a:pathLst>
                <a:path w="1840" h="1574" extrusionOk="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13"/>
            <p:cNvSpPr/>
            <p:nvPr/>
          </p:nvSpPr>
          <p:spPr>
            <a:xfrm>
              <a:off x="6863325" y="967025"/>
              <a:ext cx="46350" cy="39350"/>
            </a:xfrm>
            <a:custGeom>
              <a:avLst/>
              <a:gdLst/>
              <a:ahLst/>
              <a:cxnLst/>
              <a:rect l="l" t="t" r="r" b="b"/>
              <a:pathLst>
                <a:path w="1854" h="1574" extrusionOk="0">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13"/>
            <p:cNvSpPr/>
            <p:nvPr/>
          </p:nvSpPr>
          <p:spPr>
            <a:xfrm>
              <a:off x="6956275" y="1323000"/>
              <a:ext cx="46000" cy="39350"/>
            </a:xfrm>
            <a:custGeom>
              <a:avLst/>
              <a:gdLst/>
              <a:ahLst/>
              <a:cxnLst/>
              <a:rect l="l" t="t" r="r" b="b"/>
              <a:pathLst>
                <a:path w="1840" h="1574" extrusionOk="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60"/>
        <p:cNvGrpSpPr/>
        <p:nvPr/>
      </p:nvGrpSpPr>
      <p:grpSpPr>
        <a:xfrm>
          <a:off x="0" y="0"/>
          <a:ext cx="0" cy="0"/>
          <a:chOff x="0" y="0"/>
          <a:chExt cx="0" cy="0"/>
        </a:xfrm>
      </p:grpSpPr>
      <p:sp>
        <p:nvSpPr>
          <p:cNvPr id="261" name="Google Shape;261;p14"/>
          <p:cNvSpPr txBox="1">
            <a:spLocks noGrp="1"/>
          </p:cNvSpPr>
          <p:nvPr>
            <p:ph type="subTitle" idx="1"/>
          </p:nvPr>
        </p:nvSpPr>
        <p:spPr>
          <a:xfrm>
            <a:off x="6429027" y="3829680"/>
            <a:ext cx="2428200" cy="572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62" name="Google Shape;262;p14"/>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14"/>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14"/>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14"/>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14"/>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14"/>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14"/>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14"/>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4"/>
          <p:cNvSpPr/>
          <p:nvPr/>
        </p:nvSpPr>
        <p:spPr>
          <a:xfrm>
            <a:off x="285750" y="4542650"/>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4"/>
          <p:cNvSpPr/>
          <p:nvPr/>
        </p:nvSpPr>
        <p:spPr>
          <a:xfrm>
            <a:off x="439150" y="48034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14"/>
          <p:cNvSpPr txBox="1">
            <a:spLocks noGrp="1"/>
          </p:cNvSpPr>
          <p:nvPr>
            <p:ph type="ctrTitle"/>
          </p:nvPr>
        </p:nvSpPr>
        <p:spPr>
          <a:xfrm>
            <a:off x="970814" y="3396800"/>
            <a:ext cx="21525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3" name="Google Shape;273;p14"/>
          <p:cNvSpPr txBox="1">
            <a:spLocks noGrp="1"/>
          </p:cNvSpPr>
          <p:nvPr>
            <p:ph type="subTitle" idx="2"/>
          </p:nvPr>
        </p:nvSpPr>
        <p:spPr>
          <a:xfrm>
            <a:off x="970814" y="3829680"/>
            <a:ext cx="2428200" cy="572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74" name="Google Shape;274;p14"/>
          <p:cNvSpPr txBox="1">
            <a:spLocks noGrp="1"/>
          </p:cNvSpPr>
          <p:nvPr>
            <p:ph type="title" idx="3"/>
          </p:nvPr>
        </p:nvSpPr>
        <p:spPr>
          <a:xfrm>
            <a:off x="970814" y="2645887"/>
            <a:ext cx="1753800" cy="577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00000"/>
              </a:buClr>
              <a:buSzPts val="4800"/>
              <a:buNone/>
              <a:defRPr sz="4800">
                <a:solidFill>
                  <a:schemeClr val="accent2"/>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endParaRPr/>
          </a:p>
        </p:txBody>
      </p:sp>
      <p:sp>
        <p:nvSpPr>
          <p:cNvPr id="275" name="Google Shape;275;p14"/>
          <p:cNvSpPr txBox="1">
            <a:spLocks noGrp="1"/>
          </p:cNvSpPr>
          <p:nvPr>
            <p:ph type="ctrTitle" idx="4"/>
          </p:nvPr>
        </p:nvSpPr>
        <p:spPr>
          <a:xfrm>
            <a:off x="3690348" y="3396800"/>
            <a:ext cx="13866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6" name="Google Shape;276;p14"/>
          <p:cNvSpPr txBox="1">
            <a:spLocks noGrp="1"/>
          </p:cNvSpPr>
          <p:nvPr>
            <p:ph type="subTitle" idx="5"/>
          </p:nvPr>
        </p:nvSpPr>
        <p:spPr>
          <a:xfrm>
            <a:off x="3690341" y="3829680"/>
            <a:ext cx="2428200" cy="572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77" name="Google Shape;277;p14"/>
          <p:cNvSpPr txBox="1">
            <a:spLocks noGrp="1"/>
          </p:cNvSpPr>
          <p:nvPr>
            <p:ph type="title" idx="6"/>
          </p:nvPr>
        </p:nvSpPr>
        <p:spPr>
          <a:xfrm>
            <a:off x="3690341" y="2645887"/>
            <a:ext cx="1753800" cy="577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00000"/>
              </a:buClr>
              <a:buSzPts val="4800"/>
              <a:buNone/>
              <a:defRPr sz="4800">
                <a:solidFill>
                  <a:schemeClr val="accent3"/>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endParaRPr/>
          </a:p>
        </p:txBody>
      </p:sp>
      <p:sp>
        <p:nvSpPr>
          <p:cNvPr id="278" name="Google Shape;278;p14"/>
          <p:cNvSpPr txBox="1">
            <a:spLocks noGrp="1"/>
          </p:cNvSpPr>
          <p:nvPr>
            <p:ph type="ctrTitle" idx="7"/>
          </p:nvPr>
        </p:nvSpPr>
        <p:spPr>
          <a:xfrm>
            <a:off x="618825" y="411675"/>
            <a:ext cx="45762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279" name="Google Shape;279;p14"/>
          <p:cNvSpPr txBox="1">
            <a:spLocks noGrp="1"/>
          </p:cNvSpPr>
          <p:nvPr>
            <p:ph type="ctrTitle" idx="8"/>
          </p:nvPr>
        </p:nvSpPr>
        <p:spPr>
          <a:xfrm>
            <a:off x="6428436" y="3377738"/>
            <a:ext cx="22518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80" name="Google Shape;280;p14"/>
          <p:cNvSpPr txBox="1">
            <a:spLocks noGrp="1"/>
          </p:cNvSpPr>
          <p:nvPr>
            <p:ph type="title" idx="9"/>
          </p:nvPr>
        </p:nvSpPr>
        <p:spPr>
          <a:xfrm>
            <a:off x="6428436" y="2645887"/>
            <a:ext cx="1753800" cy="577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00000"/>
              </a:buClr>
              <a:buSzPts val="4800"/>
              <a:buNone/>
              <a:defRPr sz="4800">
                <a:solidFill>
                  <a:schemeClr val="accent1"/>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endParaRPr/>
          </a:p>
        </p:txBody>
      </p:sp>
      <p:sp>
        <p:nvSpPr>
          <p:cNvPr id="281" name="Google Shape;281;p14"/>
          <p:cNvSpPr txBox="1">
            <a:spLocks noGrp="1"/>
          </p:cNvSpPr>
          <p:nvPr>
            <p:ph type="ctrTitle" idx="13"/>
          </p:nvPr>
        </p:nvSpPr>
        <p:spPr>
          <a:xfrm>
            <a:off x="6429027" y="3396800"/>
            <a:ext cx="22518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
    <p:spTree>
      <p:nvGrpSpPr>
        <p:cNvPr id="1" name="Shape 282"/>
        <p:cNvGrpSpPr/>
        <p:nvPr/>
      </p:nvGrpSpPr>
      <p:grpSpPr>
        <a:xfrm>
          <a:off x="0" y="0"/>
          <a:ext cx="0" cy="0"/>
          <a:chOff x="0" y="0"/>
          <a:chExt cx="0" cy="0"/>
        </a:xfrm>
      </p:grpSpPr>
      <p:sp>
        <p:nvSpPr>
          <p:cNvPr id="283" name="Google Shape;283;p15"/>
          <p:cNvSpPr txBox="1">
            <a:spLocks noGrp="1"/>
          </p:cNvSpPr>
          <p:nvPr>
            <p:ph type="ctrTitle"/>
          </p:nvPr>
        </p:nvSpPr>
        <p:spPr>
          <a:xfrm>
            <a:off x="4696481" y="1365079"/>
            <a:ext cx="2655600" cy="644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284" name="Google Shape;284;p15"/>
          <p:cNvSpPr txBox="1">
            <a:spLocks noGrp="1"/>
          </p:cNvSpPr>
          <p:nvPr>
            <p:ph type="subTitle" idx="1"/>
          </p:nvPr>
        </p:nvSpPr>
        <p:spPr>
          <a:xfrm>
            <a:off x="4696481" y="1835141"/>
            <a:ext cx="3039300" cy="9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85" name="Google Shape;285;p15"/>
          <p:cNvSpPr txBox="1">
            <a:spLocks noGrp="1"/>
          </p:cNvSpPr>
          <p:nvPr>
            <p:ph type="ctrTitle" idx="2"/>
          </p:nvPr>
        </p:nvSpPr>
        <p:spPr>
          <a:xfrm>
            <a:off x="1900150" y="3127942"/>
            <a:ext cx="2472900" cy="644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286" name="Google Shape;286;p15"/>
          <p:cNvSpPr txBox="1">
            <a:spLocks noGrp="1"/>
          </p:cNvSpPr>
          <p:nvPr>
            <p:ph type="subTitle" idx="3"/>
          </p:nvPr>
        </p:nvSpPr>
        <p:spPr>
          <a:xfrm>
            <a:off x="1333875" y="3598390"/>
            <a:ext cx="3039300" cy="11793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87" name="Google Shape;287;p15"/>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15"/>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15"/>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15"/>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91" name="Google Shape;291;p15"/>
          <p:cNvGrpSpPr/>
          <p:nvPr/>
        </p:nvGrpSpPr>
        <p:grpSpPr>
          <a:xfrm>
            <a:off x="6626134" y="-164562"/>
            <a:ext cx="121172" cy="760495"/>
            <a:chOff x="5245196" y="3136513"/>
            <a:chExt cx="121172" cy="760495"/>
          </a:xfrm>
        </p:grpSpPr>
        <p:sp>
          <p:nvSpPr>
            <p:cNvPr id="292" name="Google Shape;292;p15"/>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15"/>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4" name="Google Shape;294;p15"/>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15"/>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15"/>
          <p:cNvSpPr txBox="1">
            <a:spLocks noGrp="1"/>
          </p:cNvSpPr>
          <p:nvPr>
            <p:ph type="ctrTitle" idx="4"/>
          </p:nvPr>
        </p:nvSpPr>
        <p:spPr>
          <a:xfrm>
            <a:off x="618825" y="411675"/>
            <a:ext cx="47277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1_1">
    <p:spTree>
      <p:nvGrpSpPr>
        <p:cNvPr id="1" name="Shape 297"/>
        <p:cNvGrpSpPr/>
        <p:nvPr/>
      </p:nvGrpSpPr>
      <p:grpSpPr>
        <a:xfrm>
          <a:off x="0" y="0"/>
          <a:ext cx="0" cy="0"/>
          <a:chOff x="0" y="0"/>
          <a:chExt cx="0" cy="0"/>
        </a:xfrm>
      </p:grpSpPr>
      <p:sp>
        <p:nvSpPr>
          <p:cNvPr id="298" name="Google Shape;298;p16"/>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16"/>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16"/>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16"/>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02" name="Google Shape;302;p16"/>
          <p:cNvGrpSpPr/>
          <p:nvPr/>
        </p:nvGrpSpPr>
        <p:grpSpPr>
          <a:xfrm>
            <a:off x="6626134" y="-164562"/>
            <a:ext cx="121172" cy="760495"/>
            <a:chOff x="5245196" y="3136513"/>
            <a:chExt cx="121172" cy="760495"/>
          </a:xfrm>
        </p:grpSpPr>
        <p:sp>
          <p:nvSpPr>
            <p:cNvPr id="303" name="Google Shape;303;p16"/>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6"/>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5" name="Google Shape;305;p16"/>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16"/>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6"/>
          <p:cNvSpPr txBox="1">
            <a:spLocks noGrp="1"/>
          </p:cNvSpPr>
          <p:nvPr>
            <p:ph type="ctrTitle"/>
          </p:nvPr>
        </p:nvSpPr>
        <p:spPr>
          <a:xfrm>
            <a:off x="891226" y="1267450"/>
            <a:ext cx="1881300" cy="64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08" name="Google Shape;308;p16"/>
          <p:cNvSpPr txBox="1">
            <a:spLocks noGrp="1"/>
          </p:cNvSpPr>
          <p:nvPr>
            <p:ph type="subTitle" idx="1"/>
          </p:nvPr>
        </p:nvSpPr>
        <p:spPr>
          <a:xfrm>
            <a:off x="891226" y="3491100"/>
            <a:ext cx="1881300" cy="1112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09" name="Google Shape;309;p16"/>
          <p:cNvSpPr txBox="1">
            <a:spLocks noGrp="1"/>
          </p:cNvSpPr>
          <p:nvPr>
            <p:ph type="ctrTitle" idx="2"/>
          </p:nvPr>
        </p:nvSpPr>
        <p:spPr>
          <a:xfrm>
            <a:off x="3503173" y="1267450"/>
            <a:ext cx="1881300" cy="64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0" name="Google Shape;310;p16"/>
          <p:cNvSpPr txBox="1">
            <a:spLocks noGrp="1"/>
          </p:cNvSpPr>
          <p:nvPr>
            <p:ph type="subTitle" idx="3"/>
          </p:nvPr>
        </p:nvSpPr>
        <p:spPr>
          <a:xfrm>
            <a:off x="3503173" y="3491100"/>
            <a:ext cx="1881300" cy="1112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1" name="Google Shape;311;p16"/>
          <p:cNvSpPr txBox="1">
            <a:spLocks noGrp="1"/>
          </p:cNvSpPr>
          <p:nvPr>
            <p:ph type="ctrTitle" idx="4"/>
          </p:nvPr>
        </p:nvSpPr>
        <p:spPr>
          <a:xfrm>
            <a:off x="6124594" y="1267450"/>
            <a:ext cx="1881300" cy="64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2" name="Google Shape;312;p16"/>
          <p:cNvSpPr txBox="1">
            <a:spLocks noGrp="1"/>
          </p:cNvSpPr>
          <p:nvPr>
            <p:ph type="subTitle" idx="5"/>
          </p:nvPr>
        </p:nvSpPr>
        <p:spPr>
          <a:xfrm>
            <a:off x="6124594" y="3491100"/>
            <a:ext cx="1881300" cy="1112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3" name="Google Shape;313;p16"/>
          <p:cNvSpPr txBox="1">
            <a:spLocks noGrp="1"/>
          </p:cNvSpPr>
          <p:nvPr>
            <p:ph type="ctrTitle" idx="6"/>
          </p:nvPr>
        </p:nvSpPr>
        <p:spPr>
          <a:xfrm>
            <a:off x="618825" y="411675"/>
            <a:ext cx="47277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1_1_1">
    <p:spTree>
      <p:nvGrpSpPr>
        <p:cNvPr id="1" name="Shape 314"/>
        <p:cNvGrpSpPr/>
        <p:nvPr/>
      </p:nvGrpSpPr>
      <p:grpSpPr>
        <a:xfrm>
          <a:off x="0" y="0"/>
          <a:ext cx="0" cy="0"/>
          <a:chOff x="0" y="0"/>
          <a:chExt cx="0" cy="0"/>
        </a:xfrm>
      </p:grpSpPr>
      <p:sp>
        <p:nvSpPr>
          <p:cNvPr id="315" name="Google Shape;315;p17"/>
          <p:cNvSpPr txBox="1">
            <a:spLocks noGrp="1"/>
          </p:cNvSpPr>
          <p:nvPr>
            <p:ph type="ctrTitle"/>
          </p:nvPr>
        </p:nvSpPr>
        <p:spPr>
          <a:xfrm>
            <a:off x="1121525" y="2302200"/>
            <a:ext cx="1881300" cy="45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6" name="Google Shape;316;p17"/>
          <p:cNvSpPr txBox="1">
            <a:spLocks noGrp="1"/>
          </p:cNvSpPr>
          <p:nvPr>
            <p:ph type="subTitle" idx="1"/>
          </p:nvPr>
        </p:nvSpPr>
        <p:spPr>
          <a:xfrm>
            <a:off x="961925" y="1643751"/>
            <a:ext cx="2200500" cy="82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7" name="Google Shape;317;p17"/>
          <p:cNvSpPr txBox="1">
            <a:spLocks noGrp="1"/>
          </p:cNvSpPr>
          <p:nvPr>
            <p:ph type="ctrTitle" idx="2"/>
          </p:nvPr>
        </p:nvSpPr>
        <p:spPr>
          <a:xfrm>
            <a:off x="3628263" y="2302200"/>
            <a:ext cx="1881300" cy="45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8" name="Google Shape;318;p17"/>
          <p:cNvSpPr txBox="1">
            <a:spLocks noGrp="1"/>
          </p:cNvSpPr>
          <p:nvPr>
            <p:ph type="subTitle" idx="3"/>
          </p:nvPr>
        </p:nvSpPr>
        <p:spPr>
          <a:xfrm>
            <a:off x="3468663" y="1643759"/>
            <a:ext cx="2200500" cy="82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9" name="Google Shape;319;p17"/>
          <p:cNvSpPr txBox="1">
            <a:spLocks noGrp="1"/>
          </p:cNvSpPr>
          <p:nvPr>
            <p:ph type="ctrTitle" idx="4"/>
          </p:nvPr>
        </p:nvSpPr>
        <p:spPr>
          <a:xfrm>
            <a:off x="6142624" y="2302200"/>
            <a:ext cx="1881300" cy="45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20" name="Google Shape;320;p17"/>
          <p:cNvSpPr txBox="1">
            <a:spLocks noGrp="1"/>
          </p:cNvSpPr>
          <p:nvPr>
            <p:ph type="subTitle" idx="5"/>
          </p:nvPr>
        </p:nvSpPr>
        <p:spPr>
          <a:xfrm>
            <a:off x="5947924" y="1643751"/>
            <a:ext cx="2270700" cy="82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1" name="Google Shape;321;p17"/>
          <p:cNvSpPr txBox="1">
            <a:spLocks noGrp="1"/>
          </p:cNvSpPr>
          <p:nvPr>
            <p:ph type="ctrTitle" idx="6"/>
          </p:nvPr>
        </p:nvSpPr>
        <p:spPr>
          <a:xfrm>
            <a:off x="618825" y="411675"/>
            <a:ext cx="47277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322" name="Google Shape;322;p17"/>
          <p:cNvSpPr txBox="1">
            <a:spLocks noGrp="1"/>
          </p:cNvSpPr>
          <p:nvPr>
            <p:ph type="ctrTitle" idx="7"/>
          </p:nvPr>
        </p:nvSpPr>
        <p:spPr>
          <a:xfrm>
            <a:off x="1121525" y="4134800"/>
            <a:ext cx="1881300" cy="45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23" name="Google Shape;323;p17"/>
          <p:cNvSpPr txBox="1">
            <a:spLocks noGrp="1"/>
          </p:cNvSpPr>
          <p:nvPr>
            <p:ph type="subTitle" idx="8"/>
          </p:nvPr>
        </p:nvSpPr>
        <p:spPr>
          <a:xfrm>
            <a:off x="961925" y="3479251"/>
            <a:ext cx="2200500" cy="82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4" name="Google Shape;324;p17"/>
          <p:cNvSpPr txBox="1">
            <a:spLocks noGrp="1"/>
          </p:cNvSpPr>
          <p:nvPr>
            <p:ph type="ctrTitle" idx="9"/>
          </p:nvPr>
        </p:nvSpPr>
        <p:spPr>
          <a:xfrm>
            <a:off x="3628263" y="4134800"/>
            <a:ext cx="1881300" cy="45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25" name="Google Shape;325;p17"/>
          <p:cNvSpPr txBox="1">
            <a:spLocks noGrp="1"/>
          </p:cNvSpPr>
          <p:nvPr>
            <p:ph type="subTitle" idx="13"/>
          </p:nvPr>
        </p:nvSpPr>
        <p:spPr>
          <a:xfrm>
            <a:off x="3533613" y="3479251"/>
            <a:ext cx="2070600" cy="82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6" name="Google Shape;326;p17"/>
          <p:cNvSpPr txBox="1">
            <a:spLocks noGrp="1"/>
          </p:cNvSpPr>
          <p:nvPr>
            <p:ph type="ctrTitle" idx="14"/>
          </p:nvPr>
        </p:nvSpPr>
        <p:spPr>
          <a:xfrm>
            <a:off x="6142624" y="4134800"/>
            <a:ext cx="1881300" cy="45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27" name="Google Shape;327;p17"/>
          <p:cNvSpPr txBox="1">
            <a:spLocks noGrp="1"/>
          </p:cNvSpPr>
          <p:nvPr>
            <p:ph type="subTitle" idx="15"/>
          </p:nvPr>
        </p:nvSpPr>
        <p:spPr>
          <a:xfrm>
            <a:off x="5947924" y="3479251"/>
            <a:ext cx="2270700" cy="82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8" name="Google Shape;328;p17"/>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17"/>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17"/>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17"/>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17"/>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17"/>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17"/>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17"/>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17"/>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337"/>
        <p:cNvGrpSpPr/>
        <p:nvPr/>
      </p:nvGrpSpPr>
      <p:grpSpPr>
        <a:xfrm>
          <a:off x="0" y="0"/>
          <a:ext cx="0" cy="0"/>
          <a:chOff x="0" y="0"/>
          <a:chExt cx="0" cy="0"/>
        </a:xfrm>
      </p:grpSpPr>
      <p:sp>
        <p:nvSpPr>
          <p:cNvPr id="338" name="Google Shape;338;p18"/>
          <p:cNvSpPr txBox="1">
            <a:spLocks noGrp="1"/>
          </p:cNvSpPr>
          <p:nvPr>
            <p:ph type="ctrTitle"/>
          </p:nvPr>
        </p:nvSpPr>
        <p:spPr>
          <a:xfrm>
            <a:off x="1218541" y="1373195"/>
            <a:ext cx="1881300" cy="64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39" name="Google Shape;339;p18"/>
          <p:cNvSpPr txBox="1">
            <a:spLocks noGrp="1"/>
          </p:cNvSpPr>
          <p:nvPr>
            <p:ph type="subTitle" idx="1"/>
          </p:nvPr>
        </p:nvSpPr>
        <p:spPr>
          <a:xfrm>
            <a:off x="1218541" y="1865495"/>
            <a:ext cx="1881300" cy="644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40" name="Google Shape;340;p18"/>
          <p:cNvSpPr txBox="1">
            <a:spLocks noGrp="1"/>
          </p:cNvSpPr>
          <p:nvPr>
            <p:ph type="ctrTitle" idx="2"/>
          </p:nvPr>
        </p:nvSpPr>
        <p:spPr>
          <a:xfrm>
            <a:off x="6054555" y="1373195"/>
            <a:ext cx="1881300" cy="64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41" name="Google Shape;341;p18"/>
          <p:cNvSpPr txBox="1">
            <a:spLocks noGrp="1"/>
          </p:cNvSpPr>
          <p:nvPr>
            <p:ph type="subTitle" idx="3"/>
          </p:nvPr>
        </p:nvSpPr>
        <p:spPr>
          <a:xfrm>
            <a:off x="6054555" y="1865495"/>
            <a:ext cx="1881300" cy="644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42" name="Google Shape;342;p18"/>
          <p:cNvSpPr txBox="1">
            <a:spLocks noGrp="1"/>
          </p:cNvSpPr>
          <p:nvPr>
            <p:ph type="ctrTitle" idx="4"/>
          </p:nvPr>
        </p:nvSpPr>
        <p:spPr>
          <a:xfrm>
            <a:off x="1218541" y="2778806"/>
            <a:ext cx="1881300" cy="64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43" name="Google Shape;343;p18"/>
          <p:cNvSpPr txBox="1">
            <a:spLocks noGrp="1"/>
          </p:cNvSpPr>
          <p:nvPr>
            <p:ph type="subTitle" idx="5"/>
          </p:nvPr>
        </p:nvSpPr>
        <p:spPr>
          <a:xfrm>
            <a:off x="1116841" y="3271106"/>
            <a:ext cx="2084700" cy="644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44" name="Google Shape;344;p18"/>
          <p:cNvSpPr txBox="1">
            <a:spLocks noGrp="1"/>
          </p:cNvSpPr>
          <p:nvPr>
            <p:ph type="ctrTitle" idx="6"/>
          </p:nvPr>
        </p:nvSpPr>
        <p:spPr>
          <a:xfrm>
            <a:off x="6054555" y="2778806"/>
            <a:ext cx="1881300" cy="64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45" name="Google Shape;345;p18"/>
          <p:cNvSpPr txBox="1">
            <a:spLocks noGrp="1"/>
          </p:cNvSpPr>
          <p:nvPr>
            <p:ph type="subTitle" idx="7"/>
          </p:nvPr>
        </p:nvSpPr>
        <p:spPr>
          <a:xfrm>
            <a:off x="6054555" y="3271106"/>
            <a:ext cx="1881300" cy="644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46" name="Google Shape;346;p18"/>
          <p:cNvSpPr txBox="1">
            <a:spLocks noGrp="1"/>
          </p:cNvSpPr>
          <p:nvPr>
            <p:ph type="ctrTitle" idx="8"/>
          </p:nvPr>
        </p:nvSpPr>
        <p:spPr>
          <a:xfrm>
            <a:off x="618825" y="411675"/>
            <a:ext cx="47277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347" name="Google Shape;347;p18"/>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18"/>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18"/>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18"/>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18"/>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18"/>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18"/>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18"/>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18"/>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18"/>
          <p:cNvSpPr/>
          <p:nvPr/>
        </p:nvSpPr>
        <p:spPr>
          <a:xfrm>
            <a:off x="816650" y="4612675"/>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2">
  <p:cSld name="CUSTOM_2_1">
    <p:spTree>
      <p:nvGrpSpPr>
        <p:cNvPr id="1" name="Shape 357"/>
        <p:cNvGrpSpPr/>
        <p:nvPr/>
      </p:nvGrpSpPr>
      <p:grpSpPr>
        <a:xfrm>
          <a:off x="0" y="0"/>
          <a:ext cx="0" cy="0"/>
          <a:chOff x="0" y="0"/>
          <a:chExt cx="0" cy="0"/>
        </a:xfrm>
      </p:grpSpPr>
      <p:sp>
        <p:nvSpPr>
          <p:cNvPr id="358" name="Google Shape;358;p19"/>
          <p:cNvSpPr txBox="1">
            <a:spLocks noGrp="1"/>
          </p:cNvSpPr>
          <p:nvPr>
            <p:ph type="ctrTitle"/>
          </p:nvPr>
        </p:nvSpPr>
        <p:spPr>
          <a:xfrm>
            <a:off x="915161" y="2299544"/>
            <a:ext cx="1881300" cy="644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a:endParaRPr/>
          </a:p>
        </p:txBody>
      </p:sp>
      <p:sp>
        <p:nvSpPr>
          <p:cNvPr id="359" name="Google Shape;359;p19"/>
          <p:cNvSpPr txBox="1">
            <a:spLocks noGrp="1"/>
          </p:cNvSpPr>
          <p:nvPr>
            <p:ph type="subTitle" idx="1"/>
          </p:nvPr>
        </p:nvSpPr>
        <p:spPr>
          <a:xfrm>
            <a:off x="879139" y="1777397"/>
            <a:ext cx="1917300" cy="644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60" name="Google Shape;360;p19"/>
          <p:cNvSpPr txBox="1">
            <a:spLocks noGrp="1"/>
          </p:cNvSpPr>
          <p:nvPr>
            <p:ph type="ctrTitle" idx="2"/>
          </p:nvPr>
        </p:nvSpPr>
        <p:spPr>
          <a:xfrm>
            <a:off x="6345518" y="2299544"/>
            <a:ext cx="1881300" cy="64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a:endParaRPr/>
          </a:p>
        </p:txBody>
      </p:sp>
      <p:sp>
        <p:nvSpPr>
          <p:cNvPr id="361" name="Google Shape;361;p19"/>
          <p:cNvSpPr txBox="1">
            <a:spLocks noGrp="1"/>
          </p:cNvSpPr>
          <p:nvPr>
            <p:ph type="subTitle" idx="3"/>
          </p:nvPr>
        </p:nvSpPr>
        <p:spPr>
          <a:xfrm>
            <a:off x="6345518" y="1777397"/>
            <a:ext cx="1881300" cy="644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62" name="Google Shape;362;p19"/>
          <p:cNvSpPr txBox="1">
            <a:spLocks noGrp="1"/>
          </p:cNvSpPr>
          <p:nvPr>
            <p:ph type="ctrTitle" idx="4"/>
          </p:nvPr>
        </p:nvSpPr>
        <p:spPr>
          <a:xfrm>
            <a:off x="915161" y="2861525"/>
            <a:ext cx="1881300" cy="644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a:endParaRPr/>
          </a:p>
        </p:txBody>
      </p:sp>
      <p:sp>
        <p:nvSpPr>
          <p:cNvPr id="363" name="Google Shape;363;p19"/>
          <p:cNvSpPr txBox="1">
            <a:spLocks noGrp="1"/>
          </p:cNvSpPr>
          <p:nvPr>
            <p:ph type="subTitle" idx="5"/>
          </p:nvPr>
        </p:nvSpPr>
        <p:spPr>
          <a:xfrm>
            <a:off x="915161" y="3353275"/>
            <a:ext cx="1881300" cy="644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64" name="Google Shape;364;p19"/>
          <p:cNvSpPr txBox="1">
            <a:spLocks noGrp="1"/>
          </p:cNvSpPr>
          <p:nvPr>
            <p:ph type="ctrTitle" idx="6"/>
          </p:nvPr>
        </p:nvSpPr>
        <p:spPr>
          <a:xfrm>
            <a:off x="6345518" y="2861525"/>
            <a:ext cx="1881300" cy="644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a:endParaRPr/>
          </a:p>
        </p:txBody>
      </p:sp>
      <p:sp>
        <p:nvSpPr>
          <p:cNvPr id="365" name="Google Shape;365;p19"/>
          <p:cNvSpPr txBox="1">
            <a:spLocks noGrp="1"/>
          </p:cNvSpPr>
          <p:nvPr>
            <p:ph type="subTitle" idx="7"/>
          </p:nvPr>
        </p:nvSpPr>
        <p:spPr>
          <a:xfrm>
            <a:off x="6345518" y="3353275"/>
            <a:ext cx="1656600" cy="64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66" name="Google Shape;366;p19"/>
          <p:cNvSpPr txBox="1">
            <a:spLocks noGrp="1"/>
          </p:cNvSpPr>
          <p:nvPr>
            <p:ph type="ctrTitle" idx="8"/>
          </p:nvPr>
        </p:nvSpPr>
        <p:spPr>
          <a:xfrm>
            <a:off x="618825" y="411675"/>
            <a:ext cx="47277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367" name="Google Shape;367;p19"/>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19"/>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19"/>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19"/>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19"/>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19"/>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19"/>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19"/>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19"/>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19"/>
          <p:cNvSpPr/>
          <p:nvPr/>
        </p:nvSpPr>
        <p:spPr>
          <a:xfrm>
            <a:off x="816650" y="4612675"/>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377"/>
        <p:cNvGrpSpPr/>
        <p:nvPr/>
      </p:nvGrpSpPr>
      <p:grpSpPr>
        <a:xfrm>
          <a:off x="0" y="0"/>
          <a:ext cx="0" cy="0"/>
          <a:chOff x="0" y="0"/>
          <a:chExt cx="0" cy="0"/>
        </a:xfrm>
      </p:grpSpPr>
      <p:sp>
        <p:nvSpPr>
          <p:cNvPr id="378" name="Google Shape;378;p20"/>
          <p:cNvSpPr txBox="1">
            <a:spLocks noGrp="1"/>
          </p:cNvSpPr>
          <p:nvPr>
            <p:ph type="title"/>
          </p:nvPr>
        </p:nvSpPr>
        <p:spPr>
          <a:xfrm>
            <a:off x="2471150" y="1830075"/>
            <a:ext cx="3823200" cy="1121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72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79" name="Google Shape;379;p20"/>
          <p:cNvSpPr txBox="1">
            <a:spLocks noGrp="1"/>
          </p:cNvSpPr>
          <p:nvPr>
            <p:ph type="subTitle" idx="1"/>
          </p:nvPr>
        </p:nvSpPr>
        <p:spPr>
          <a:xfrm>
            <a:off x="2902550" y="540000"/>
            <a:ext cx="2960400" cy="1353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80" name="Google Shape;380;p20"/>
          <p:cNvSpPr txBox="1"/>
          <p:nvPr/>
        </p:nvSpPr>
        <p:spPr>
          <a:xfrm>
            <a:off x="2289500" y="3592806"/>
            <a:ext cx="4186500" cy="9315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300"/>
              </a:spcBef>
              <a:spcAft>
                <a:spcPts val="0"/>
              </a:spcAft>
              <a:buClr>
                <a:srgbClr val="000000"/>
              </a:buClr>
              <a:buSzPts val="1000"/>
              <a:buFont typeface="Arial"/>
              <a:buNone/>
            </a:pPr>
            <a:r>
              <a:rPr lang="en" sz="1000" b="0" i="0" u="none" strike="noStrike" cap="none">
                <a:solidFill>
                  <a:schemeClr val="lt1"/>
                </a:solidFill>
                <a:latin typeface="Maven Pro"/>
                <a:ea typeface="Maven Pro"/>
                <a:cs typeface="Maven Pro"/>
                <a:sym typeface="Maven Pro"/>
              </a:rPr>
              <a:t>CREDITS: This presentation template was created by </a:t>
            </a:r>
            <a:r>
              <a:rPr lang="en" sz="1000" b="0" i="0" u="none" strike="noStrike" cap="none">
                <a:solidFill>
                  <a:schemeClr val="hlink"/>
                </a:solidFill>
                <a:uFill>
                  <a:noFill/>
                </a:uFill>
                <a:latin typeface="Maven Pro"/>
                <a:ea typeface="Maven Pro"/>
                <a:cs typeface="Maven Pro"/>
                <a:sym typeface="Maven Pro"/>
                <a:hlinkClick r:id="rId2"/>
              </a:rPr>
              <a:t>Slidesgo</a:t>
            </a:r>
            <a:r>
              <a:rPr lang="en" sz="1000" b="0" i="0" u="none" strike="noStrike" cap="none">
                <a:solidFill>
                  <a:schemeClr val="lt1"/>
                </a:solidFill>
                <a:latin typeface="Maven Pro"/>
                <a:ea typeface="Maven Pro"/>
                <a:cs typeface="Maven Pro"/>
                <a:sym typeface="Maven Pro"/>
              </a:rPr>
              <a:t>, including icons by </a:t>
            </a:r>
            <a:r>
              <a:rPr lang="en" sz="1000" b="0" i="0" u="none" strike="noStrike" cap="none">
                <a:solidFill>
                  <a:schemeClr val="hlink"/>
                </a:solidFill>
                <a:uFill>
                  <a:noFill/>
                </a:uFill>
                <a:latin typeface="Maven Pro"/>
                <a:ea typeface="Maven Pro"/>
                <a:cs typeface="Maven Pro"/>
                <a:sym typeface="Maven Pro"/>
                <a:hlinkClick r:id="rId3"/>
              </a:rPr>
              <a:t>Flaticon</a:t>
            </a:r>
            <a:r>
              <a:rPr lang="en" sz="1000" b="0" i="0" u="none" strike="noStrike" cap="none">
                <a:solidFill>
                  <a:schemeClr val="lt1"/>
                </a:solidFill>
                <a:latin typeface="Maven Pro"/>
                <a:ea typeface="Maven Pro"/>
                <a:cs typeface="Maven Pro"/>
                <a:sym typeface="Maven Pro"/>
              </a:rPr>
              <a:t>, and infographics &amp; images by </a:t>
            </a:r>
            <a:r>
              <a:rPr lang="en" sz="1000" b="0" i="0" u="none" strike="noStrike" cap="none">
                <a:solidFill>
                  <a:schemeClr val="hlink"/>
                </a:solidFill>
                <a:uFill>
                  <a:noFill/>
                </a:uFill>
                <a:latin typeface="Maven Pro"/>
                <a:ea typeface="Maven Pro"/>
                <a:cs typeface="Maven Pro"/>
                <a:sym typeface="Maven Pro"/>
                <a:hlinkClick r:id="rId4"/>
              </a:rPr>
              <a:t>Freepik</a:t>
            </a:r>
            <a:endParaRPr sz="1000" b="0" i="0" u="none" strike="noStrike" cap="none">
              <a:solidFill>
                <a:schemeClr val="accent3"/>
              </a:solidFill>
              <a:latin typeface="Maven Pro"/>
              <a:ea typeface="Maven Pro"/>
              <a:cs typeface="Maven Pro"/>
              <a:sym typeface="Maven Pro"/>
            </a:endParaRPr>
          </a:p>
        </p:txBody>
      </p:sp>
      <p:sp>
        <p:nvSpPr>
          <p:cNvPr id="381" name="Google Shape;381;p20"/>
          <p:cNvSpPr/>
          <p:nvPr/>
        </p:nvSpPr>
        <p:spPr>
          <a:xfrm>
            <a:off x="858247" y="1380669"/>
            <a:ext cx="130760" cy="131015"/>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20"/>
          <p:cNvSpPr/>
          <p:nvPr/>
        </p:nvSpPr>
        <p:spPr>
          <a:xfrm>
            <a:off x="1802448" y="4340187"/>
            <a:ext cx="131015" cy="131015"/>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20"/>
          <p:cNvSpPr/>
          <p:nvPr/>
        </p:nvSpPr>
        <p:spPr>
          <a:xfrm>
            <a:off x="7196621" y="809541"/>
            <a:ext cx="131015" cy="131015"/>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20"/>
          <p:cNvSpPr/>
          <p:nvPr/>
        </p:nvSpPr>
        <p:spPr>
          <a:xfrm>
            <a:off x="7826485" y="4005523"/>
            <a:ext cx="105796" cy="106050"/>
          </a:xfrm>
          <a:custGeom>
            <a:avLst/>
            <a:gdLst/>
            <a:ahLst/>
            <a:cxnLst/>
            <a:rect l="l" t="t" r="r" b="b"/>
            <a:pathLst>
              <a:path w="3742" h="3751" fill="none" extrusionOk="0">
                <a:moveTo>
                  <a:pt x="1" y="0"/>
                </a:moveTo>
                <a:lnTo>
                  <a:pt x="3742" y="0"/>
                </a:lnTo>
                <a:lnTo>
                  <a:pt x="3742" y="3750"/>
                </a:lnTo>
                <a:lnTo>
                  <a:pt x="1" y="3750"/>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20"/>
          <p:cNvSpPr/>
          <p:nvPr/>
        </p:nvSpPr>
        <p:spPr>
          <a:xfrm>
            <a:off x="6669747" y="3108456"/>
            <a:ext cx="62397" cy="62397"/>
          </a:xfrm>
          <a:custGeom>
            <a:avLst/>
            <a:gdLst/>
            <a:ahLst/>
            <a:cxnLst/>
            <a:rect l="l" t="t" r="r" b="b"/>
            <a:pathLst>
              <a:path w="2207" h="2207" fill="none" extrusionOk="0">
                <a:moveTo>
                  <a:pt x="0" y="1"/>
                </a:moveTo>
                <a:lnTo>
                  <a:pt x="2206" y="1"/>
                </a:lnTo>
                <a:lnTo>
                  <a:pt x="2206" y="2207"/>
                </a:lnTo>
                <a:lnTo>
                  <a:pt x="0" y="2207"/>
                </a:lnTo>
                <a:close/>
              </a:path>
            </a:pathLst>
          </a:custGeom>
          <a:noFill/>
          <a:ln w="952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20"/>
          <p:cNvSpPr/>
          <p:nvPr/>
        </p:nvSpPr>
        <p:spPr>
          <a:xfrm>
            <a:off x="2127273" y="2530788"/>
            <a:ext cx="112298" cy="112553"/>
          </a:xfrm>
          <a:custGeom>
            <a:avLst/>
            <a:gdLst/>
            <a:ahLst/>
            <a:cxnLst/>
            <a:rect l="l" t="t" r="r" b="b"/>
            <a:pathLst>
              <a:path w="3972" h="3981" fill="none" extrusionOk="0">
                <a:moveTo>
                  <a:pt x="1" y="1"/>
                </a:moveTo>
                <a:lnTo>
                  <a:pt x="3972" y="1"/>
                </a:lnTo>
                <a:lnTo>
                  <a:pt x="3972" y="3981"/>
                </a:lnTo>
                <a:lnTo>
                  <a:pt x="1" y="3981"/>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20"/>
          <p:cNvSpPr/>
          <p:nvPr/>
        </p:nvSpPr>
        <p:spPr>
          <a:xfrm>
            <a:off x="7418926" y="3240515"/>
            <a:ext cx="112298" cy="112553"/>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20"/>
          <p:cNvSpPr/>
          <p:nvPr/>
        </p:nvSpPr>
        <p:spPr>
          <a:xfrm>
            <a:off x="7751274" y="1218584"/>
            <a:ext cx="86853" cy="86825"/>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89" name="Google Shape;389;p20"/>
          <p:cNvGrpSpPr/>
          <p:nvPr/>
        </p:nvGrpSpPr>
        <p:grpSpPr>
          <a:xfrm>
            <a:off x="6669726" y="-389684"/>
            <a:ext cx="143766" cy="2106420"/>
            <a:chOff x="6780548" y="337714"/>
            <a:chExt cx="133252" cy="1952377"/>
          </a:xfrm>
        </p:grpSpPr>
        <p:sp>
          <p:nvSpPr>
            <p:cNvPr id="390" name="Google Shape;390;p20"/>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20"/>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92" name="Google Shape;392;p20"/>
          <p:cNvGrpSpPr/>
          <p:nvPr/>
        </p:nvGrpSpPr>
        <p:grpSpPr>
          <a:xfrm>
            <a:off x="1510030" y="507749"/>
            <a:ext cx="203534" cy="2663108"/>
            <a:chOff x="250617" y="2402301"/>
            <a:chExt cx="188650" cy="2468355"/>
          </a:xfrm>
        </p:grpSpPr>
        <p:sp>
          <p:nvSpPr>
            <p:cNvPr id="393" name="Google Shape;393;p20"/>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20"/>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20"/>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9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20"/>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97" name="Google Shape;397;p20"/>
          <p:cNvGrpSpPr/>
          <p:nvPr/>
        </p:nvGrpSpPr>
        <p:grpSpPr>
          <a:xfrm>
            <a:off x="385355" y="1380671"/>
            <a:ext cx="199237" cy="2828935"/>
            <a:chOff x="1608717" y="1280046"/>
            <a:chExt cx="199237" cy="2828935"/>
          </a:xfrm>
        </p:grpSpPr>
        <p:sp>
          <p:nvSpPr>
            <p:cNvPr id="398" name="Google Shape;398;p20"/>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20"/>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20"/>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1" name="Google Shape;401;p20"/>
          <p:cNvSpPr/>
          <p:nvPr/>
        </p:nvSpPr>
        <p:spPr>
          <a:xfrm>
            <a:off x="1050592" y="3209646"/>
            <a:ext cx="9132" cy="2718457"/>
          </a:xfrm>
          <a:custGeom>
            <a:avLst/>
            <a:gdLst/>
            <a:ahLst/>
            <a:cxnLst/>
            <a:rect l="l" t="t" r="r" b="b"/>
            <a:pathLst>
              <a:path w="323" h="96152" extrusionOk="0">
                <a:moveTo>
                  <a:pt x="166" y="1"/>
                </a:moveTo>
                <a:lnTo>
                  <a:pt x="1" y="96151"/>
                </a:lnTo>
                <a:lnTo>
                  <a:pt x="322" y="96151"/>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20"/>
          <p:cNvSpPr/>
          <p:nvPr/>
        </p:nvSpPr>
        <p:spPr>
          <a:xfrm>
            <a:off x="7090326" y="2590809"/>
            <a:ext cx="9132" cy="1822361"/>
          </a:xfrm>
          <a:custGeom>
            <a:avLst/>
            <a:gdLst/>
            <a:ahLst/>
            <a:cxnLst/>
            <a:rect l="l" t="t" r="r" b="b"/>
            <a:pathLst>
              <a:path w="323" h="64457" extrusionOk="0">
                <a:moveTo>
                  <a:pt x="157" y="1"/>
                </a:moveTo>
                <a:lnTo>
                  <a:pt x="0" y="64456"/>
                </a:lnTo>
                <a:lnTo>
                  <a:pt x="322" y="64456"/>
                </a:lnTo>
                <a:lnTo>
                  <a:pt x="157"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3" name="Google Shape;403;p20"/>
          <p:cNvGrpSpPr/>
          <p:nvPr/>
        </p:nvGrpSpPr>
        <p:grpSpPr>
          <a:xfrm>
            <a:off x="989025" y="-389666"/>
            <a:ext cx="62143" cy="897428"/>
            <a:chOff x="2038689" y="173907"/>
            <a:chExt cx="57599" cy="831799"/>
          </a:xfrm>
        </p:grpSpPr>
        <p:sp>
          <p:nvSpPr>
            <p:cNvPr id="404" name="Google Shape;404;p20"/>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952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20"/>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06" name="Google Shape;406;p20"/>
          <p:cNvGrpSpPr/>
          <p:nvPr/>
        </p:nvGrpSpPr>
        <p:grpSpPr>
          <a:xfrm>
            <a:off x="8568730" y="2184809"/>
            <a:ext cx="214702" cy="2308597"/>
            <a:chOff x="8008096" y="2108910"/>
            <a:chExt cx="199001" cy="2139770"/>
          </a:xfrm>
        </p:grpSpPr>
        <p:sp>
          <p:nvSpPr>
            <p:cNvPr id="407" name="Google Shape;407;p20"/>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20"/>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9" name="Google Shape;409;p20"/>
          <p:cNvSpPr/>
          <p:nvPr/>
        </p:nvSpPr>
        <p:spPr>
          <a:xfrm>
            <a:off x="6423211" y="3192659"/>
            <a:ext cx="86853" cy="86825"/>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10" name="Google Shape;410;p20"/>
          <p:cNvGrpSpPr/>
          <p:nvPr/>
        </p:nvGrpSpPr>
        <p:grpSpPr>
          <a:xfrm>
            <a:off x="8221230" y="9"/>
            <a:ext cx="214702" cy="2308597"/>
            <a:chOff x="8008096" y="2108910"/>
            <a:chExt cx="199001" cy="2139770"/>
          </a:xfrm>
        </p:grpSpPr>
        <p:sp>
          <p:nvSpPr>
            <p:cNvPr id="411" name="Google Shape;411;p20"/>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20"/>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13"/>
        <p:cNvGrpSpPr/>
        <p:nvPr/>
      </p:nvGrpSpPr>
      <p:grpSpPr>
        <a:xfrm>
          <a:off x="0" y="0"/>
          <a:ext cx="0" cy="0"/>
          <a:chOff x="0" y="0"/>
          <a:chExt cx="0" cy="0"/>
        </a:xfrm>
      </p:grpSpPr>
      <p:sp>
        <p:nvSpPr>
          <p:cNvPr id="414" name="Google Shape;414;p21"/>
          <p:cNvSpPr txBox="1">
            <a:spLocks noGrp="1"/>
          </p:cNvSpPr>
          <p:nvPr>
            <p:ph type="body" idx="1"/>
          </p:nvPr>
        </p:nvSpPr>
        <p:spPr>
          <a:xfrm>
            <a:off x="597375" y="1063525"/>
            <a:ext cx="3908700" cy="3786900"/>
          </a:xfrm>
          <a:prstGeom prst="rect">
            <a:avLst/>
          </a:prstGeom>
          <a:noFill/>
          <a:ln>
            <a:noFill/>
          </a:ln>
        </p:spPr>
        <p:txBody>
          <a:bodyPr spcFirstLastPara="1" wrap="square" lIns="91425" tIns="91425" rIns="91425" bIns="91425" anchor="t" anchorCtr="0">
            <a:noAutofit/>
          </a:bodyPr>
          <a:lstStyle>
            <a:lvl1pPr marL="457200" lvl="0" indent="-292100" algn="l">
              <a:lnSpc>
                <a:spcPct val="100000"/>
              </a:lnSpc>
              <a:spcBef>
                <a:spcPts val="0"/>
              </a:spcBef>
              <a:spcAft>
                <a:spcPts val="0"/>
              </a:spcAft>
              <a:buSzPts val="1000"/>
              <a:buFont typeface="Livvic Light"/>
              <a:buChar char="●"/>
              <a:defRPr sz="1200"/>
            </a:lvl1pPr>
            <a:lvl2pPr marL="914400" lvl="1" indent="-292100" algn="l">
              <a:lnSpc>
                <a:spcPct val="115000"/>
              </a:lnSpc>
              <a:spcBef>
                <a:spcPts val="1600"/>
              </a:spcBef>
              <a:spcAft>
                <a:spcPts val="0"/>
              </a:spcAft>
              <a:buSzPts val="1000"/>
              <a:buFont typeface="Nunito Light"/>
              <a:buChar char="○"/>
              <a:defRPr/>
            </a:lvl2pPr>
            <a:lvl3pPr marL="1371600" lvl="2" indent="-292100" algn="l">
              <a:lnSpc>
                <a:spcPct val="115000"/>
              </a:lnSpc>
              <a:spcBef>
                <a:spcPts val="1600"/>
              </a:spcBef>
              <a:spcAft>
                <a:spcPts val="0"/>
              </a:spcAft>
              <a:buSzPts val="1000"/>
              <a:buFont typeface="Nunito Light"/>
              <a:buChar char="■"/>
              <a:defRPr/>
            </a:lvl3pPr>
            <a:lvl4pPr marL="1828800" lvl="3" indent="-292100" algn="l">
              <a:lnSpc>
                <a:spcPct val="115000"/>
              </a:lnSpc>
              <a:spcBef>
                <a:spcPts val="1600"/>
              </a:spcBef>
              <a:spcAft>
                <a:spcPts val="0"/>
              </a:spcAft>
              <a:buSzPts val="1000"/>
              <a:buFont typeface="Nunito Light"/>
              <a:buChar char="●"/>
              <a:defRPr/>
            </a:lvl4pPr>
            <a:lvl5pPr marL="2286000" lvl="4" indent="-292100" algn="l">
              <a:lnSpc>
                <a:spcPct val="115000"/>
              </a:lnSpc>
              <a:spcBef>
                <a:spcPts val="1600"/>
              </a:spcBef>
              <a:spcAft>
                <a:spcPts val="0"/>
              </a:spcAft>
              <a:buSzPts val="1000"/>
              <a:buFont typeface="Nunito Light"/>
              <a:buChar char="○"/>
              <a:defRPr/>
            </a:lvl5pPr>
            <a:lvl6pPr marL="2743200" lvl="5" indent="-292100" algn="l">
              <a:lnSpc>
                <a:spcPct val="115000"/>
              </a:lnSpc>
              <a:spcBef>
                <a:spcPts val="1600"/>
              </a:spcBef>
              <a:spcAft>
                <a:spcPts val="0"/>
              </a:spcAft>
              <a:buSzPts val="1000"/>
              <a:buFont typeface="Nunito Light"/>
              <a:buChar char="■"/>
              <a:defRPr/>
            </a:lvl6pPr>
            <a:lvl7pPr marL="3200400" lvl="6" indent="-292100" algn="l">
              <a:lnSpc>
                <a:spcPct val="115000"/>
              </a:lnSpc>
              <a:spcBef>
                <a:spcPts val="1600"/>
              </a:spcBef>
              <a:spcAft>
                <a:spcPts val="0"/>
              </a:spcAft>
              <a:buSzPts val="1000"/>
              <a:buFont typeface="Nunito Light"/>
              <a:buChar char="●"/>
              <a:defRPr/>
            </a:lvl7pPr>
            <a:lvl8pPr marL="3657600" lvl="7" indent="-292100" algn="l">
              <a:lnSpc>
                <a:spcPct val="115000"/>
              </a:lnSpc>
              <a:spcBef>
                <a:spcPts val="1600"/>
              </a:spcBef>
              <a:spcAft>
                <a:spcPts val="0"/>
              </a:spcAft>
              <a:buSzPts val="1000"/>
              <a:buFont typeface="Nunito Light"/>
              <a:buChar char="○"/>
              <a:defRPr/>
            </a:lvl8pPr>
            <a:lvl9pPr marL="4114800" lvl="8" indent="-292100" algn="l">
              <a:lnSpc>
                <a:spcPct val="115000"/>
              </a:lnSpc>
              <a:spcBef>
                <a:spcPts val="1600"/>
              </a:spcBef>
              <a:spcAft>
                <a:spcPts val="1600"/>
              </a:spcAft>
              <a:buSzPts val="1000"/>
              <a:buFont typeface="Nunito Light"/>
              <a:buChar char="■"/>
              <a:defRPr/>
            </a:lvl9pPr>
          </a:lstStyle>
          <a:p>
            <a:endParaRPr/>
          </a:p>
        </p:txBody>
      </p:sp>
      <p:sp>
        <p:nvSpPr>
          <p:cNvPr id="415" name="Google Shape;415;p21"/>
          <p:cNvSpPr txBox="1">
            <a:spLocks noGrp="1"/>
          </p:cNvSpPr>
          <p:nvPr>
            <p:ph type="ctrTitle"/>
          </p:nvPr>
        </p:nvSpPr>
        <p:spPr>
          <a:xfrm>
            <a:off x="618825" y="411675"/>
            <a:ext cx="4727700" cy="577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a:endParaRPr/>
          </a:p>
        </p:txBody>
      </p:sp>
      <p:sp>
        <p:nvSpPr>
          <p:cNvPr id="416" name="Google Shape;416;p21"/>
          <p:cNvSpPr txBox="1">
            <a:spLocks noGrp="1"/>
          </p:cNvSpPr>
          <p:nvPr>
            <p:ph type="body" idx="2"/>
          </p:nvPr>
        </p:nvSpPr>
        <p:spPr>
          <a:xfrm>
            <a:off x="4690125" y="1063525"/>
            <a:ext cx="3908700" cy="3786900"/>
          </a:xfrm>
          <a:prstGeom prst="rect">
            <a:avLst/>
          </a:prstGeom>
          <a:noFill/>
          <a:ln>
            <a:noFill/>
          </a:ln>
        </p:spPr>
        <p:txBody>
          <a:bodyPr spcFirstLastPara="1" wrap="square" lIns="91425" tIns="91425" rIns="91425" bIns="91425" anchor="t" anchorCtr="0">
            <a:noAutofit/>
          </a:bodyPr>
          <a:lstStyle>
            <a:lvl1pPr marL="457200" lvl="0" indent="-292100" algn="l">
              <a:lnSpc>
                <a:spcPct val="100000"/>
              </a:lnSpc>
              <a:spcBef>
                <a:spcPts val="0"/>
              </a:spcBef>
              <a:spcAft>
                <a:spcPts val="0"/>
              </a:spcAft>
              <a:buClr>
                <a:srgbClr val="EC5D37"/>
              </a:buClr>
              <a:buSzPts val="1000"/>
              <a:buFont typeface="Livvic Light"/>
              <a:buChar char="●"/>
              <a:defRPr sz="1200"/>
            </a:lvl1pPr>
            <a:lvl2pPr marL="914400" lvl="1" indent="-292100" algn="l">
              <a:lnSpc>
                <a:spcPct val="115000"/>
              </a:lnSpc>
              <a:spcBef>
                <a:spcPts val="1600"/>
              </a:spcBef>
              <a:spcAft>
                <a:spcPts val="0"/>
              </a:spcAft>
              <a:buClr>
                <a:srgbClr val="FFC800"/>
              </a:buClr>
              <a:buSzPts val="1000"/>
              <a:buFont typeface="Nunito Light"/>
              <a:buChar char="○"/>
              <a:defRPr/>
            </a:lvl2pPr>
            <a:lvl3pPr marL="1371600" lvl="2" indent="-292100" algn="l">
              <a:lnSpc>
                <a:spcPct val="115000"/>
              </a:lnSpc>
              <a:spcBef>
                <a:spcPts val="1600"/>
              </a:spcBef>
              <a:spcAft>
                <a:spcPts val="0"/>
              </a:spcAft>
              <a:buClr>
                <a:srgbClr val="FFC800"/>
              </a:buClr>
              <a:buSzPts val="1000"/>
              <a:buFont typeface="Nunito Light"/>
              <a:buChar char="■"/>
              <a:defRPr/>
            </a:lvl3pPr>
            <a:lvl4pPr marL="1828800" lvl="3" indent="-292100" algn="l">
              <a:lnSpc>
                <a:spcPct val="115000"/>
              </a:lnSpc>
              <a:spcBef>
                <a:spcPts val="1600"/>
              </a:spcBef>
              <a:spcAft>
                <a:spcPts val="0"/>
              </a:spcAft>
              <a:buClr>
                <a:srgbClr val="FFC800"/>
              </a:buClr>
              <a:buSzPts val="1000"/>
              <a:buFont typeface="Nunito Light"/>
              <a:buChar char="●"/>
              <a:defRPr/>
            </a:lvl4pPr>
            <a:lvl5pPr marL="2286000" lvl="4" indent="-292100" algn="l">
              <a:lnSpc>
                <a:spcPct val="115000"/>
              </a:lnSpc>
              <a:spcBef>
                <a:spcPts val="1600"/>
              </a:spcBef>
              <a:spcAft>
                <a:spcPts val="0"/>
              </a:spcAft>
              <a:buClr>
                <a:srgbClr val="434343"/>
              </a:buClr>
              <a:buSzPts val="1000"/>
              <a:buFont typeface="Nunito Light"/>
              <a:buChar char="○"/>
              <a:defRPr/>
            </a:lvl5pPr>
            <a:lvl6pPr marL="2743200" lvl="5" indent="-292100" algn="l">
              <a:lnSpc>
                <a:spcPct val="115000"/>
              </a:lnSpc>
              <a:spcBef>
                <a:spcPts val="1600"/>
              </a:spcBef>
              <a:spcAft>
                <a:spcPts val="0"/>
              </a:spcAft>
              <a:buClr>
                <a:srgbClr val="434343"/>
              </a:buClr>
              <a:buSzPts val="1000"/>
              <a:buFont typeface="Nunito Light"/>
              <a:buChar char="■"/>
              <a:defRPr/>
            </a:lvl6pPr>
            <a:lvl7pPr marL="3200400" lvl="6" indent="-292100" algn="l">
              <a:lnSpc>
                <a:spcPct val="115000"/>
              </a:lnSpc>
              <a:spcBef>
                <a:spcPts val="1600"/>
              </a:spcBef>
              <a:spcAft>
                <a:spcPts val="0"/>
              </a:spcAft>
              <a:buClr>
                <a:srgbClr val="434343"/>
              </a:buClr>
              <a:buSzPts val="1000"/>
              <a:buFont typeface="Nunito Light"/>
              <a:buChar char="●"/>
              <a:defRPr/>
            </a:lvl7pPr>
            <a:lvl8pPr marL="3657600" lvl="7" indent="-292100" algn="l">
              <a:lnSpc>
                <a:spcPct val="115000"/>
              </a:lnSpc>
              <a:spcBef>
                <a:spcPts val="1600"/>
              </a:spcBef>
              <a:spcAft>
                <a:spcPts val="0"/>
              </a:spcAft>
              <a:buClr>
                <a:srgbClr val="434343"/>
              </a:buClr>
              <a:buSzPts val="1000"/>
              <a:buFont typeface="Nunito Light"/>
              <a:buChar char="○"/>
              <a:defRPr/>
            </a:lvl8pPr>
            <a:lvl9pPr marL="4114800" lvl="8" indent="-292100" algn="l">
              <a:lnSpc>
                <a:spcPct val="115000"/>
              </a:lnSpc>
              <a:spcBef>
                <a:spcPts val="1600"/>
              </a:spcBef>
              <a:spcAft>
                <a:spcPts val="1600"/>
              </a:spcAft>
              <a:buClr>
                <a:srgbClr val="434343"/>
              </a:buClr>
              <a:buSzPts val="1000"/>
              <a:buFont typeface="Nunito Light"/>
              <a:buChar char="■"/>
              <a:defRPr/>
            </a:lvl9pPr>
          </a:lstStyle>
          <a:p>
            <a:endParaRPr/>
          </a:p>
        </p:txBody>
      </p:sp>
      <p:sp>
        <p:nvSpPr>
          <p:cNvPr id="417" name="Google Shape;417;p21"/>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21"/>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21"/>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21"/>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21"/>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21"/>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21"/>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21"/>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21"/>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rgbClr val="E898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21"/>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21"/>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8"/>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drive.google.com/file/d/1UlE1FCLBCnLgGlyfv0GrfLoM6FADJlqx/view?usp=sharing"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mailto:2019prithvi.kumar@ves.ac.in"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hyperlink" Target="mailto:2019guruakaash.janthalur@ves.ac.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4"/>
          <p:cNvSpPr txBox="1"/>
          <p:nvPr/>
        </p:nvSpPr>
        <p:spPr>
          <a:xfrm>
            <a:off x="1561650" y="751888"/>
            <a:ext cx="6020700" cy="205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500">
                <a:solidFill>
                  <a:srgbClr val="FFFFFF"/>
                </a:solidFill>
                <a:latin typeface="Share Tech"/>
                <a:ea typeface="Share Tech"/>
                <a:cs typeface="Share Tech"/>
                <a:sym typeface="Share Tech"/>
              </a:rPr>
              <a:t>Dolat Capital</a:t>
            </a:r>
            <a:endParaRPr sz="7500">
              <a:solidFill>
                <a:srgbClr val="FFFFFF"/>
              </a:solidFill>
              <a:latin typeface="Share Tech"/>
              <a:ea typeface="Share Tech"/>
              <a:cs typeface="Share Tech"/>
              <a:sym typeface="Share Tech"/>
            </a:endParaRPr>
          </a:p>
        </p:txBody>
      </p:sp>
      <p:sp>
        <p:nvSpPr>
          <p:cNvPr id="435" name="Google Shape;435;p24"/>
          <p:cNvSpPr txBox="1"/>
          <p:nvPr/>
        </p:nvSpPr>
        <p:spPr>
          <a:xfrm>
            <a:off x="671250" y="3174874"/>
            <a:ext cx="7801500" cy="139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FFFF"/>
                </a:solidFill>
                <a:latin typeface="Maven Pro"/>
                <a:ea typeface="Maven Pro"/>
                <a:cs typeface="Maven Pro"/>
                <a:sym typeface="Maven Pro"/>
              </a:rPr>
              <a:t>Placement Interview Experience by</a:t>
            </a: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r>
              <a:rPr lang="en" sz="1800">
                <a:solidFill>
                  <a:srgbClr val="FFFFFF"/>
                </a:solidFill>
                <a:latin typeface="Maven Pro"/>
                <a:ea typeface="Maven Pro"/>
                <a:cs typeface="Maven Pro"/>
                <a:sym typeface="Maven Pro"/>
              </a:rPr>
              <a:t>Shruti Koku D17A</a:t>
            </a: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r>
              <a:rPr lang="en" sz="1800">
                <a:solidFill>
                  <a:srgbClr val="FFFFFF"/>
                </a:solidFill>
                <a:latin typeface="Maven Pro"/>
                <a:ea typeface="Maven Pro"/>
                <a:cs typeface="Maven Pro"/>
                <a:sym typeface="Maven Pro"/>
              </a:rPr>
              <a:t>Aashutosh Baraskar D17A</a:t>
            </a: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r>
              <a:rPr lang="en" sz="1800">
                <a:solidFill>
                  <a:srgbClr val="FFFFFF"/>
                </a:solidFill>
                <a:latin typeface="Maven Pro"/>
                <a:ea typeface="Maven Pro"/>
                <a:cs typeface="Maven Pro"/>
                <a:sym typeface="Maven Pro"/>
              </a:rPr>
              <a:t>Computer Engineering Department, 2023 Batch</a:t>
            </a:r>
            <a:endParaRPr sz="1800">
              <a:solidFill>
                <a:srgbClr val="FFFFFF"/>
              </a:solidFill>
              <a:latin typeface="Maven Pro"/>
              <a:ea typeface="Maven Pro"/>
              <a:cs typeface="Maven Pro"/>
              <a:sym typeface="Maven Pro"/>
            </a:endParaRPr>
          </a:p>
        </p:txBody>
      </p:sp>
      <p:pic>
        <p:nvPicPr>
          <p:cNvPr id="436" name="Google Shape;436;p24"/>
          <p:cNvPicPr preferRelativeResize="0"/>
          <p:nvPr/>
        </p:nvPicPr>
        <p:blipFill rotWithShape="1">
          <a:blip r:embed="rId3">
            <a:alphaModFix/>
          </a:blip>
          <a:srcRect/>
          <a:stretch/>
        </p:blipFill>
        <p:spPr>
          <a:xfrm>
            <a:off x="7584350" y="504475"/>
            <a:ext cx="587375" cy="948350"/>
          </a:xfrm>
          <a:prstGeom prst="rect">
            <a:avLst/>
          </a:prstGeom>
          <a:noFill/>
          <a:ln>
            <a:noFill/>
          </a:ln>
        </p:spPr>
      </p:pic>
      <p:sp>
        <p:nvSpPr>
          <p:cNvPr id="437" name="Google Shape;437;p24"/>
          <p:cNvSpPr txBox="1"/>
          <p:nvPr/>
        </p:nvSpPr>
        <p:spPr>
          <a:xfrm>
            <a:off x="2029650" y="455300"/>
            <a:ext cx="50847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FFFFFF"/>
                </a:solidFill>
                <a:latin typeface="Montserrat"/>
                <a:ea typeface="Montserrat"/>
                <a:cs typeface="Montserrat"/>
                <a:sym typeface="Montserrat"/>
              </a:rPr>
              <a:t>VIVEKANAND EDUCATION SOCIETY INSTITUTE OF TECHNOLOGY (MUMBAI UNIVERSITY)</a:t>
            </a:r>
            <a:endParaRPr b="1">
              <a:solidFill>
                <a:srgbClr val="FFFFFF"/>
              </a:solidFill>
              <a:latin typeface="Montserrat"/>
              <a:ea typeface="Montserrat"/>
              <a:cs typeface="Montserrat"/>
              <a:sym typeface="Montserrat"/>
            </a:endParaRPr>
          </a:p>
          <a:p>
            <a:pPr marL="0" lvl="0" indent="0" algn="ctr" rtl="0">
              <a:spcBef>
                <a:spcPts val="0"/>
              </a:spcBef>
              <a:spcAft>
                <a:spcPts val="0"/>
              </a:spcAft>
              <a:buNone/>
            </a:pPr>
            <a:r>
              <a:rPr lang="en">
                <a:solidFill>
                  <a:srgbClr val="FFFFFF"/>
                </a:solidFill>
                <a:latin typeface="Montserrat"/>
                <a:ea typeface="Montserrat"/>
                <a:cs typeface="Montserrat"/>
                <a:sym typeface="Montserrat"/>
              </a:rPr>
              <a:t>Department of Computer Engineering</a:t>
            </a:r>
            <a:endParaRPr>
              <a:solidFill>
                <a:srgbClr val="FFFFFF"/>
              </a:solidFill>
              <a:latin typeface="Montserrat"/>
              <a:ea typeface="Montserrat"/>
              <a:cs typeface="Montserrat"/>
              <a:sym typeface="Montserrat"/>
            </a:endParaRPr>
          </a:p>
          <a:p>
            <a:pPr marL="0" lvl="0" indent="0" algn="l" rtl="0">
              <a:spcBef>
                <a:spcPts val="0"/>
              </a:spcBef>
              <a:spcAft>
                <a:spcPts val="0"/>
              </a:spcAft>
              <a:buNone/>
            </a:pPr>
            <a:endParaRPr b="1">
              <a:solidFill>
                <a:srgbClr val="FFFFFF"/>
              </a:solidFill>
              <a:latin typeface="Montserrat"/>
              <a:ea typeface="Montserrat"/>
              <a:cs typeface="Montserrat"/>
              <a:sym typeface="Montserrat"/>
            </a:endParaRPr>
          </a:p>
        </p:txBody>
      </p:sp>
      <p:pic>
        <p:nvPicPr>
          <p:cNvPr id="438" name="Google Shape;438;p24"/>
          <p:cNvPicPr preferRelativeResize="0"/>
          <p:nvPr/>
        </p:nvPicPr>
        <p:blipFill>
          <a:blip r:embed="rId4">
            <a:alphaModFix/>
          </a:blip>
          <a:stretch>
            <a:fillRect/>
          </a:stretch>
        </p:blipFill>
        <p:spPr>
          <a:xfrm>
            <a:off x="545775" y="310225"/>
            <a:ext cx="1483875" cy="1483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5"/>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FFFFFF"/>
                </a:solidFill>
                <a:latin typeface="Share Tech"/>
                <a:ea typeface="Share Tech"/>
                <a:cs typeface="Share Tech"/>
                <a:sym typeface="Share Tech"/>
              </a:rPr>
              <a:t>About The Company</a:t>
            </a:r>
            <a:endParaRPr sz="2800">
              <a:solidFill>
                <a:srgbClr val="FFFFFF"/>
              </a:solidFill>
              <a:latin typeface="Share Tech"/>
              <a:ea typeface="Share Tech"/>
              <a:cs typeface="Share Tech"/>
              <a:sym typeface="Share Tech"/>
            </a:endParaRPr>
          </a:p>
        </p:txBody>
      </p:sp>
      <p:sp>
        <p:nvSpPr>
          <p:cNvPr id="444" name="Google Shape;444;p25"/>
          <p:cNvSpPr txBo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A Company dealing in the financial markets for various asset classes / derivatives . Established in 1970 . </a:t>
            </a:r>
            <a:endParaRPr sz="1200">
              <a:solidFill>
                <a:srgbClr val="FFFFFF"/>
              </a:solidFill>
              <a:latin typeface="Maven Pro"/>
              <a:ea typeface="Maven Pro"/>
              <a:cs typeface="Maven Pro"/>
              <a:sym typeface="Maven Pro"/>
            </a:endParaRPr>
          </a:p>
          <a:p>
            <a:pPr marL="457200" lvl="0" indent="-304800" algn="l" rtl="0">
              <a:lnSpc>
                <a:spcPct val="115000"/>
              </a:lnSpc>
              <a:spcBef>
                <a:spcPts val="160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There are multiple teams , that support and develop applications to facilitate the company’s business in these domains .</a:t>
            </a:r>
            <a:endParaRPr sz="1200">
              <a:solidFill>
                <a:srgbClr val="FFFFFF"/>
              </a:solidFill>
              <a:latin typeface="Maven Pro"/>
              <a:ea typeface="Maven Pro"/>
              <a:cs typeface="Maven Pro"/>
              <a:sym typeface="Maven Pro"/>
            </a:endParaRPr>
          </a:p>
          <a:p>
            <a:pPr marL="457200" lvl="0" indent="-304800" algn="l" rtl="0">
              <a:lnSpc>
                <a:spcPct val="115000"/>
              </a:lnSpc>
              <a:spcBef>
                <a:spcPts val="160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To consistently deliver actionable ideas through differentiated and in depth understanding of businesses, indicate market trends through Derivatives and strive to highlight critical variables first in the market all in pursuit of the benefit of our clients.</a:t>
            </a:r>
            <a:endParaRPr sz="1200">
              <a:solidFill>
                <a:srgbClr val="FFFFFF"/>
              </a:solidFill>
              <a:latin typeface="Maven Pro"/>
              <a:ea typeface="Maven Pro"/>
              <a:cs typeface="Maven Pro"/>
              <a:sym typeface="Maven Pro"/>
            </a:endParaRPr>
          </a:p>
          <a:p>
            <a:pPr marL="457200" lvl="0" indent="-304800" algn="l" rtl="0">
              <a:lnSpc>
                <a:spcPct val="115000"/>
              </a:lnSpc>
              <a:spcBef>
                <a:spcPts val="160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Note : You don’t need any financial knowledge about markets , although it’s good to have , it’s not necessary . </a:t>
            </a:r>
            <a:endParaRPr sz="1200">
              <a:solidFill>
                <a:srgbClr val="FFFFFF"/>
              </a:solidFill>
              <a:latin typeface="Maven Pro"/>
              <a:ea typeface="Maven Pro"/>
              <a:cs typeface="Maven Pro"/>
              <a:sym typeface="Maven Pro"/>
            </a:endParaRPr>
          </a:p>
          <a:p>
            <a:pPr marL="457200" lvl="0" indent="-304800" algn="l" rtl="0">
              <a:lnSpc>
                <a:spcPct val="115000"/>
              </a:lnSpc>
              <a:spcBef>
                <a:spcPts val="160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The company’s values are as follows :- </a:t>
            </a:r>
            <a:endParaRPr sz="1200">
              <a:solidFill>
                <a:srgbClr val="FFFFFF"/>
              </a:solidFill>
              <a:latin typeface="Maven Pro"/>
              <a:ea typeface="Maven Pro"/>
              <a:cs typeface="Maven Pro"/>
              <a:sym typeface="Maven Pro"/>
            </a:endParaRPr>
          </a:p>
          <a:p>
            <a:pPr marL="457200" lvl="0" indent="0" algn="l" rtl="0">
              <a:lnSpc>
                <a:spcPct val="115000"/>
              </a:lnSpc>
              <a:spcBef>
                <a:spcPts val="1600"/>
              </a:spcBef>
              <a:spcAft>
                <a:spcPts val="0"/>
              </a:spcAft>
              <a:buNone/>
            </a:pPr>
            <a:r>
              <a:rPr lang="en" sz="1800">
                <a:solidFill>
                  <a:srgbClr val="FFFFFF"/>
                </a:solidFill>
                <a:highlight>
                  <a:srgbClr val="1155CC"/>
                </a:highlight>
                <a:latin typeface="Maven Pro"/>
                <a:ea typeface="Maven Pro"/>
                <a:cs typeface="Maven Pro"/>
                <a:sym typeface="Maven Pro"/>
              </a:rPr>
              <a:t>Trading  </a:t>
            </a:r>
            <a:r>
              <a:rPr lang="en" sz="1800">
                <a:solidFill>
                  <a:srgbClr val="002845"/>
                </a:solidFill>
                <a:highlight>
                  <a:srgbClr val="F9CB9C"/>
                </a:highlight>
                <a:latin typeface="Maven Pro"/>
                <a:ea typeface="Maven Pro"/>
                <a:cs typeface="Maven Pro"/>
                <a:sym typeface="Maven Pro"/>
              </a:rPr>
              <a:t>Sophisticated Technology </a:t>
            </a:r>
            <a:r>
              <a:rPr lang="en" sz="1800">
                <a:solidFill>
                  <a:srgbClr val="FFFFFF"/>
                </a:solidFill>
                <a:highlight>
                  <a:srgbClr val="134F5C"/>
                </a:highlight>
                <a:latin typeface="Maven Pro"/>
                <a:ea typeface="Maven Pro"/>
                <a:cs typeface="Maven Pro"/>
                <a:sym typeface="Maven Pro"/>
              </a:rPr>
              <a:t>Talent  </a:t>
            </a:r>
            <a:r>
              <a:rPr lang="en" sz="1800">
                <a:solidFill>
                  <a:srgbClr val="002845"/>
                </a:solidFill>
                <a:highlight>
                  <a:srgbClr val="D5A6BD"/>
                </a:highlight>
                <a:latin typeface="Maven Pro"/>
                <a:ea typeface="Maven Pro"/>
                <a:cs typeface="Maven Pro"/>
                <a:sym typeface="Maven Pro"/>
              </a:rPr>
              <a:t> Strategic  </a:t>
            </a:r>
            <a:endParaRPr sz="1800">
              <a:solidFill>
                <a:srgbClr val="002845"/>
              </a:solidFill>
              <a:highlight>
                <a:srgbClr val="EA9999"/>
              </a:highlight>
              <a:latin typeface="Maven Pro"/>
              <a:ea typeface="Maven Pro"/>
              <a:cs typeface="Maven Pro"/>
              <a:sym typeface="Maven Pr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6"/>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FFFFFF"/>
                </a:solidFill>
                <a:latin typeface="Share Tech"/>
                <a:ea typeface="Share Tech"/>
                <a:cs typeface="Share Tech"/>
                <a:sym typeface="Share Tech"/>
              </a:rPr>
              <a:t>Placement Drive Company Details</a:t>
            </a:r>
            <a:endParaRPr sz="2800">
              <a:solidFill>
                <a:srgbClr val="FFFFFF"/>
              </a:solidFill>
              <a:latin typeface="Share Tech"/>
              <a:ea typeface="Share Tech"/>
              <a:cs typeface="Share Tech"/>
              <a:sym typeface="Share Tech"/>
            </a:endParaRPr>
          </a:p>
        </p:txBody>
      </p:sp>
      <p:sp>
        <p:nvSpPr>
          <p:cNvPr id="450" name="Google Shape;450;p26"/>
          <p:cNvSpPr txBo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1" indent="-317500" algn="l" rtl="0">
              <a:lnSpc>
                <a:spcPct val="115000"/>
              </a:lnSpc>
              <a:spcBef>
                <a:spcPts val="0"/>
              </a:spcBef>
              <a:spcAft>
                <a:spcPts val="0"/>
              </a:spcAft>
              <a:buClr>
                <a:srgbClr val="B7B7B7"/>
              </a:buClr>
              <a:buSzPts val="1400"/>
              <a:buFont typeface="Maven Pro"/>
              <a:buAutoNum type="alphaLcPeriod"/>
            </a:pPr>
            <a:r>
              <a:rPr lang="en" dirty="0">
                <a:solidFill>
                  <a:srgbClr val="B7B7B7"/>
                </a:solidFill>
                <a:latin typeface="Maven Pro"/>
                <a:ea typeface="Maven Pro"/>
                <a:cs typeface="Maven Pro"/>
                <a:sym typeface="Maven Pro"/>
              </a:rPr>
              <a:t>Name of the Company: Dolat Capital</a:t>
            </a:r>
            <a:endParaRPr dirty="0">
              <a:solidFill>
                <a:srgbClr val="B7B7B7"/>
              </a:solidFill>
              <a:latin typeface="Maven Pro"/>
              <a:ea typeface="Maven Pro"/>
              <a:cs typeface="Maven Pro"/>
              <a:sym typeface="Maven Pro"/>
            </a:endParaRPr>
          </a:p>
          <a:p>
            <a:pPr marL="457200" lvl="1" indent="-317500" algn="l" rtl="0">
              <a:lnSpc>
                <a:spcPct val="115000"/>
              </a:lnSpc>
              <a:spcBef>
                <a:spcPts val="0"/>
              </a:spcBef>
              <a:spcAft>
                <a:spcPts val="0"/>
              </a:spcAft>
              <a:buClr>
                <a:srgbClr val="B7B7B7"/>
              </a:buClr>
              <a:buSzPts val="1400"/>
              <a:buFont typeface="Maven Pro"/>
              <a:buAutoNum type="alphaLcPeriod"/>
            </a:pPr>
            <a:r>
              <a:rPr lang="en" dirty="0">
                <a:solidFill>
                  <a:srgbClr val="B7B7B7"/>
                </a:solidFill>
                <a:latin typeface="Maven Pro"/>
                <a:ea typeface="Maven Pro"/>
                <a:cs typeface="Maven Pro"/>
                <a:sym typeface="Maven Pro"/>
              </a:rPr>
              <a:t>Company Status: Dream</a:t>
            </a:r>
            <a:endParaRPr dirty="0">
              <a:solidFill>
                <a:srgbClr val="B7B7B7"/>
              </a:solidFill>
              <a:latin typeface="Maven Pro"/>
              <a:ea typeface="Maven Pro"/>
              <a:cs typeface="Maven Pro"/>
              <a:sym typeface="Maven Pro"/>
            </a:endParaRPr>
          </a:p>
          <a:p>
            <a:pPr marL="457200" lvl="1" indent="-317500" algn="l" rtl="0">
              <a:lnSpc>
                <a:spcPct val="115000"/>
              </a:lnSpc>
              <a:spcBef>
                <a:spcPts val="0"/>
              </a:spcBef>
              <a:spcAft>
                <a:spcPts val="0"/>
              </a:spcAft>
              <a:buClr>
                <a:srgbClr val="B7B7B7"/>
              </a:buClr>
              <a:buSzPts val="1400"/>
              <a:buFont typeface="Maven Pro"/>
              <a:buAutoNum type="alphaLcPeriod"/>
            </a:pPr>
            <a:r>
              <a:rPr lang="en" dirty="0">
                <a:solidFill>
                  <a:srgbClr val="B7B7B7"/>
                </a:solidFill>
                <a:latin typeface="Maven Pro"/>
                <a:ea typeface="Maven Pro"/>
                <a:cs typeface="Maven Pro"/>
                <a:sym typeface="Maven Pro"/>
              </a:rPr>
              <a:t>Date of drive: 26th July and 27th July</a:t>
            </a:r>
            <a:endParaRPr dirty="0">
              <a:solidFill>
                <a:srgbClr val="B7B7B7"/>
              </a:solidFill>
              <a:latin typeface="Maven Pro"/>
              <a:ea typeface="Maven Pro"/>
              <a:cs typeface="Maven Pro"/>
              <a:sym typeface="Maven Pro"/>
            </a:endParaRPr>
          </a:p>
          <a:p>
            <a:pPr marL="457200" lvl="1" indent="-317500" algn="l" rtl="0">
              <a:lnSpc>
                <a:spcPct val="115000"/>
              </a:lnSpc>
              <a:spcBef>
                <a:spcPts val="0"/>
              </a:spcBef>
              <a:spcAft>
                <a:spcPts val="0"/>
              </a:spcAft>
              <a:buClr>
                <a:srgbClr val="B7B7B7"/>
              </a:buClr>
              <a:buSzPts val="1400"/>
              <a:buFont typeface="Maven Pro"/>
              <a:buAutoNum type="alphaLcPeriod"/>
            </a:pPr>
            <a:r>
              <a:rPr lang="en" dirty="0">
                <a:solidFill>
                  <a:srgbClr val="B7B7B7"/>
                </a:solidFill>
                <a:latin typeface="Maven Pro"/>
                <a:ea typeface="Maven Pro"/>
                <a:cs typeface="Maven Pro"/>
                <a:sym typeface="Maven Pro"/>
              </a:rPr>
              <a:t>Branches Eligible: BE (CMPN and INFT)</a:t>
            </a:r>
            <a:endParaRPr dirty="0">
              <a:solidFill>
                <a:srgbClr val="B7B7B7"/>
              </a:solidFill>
              <a:latin typeface="Maven Pro"/>
              <a:ea typeface="Maven Pro"/>
              <a:cs typeface="Maven Pro"/>
              <a:sym typeface="Maven Pro"/>
            </a:endParaRPr>
          </a:p>
          <a:p>
            <a:pPr marL="457200" lvl="1" indent="-317500" algn="l" rtl="0">
              <a:lnSpc>
                <a:spcPct val="115000"/>
              </a:lnSpc>
              <a:spcBef>
                <a:spcPts val="0"/>
              </a:spcBef>
              <a:spcAft>
                <a:spcPts val="0"/>
              </a:spcAft>
              <a:buClr>
                <a:srgbClr val="B7B7B7"/>
              </a:buClr>
              <a:buSzPts val="1400"/>
              <a:buFont typeface="Maven Pro"/>
              <a:buAutoNum type="alphaLcPeriod"/>
            </a:pPr>
            <a:r>
              <a:rPr lang="en" dirty="0">
                <a:solidFill>
                  <a:srgbClr val="B7B7B7"/>
                </a:solidFill>
                <a:latin typeface="Maven Pro"/>
                <a:ea typeface="Maven Pro"/>
                <a:cs typeface="Maven Pro"/>
                <a:sym typeface="Maven Pro"/>
              </a:rPr>
              <a:t>Salary offered: 14.5 lpa CTC</a:t>
            </a:r>
            <a:endParaRPr dirty="0">
              <a:solidFill>
                <a:srgbClr val="B7B7B7"/>
              </a:solidFill>
              <a:latin typeface="Maven Pro"/>
              <a:ea typeface="Maven Pro"/>
              <a:cs typeface="Maven Pro"/>
              <a:sym typeface="Maven Pro"/>
            </a:endParaRPr>
          </a:p>
          <a:p>
            <a:pPr marL="457200" lvl="1" indent="-317500" algn="l" rtl="0">
              <a:lnSpc>
                <a:spcPct val="115000"/>
              </a:lnSpc>
              <a:spcBef>
                <a:spcPts val="0"/>
              </a:spcBef>
              <a:spcAft>
                <a:spcPts val="0"/>
              </a:spcAft>
              <a:buClr>
                <a:srgbClr val="B7B7B7"/>
              </a:buClr>
              <a:buSzPts val="1400"/>
              <a:buFont typeface="Maven Pro"/>
              <a:buAutoNum type="alphaLcPeriod"/>
            </a:pPr>
            <a:r>
              <a:rPr lang="en" dirty="0">
                <a:solidFill>
                  <a:srgbClr val="B7B7B7"/>
                </a:solidFill>
                <a:latin typeface="Maven Pro"/>
                <a:ea typeface="Maven Pro"/>
                <a:cs typeface="Maven Pro"/>
                <a:sym typeface="Maven Pro"/>
              </a:rPr>
              <a:t>Role: Strategic Developer ( </a:t>
            </a:r>
            <a:r>
              <a:rPr lang="en" u="sng" dirty="0">
                <a:solidFill>
                  <a:schemeClr val="hlink"/>
                </a:solidFill>
                <a:latin typeface="Maven Pro"/>
                <a:ea typeface="Maven Pro"/>
                <a:cs typeface="Maven Pro"/>
                <a:sym typeface="Maven Pro"/>
                <a:hlinkClick r:id="rId3"/>
              </a:rPr>
              <a:t>Job Description</a:t>
            </a:r>
            <a:r>
              <a:rPr lang="en" dirty="0">
                <a:solidFill>
                  <a:srgbClr val="B7B7B7"/>
                </a:solidFill>
                <a:latin typeface="Maven Pro"/>
                <a:ea typeface="Maven Pro"/>
                <a:cs typeface="Maven Pro"/>
                <a:sym typeface="Maven Pro"/>
              </a:rPr>
              <a:t>) </a:t>
            </a:r>
            <a:endParaRPr dirty="0">
              <a:solidFill>
                <a:srgbClr val="B7B7B7"/>
              </a:solidFill>
              <a:latin typeface="Maven Pro"/>
              <a:ea typeface="Maven Pro"/>
              <a:cs typeface="Maven Pro"/>
              <a:sym typeface="Maven Pro"/>
            </a:endParaRPr>
          </a:p>
          <a:p>
            <a:pPr marL="457200" lvl="1" indent="-317500" algn="l" rtl="0">
              <a:lnSpc>
                <a:spcPct val="115000"/>
              </a:lnSpc>
              <a:spcBef>
                <a:spcPts val="0"/>
              </a:spcBef>
              <a:spcAft>
                <a:spcPts val="0"/>
              </a:spcAft>
              <a:buClr>
                <a:srgbClr val="B7B7B7"/>
              </a:buClr>
              <a:buSzPts val="1400"/>
              <a:buFont typeface="Maven Pro"/>
              <a:buAutoNum type="alphaLcPeriod"/>
            </a:pPr>
            <a:r>
              <a:rPr lang="en" dirty="0">
                <a:solidFill>
                  <a:srgbClr val="B7B7B7"/>
                </a:solidFill>
                <a:latin typeface="Maven Pro"/>
                <a:ea typeface="Maven Pro"/>
                <a:cs typeface="Maven Pro"/>
                <a:sym typeface="Maven Pro"/>
              </a:rPr>
              <a:t>Eligibility Criteria</a:t>
            </a:r>
            <a:endParaRPr dirty="0">
              <a:solidFill>
                <a:srgbClr val="B7B7B7"/>
              </a:solidFill>
              <a:latin typeface="Maven Pro"/>
              <a:ea typeface="Maven Pro"/>
              <a:cs typeface="Maven Pro"/>
              <a:sym typeface="Maven Pro"/>
            </a:endParaRPr>
          </a:p>
          <a:p>
            <a:pPr marL="1371600" lvl="2" indent="-317500" algn="l" rtl="0">
              <a:lnSpc>
                <a:spcPct val="115000"/>
              </a:lnSpc>
              <a:spcBef>
                <a:spcPts val="0"/>
              </a:spcBef>
              <a:spcAft>
                <a:spcPts val="0"/>
              </a:spcAft>
              <a:buClr>
                <a:srgbClr val="B7B7B7"/>
              </a:buClr>
              <a:buSzPts val="1400"/>
              <a:buFont typeface="Maven Pro"/>
              <a:buAutoNum type="romanLcPeriod"/>
            </a:pPr>
            <a:r>
              <a:rPr lang="en" dirty="0">
                <a:solidFill>
                  <a:srgbClr val="B7B7B7"/>
                </a:solidFill>
                <a:latin typeface="Maven Pro"/>
                <a:ea typeface="Maven Pro"/>
                <a:cs typeface="Maven Pro"/>
                <a:sym typeface="Maven Pro"/>
              </a:rPr>
              <a:t>BE (CMPN and INFT)</a:t>
            </a:r>
            <a:endParaRPr dirty="0">
              <a:solidFill>
                <a:srgbClr val="B7B7B7"/>
              </a:solidFill>
              <a:latin typeface="Maven Pro"/>
              <a:ea typeface="Maven Pro"/>
              <a:cs typeface="Maven Pro"/>
              <a:sym typeface="Maven Pro"/>
            </a:endParaRPr>
          </a:p>
          <a:p>
            <a:pPr marL="1371600" lvl="2" indent="-317500" algn="l" rtl="0">
              <a:lnSpc>
                <a:spcPct val="115000"/>
              </a:lnSpc>
              <a:spcBef>
                <a:spcPts val="0"/>
              </a:spcBef>
              <a:spcAft>
                <a:spcPts val="0"/>
              </a:spcAft>
              <a:buClr>
                <a:srgbClr val="B7B7B7"/>
              </a:buClr>
              <a:buSzPts val="1400"/>
              <a:buFont typeface="Maven Pro"/>
              <a:buAutoNum type="romanLcPeriod"/>
            </a:pPr>
            <a:r>
              <a:rPr lang="en" dirty="0">
                <a:solidFill>
                  <a:srgbClr val="B7B7B7"/>
                </a:solidFill>
                <a:latin typeface="Maven Pro"/>
                <a:ea typeface="Maven Pro"/>
                <a:cs typeface="Maven Pro"/>
                <a:sym typeface="Maven Pro"/>
              </a:rPr>
              <a:t>Aggregate CGPA above 7</a:t>
            </a:r>
            <a:endParaRPr dirty="0">
              <a:solidFill>
                <a:srgbClr val="B7B7B7"/>
              </a:solidFill>
              <a:latin typeface="Maven Pro"/>
              <a:ea typeface="Maven Pro"/>
              <a:cs typeface="Maven Pro"/>
              <a:sym typeface="Maven Pro"/>
            </a:endParaRPr>
          </a:p>
          <a:p>
            <a:pPr marL="1371600" lvl="2" indent="-317500" algn="l" rtl="0">
              <a:lnSpc>
                <a:spcPct val="115000"/>
              </a:lnSpc>
              <a:spcBef>
                <a:spcPts val="0"/>
              </a:spcBef>
              <a:spcAft>
                <a:spcPts val="0"/>
              </a:spcAft>
              <a:buClr>
                <a:srgbClr val="B7B7B7"/>
              </a:buClr>
              <a:buSzPts val="1400"/>
              <a:buFont typeface="Maven Pro"/>
              <a:buAutoNum type="romanLcPeriod"/>
            </a:pPr>
            <a:r>
              <a:rPr lang="en" dirty="0">
                <a:solidFill>
                  <a:srgbClr val="B7B7B7"/>
                </a:solidFill>
                <a:latin typeface="Maven Pro"/>
                <a:ea typeface="Maven Pro"/>
                <a:cs typeface="Maven Pro"/>
                <a:sym typeface="Maven Pro"/>
              </a:rPr>
              <a:t>Min 65% in 12th/diploma</a:t>
            </a:r>
            <a:endParaRPr dirty="0">
              <a:solidFill>
                <a:srgbClr val="B7B7B7"/>
              </a:solidFill>
              <a:latin typeface="Maven Pro"/>
              <a:ea typeface="Maven Pro"/>
              <a:cs typeface="Maven Pro"/>
              <a:sym typeface="Maven Pro"/>
            </a:endParaRPr>
          </a:p>
          <a:p>
            <a:pPr marL="1371600" lvl="2" indent="-317500" algn="l" rtl="0">
              <a:lnSpc>
                <a:spcPct val="115000"/>
              </a:lnSpc>
              <a:spcBef>
                <a:spcPts val="0"/>
              </a:spcBef>
              <a:spcAft>
                <a:spcPts val="0"/>
              </a:spcAft>
              <a:buClr>
                <a:srgbClr val="B7B7B7"/>
              </a:buClr>
              <a:buSzPts val="1400"/>
              <a:buFont typeface="Maven Pro"/>
              <a:buAutoNum type="romanLcPeriod"/>
            </a:pPr>
            <a:r>
              <a:rPr lang="en" dirty="0">
                <a:solidFill>
                  <a:srgbClr val="B7B7B7"/>
                </a:solidFill>
                <a:latin typeface="Maven Pro"/>
                <a:ea typeface="Maven Pro"/>
                <a:cs typeface="Maven Pro"/>
                <a:sym typeface="Maven Pro"/>
              </a:rPr>
              <a:t>Min 65% in 10th</a:t>
            </a:r>
            <a:endParaRPr dirty="0">
              <a:solidFill>
                <a:srgbClr val="B7B7B7"/>
              </a:solidFill>
              <a:latin typeface="Maven Pro"/>
              <a:ea typeface="Maven Pro"/>
              <a:cs typeface="Maven Pro"/>
              <a:sym typeface="Maven Pro"/>
            </a:endParaRPr>
          </a:p>
          <a:p>
            <a:pPr marL="1371600" lvl="2" indent="-317500" algn="l" rtl="0">
              <a:lnSpc>
                <a:spcPct val="115000"/>
              </a:lnSpc>
              <a:spcBef>
                <a:spcPts val="0"/>
              </a:spcBef>
              <a:spcAft>
                <a:spcPts val="0"/>
              </a:spcAft>
              <a:buClr>
                <a:srgbClr val="B7B7B7"/>
              </a:buClr>
              <a:buSzPts val="1400"/>
              <a:buFont typeface="Maven Pro"/>
              <a:buAutoNum type="romanLcPeriod"/>
            </a:pPr>
            <a:r>
              <a:rPr lang="en" dirty="0">
                <a:solidFill>
                  <a:srgbClr val="B7B7B7"/>
                </a:solidFill>
                <a:latin typeface="Maven Pro"/>
                <a:ea typeface="Maven Pro"/>
                <a:cs typeface="Maven Pro"/>
                <a:sym typeface="Maven Pro"/>
              </a:rPr>
              <a:t>No Live KT</a:t>
            </a:r>
            <a:endParaRPr dirty="0">
              <a:solidFill>
                <a:srgbClr val="B7B7B7"/>
              </a:solidFill>
              <a:latin typeface="Maven Pro"/>
              <a:ea typeface="Maven Pro"/>
              <a:cs typeface="Maven Pro"/>
              <a:sym typeface="Maven Pro"/>
            </a:endParaRPr>
          </a:p>
          <a:p>
            <a:pPr marL="1371600" lvl="2" indent="-317500" algn="l" rtl="0">
              <a:lnSpc>
                <a:spcPct val="115000"/>
              </a:lnSpc>
              <a:spcBef>
                <a:spcPts val="0"/>
              </a:spcBef>
              <a:spcAft>
                <a:spcPts val="0"/>
              </a:spcAft>
              <a:buClr>
                <a:srgbClr val="B7B7B7"/>
              </a:buClr>
              <a:buSzPts val="1400"/>
              <a:buFont typeface="Maven Pro"/>
              <a:buAutoNum type="romanLcPeriod"/>
            </a:pPr>
            <a:r>
              <a:rPr lang="en" dirty="0">
                <a:solidFill>
                  <a:srgbClr val="B7B7B7"/>
                </a:solidFill>
                <a:latin typeface="Maven Pro"/>
                <a:ea typeface="Maven Pro"/>
                <a:cs typeface="Maven Pro"/>
                <a:sym typeface="Maven Pro"/>
              </a:rPr>
              <a:t>Around (120) students were eligible for further Forcepoint Placement Drive Processes.</a:t>
            </a:r>
            <a:endParaRPr dirty="0">
              <a:solidFill>
                <a:srgbClr val="B7B7B7"/>
              </a:solidFill>
              <a:latin typeface="Maven Pro"/>
              <a:ea typeface="Maven Pro"/>
              <a:cs typeface="Maven Pro"/>
              <a:sym typeface="Maven Pro"/>
            </a:endParaRPr>
          </a:p>
          <a:p>
            <a:pPr marL="0" lvl="0" indent="0" algn="l" rtl="0">
              <a:lnSpc>
                <a:spcPct val="115000"/>
              </a:lnSpc>
              <a:spcBef>
                <a:spcPts val="0"/>
              </a:spcBef>
              <a:spcAft>
                <a:spcPts val="1600"/>
              </a:spcAft>
              <a:buNone/>
            </a:pPr>
            <a:endParaRPr dirty="0">
              <a:solidFill>
                <a:srgbClr val="B7B7B7"/>
              </a:solidFill>
              <a:latin typeface="Maven Pro"/>
              <a:ea typeface="Maven Pro"/>
              <a:cs typeface="Maven Pro"/>
              <a:sym typeface="Maven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cxnSp>
        <p:nvCxnSpPr>
          <p:cNvPr id="455" name="Google Shape;455;p27"/>
          <p:cNvCxnSpPr/>
          <p:nvPr/>
        </p:nvCxnSpPr>
        <p:spPr>
          <a:xfrm>
            <a:off x="1551088" y="2404550"/>
            <a:ext cx="0" cy="455100"/>
          </a:xfrm>
          <a:prstGeom prst="straightConnector1">
            <a:avLst/>
          </a:prstGeom>
          <a:noFill/>
          <a:ln w="19050" cap="flat" cmpd="sng">
            <a:solidFill>
              <a:srgbClr val="FFD6E1"/>
            </a:solidFill>
            <a:prstDash val="solid"/>
            <a:round/>
            <a:headEnd type="none" w="med" len="med"/>
            <a:tailEnd type="none" w="med" len="med"/>
          </a:ln>
        </p:spPr>
      </p:cxnSp>
      <p:cxnSp>
        <p:nvCxnSpPr>
          <p:cNvPr id="456" name="Google Shape;456;p27"/>
          <p:cNvCxnSpPr/>
          <p:nvPr/>
        </p:nvCxnSpPr>
        <p:spPr>
          <a:xfrm>
            <a:off x="3587838" y="2976550"/>
            <a:ext cx="0" cy="455100"/>
          </a:xfrm>
          <a:prstGeom prst="straightConnector1">
            <a:avLst/>
          </a:prstGeom>
          <a:noFill/>
          <a:ln w="19050" cap="flat" cmpd="sng">
            <a:solidFill>
              <a:srgbClr val="FFD6E1"/>
            </a:solidFill>
            <a:prstDash val="solid"/>
            <a:round/>
            <a:headEnd type="none" w="med" len="med"/>
            <a:tailEnd type="none" w="med" len="med"/>
          </a:ln>
        </p:spPr>
      </p:cxnSp>
      <p:cxnSp>
        <p:nvCxnSpPr>
          <p:cNvPr id="457" name="Google Shape;457;p27"/>
          <p:cNvCxnSpPr/>
          <p:nvPr/>
        </p:nvCxnSpPr>
        <p:spPr>
          <a:xfrm>
            <a:off x="5624588" y="2404550"/>
            <a:ext cx="0" cy="455100"/>
          </a:xfrm>
          <a:prstGeom prst="straightConnector1">
            <a:avLst/>
          </a:prstGeom>
          <a:noFill/>
          <a:ln w="19050" cap="flat" cmpd="sng">
            <a:solidFill>
              <a:srgbClr val="FFD6E1"/>
            </a:solidFill>
            <a:prstDash val="solid"/>
            <a:round/>
            <a:headEnd type="none" w="med" len="med"/>
            <a:tailEnd type="none" w="med" len="med"/>
          </a:ln>
        </p:spPr>
      </p:cxnSp>
      <p:cxnSp>
        <p:nvCxnSpPr>
          <p:cNvPr id="458" name="Google Shape;458;p27"/>
          <p:cNvCxnSpPr/>
          <p:nvPr/>
        </p:nvCxnSpPr>
        <p:spPr>
          <a:xfrm>
            <a:off x="7661338" y="2976550"/>
            <a:ext cx="0" cy="455100"/>
          </a:xfrm>
          <a:prstGeom prst="straightConnector1">
            <a:avLst/>
          </a:prstGeom>
          <a:noFill/>
          <a:ln w="19050" cap="flat" cmpd="sng">
            <a:solidFill>
              <a:srgbClr val="FFD6E1"/>
            </a:solidFill>
            <a:prstDash val="solid"/>
            <a:round/>
            <a:headEnd type="none" w="med" len="med"/>
            <a:tailEnd type="none" w="med" len="med"/>
          </a:ln>
        </p:spPr>
      </p:cxnSp>
      <p:cxnSp>
        <p:nvCxnSpPr>
          <p:cNvPr id="459" name="Google Shape;459;p27"/>
          <p:cNvCxnSpPr/>
          <p:nvPr/>
        </p:nvCxnSpPr>
        <p:spPr>
          <a:xfrm>
            <a:off x="1034400" y="2918100"/>
            <a:ext cx="7075200" cy="0"/>
          </a:xfrm>
          <a:prstGeom prst="straightConnector1">
            <a:avLst/>
          </a:prstGeom>
          <a:noFill/>
          <a:ln w="19050" cap="flat" cmpd="sng">
            <a:solidFill>
              <a:srgbClr val="FFD6E1"/>
            </a:solidFill>
            <a:prstDash val="solid"/>
            <a:round/>
            <a:headEnd type="none" w="med" len="med"/>
            <a:tailEnd type="none" w="med" len="med"/>
          </a:ln>
        </p:spPr>
      </p:cxnSp>
      <p:grpSp>
        <p:nvGrpSpPr>
          <p:cNvPr id="460" name="Google Shape;460;p27"/>
          <p:cNvGrpSpPr/>
          <p:nvPr/>
        </p:nvGrpSpPr>
        <p:grpSpPr>
          <a:xfrm>
            <a:off x="1372725" y="2731350"/>
            <a:ext cx="373500" cy="373500"/>
            <a:chOff x="1372725" y="1912500"/>
            <a:chExt cx="373500" cy="373500"/>
          </a:xfrm>
        </p:grpSpPr>
        <p:sp>
          <p:nvSpPr>
            <p:cNvPr id="461" name="Google Shape;461;p27"/>
            <p:cNvSpPr/>
            <p:nvPr/>
          </p:nvSpPr>
          <p:spPr>
            <a:xfrm>
              <a:off x="14640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7"/>
            <p:cNvSpPr/>
            <p:nvPr/>
          </p:nvSpPr>
          <p:spPr>
            <a:xfrm>
              <a:off x="1372725" y="1912500"/>
              <a:ext cx="373500" cy="373500"/>
            </a:xfrm>
            <a:prstGeom prst="donut">
              <a:avLst>
                <a:gd name="adj" fmla="val 10193"/>
              </a:avLst>
            </a:pr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27"/>
          <p:cNvGrpSpPr/>
          <p:nvPr/>
        </p:nvGrpSpPr>
        <p:grpSpPr>
          <a:xfrm>
            <a:off x="3401092" y="2731350"/>
            <a:ext cx="373500" cy="373500"/>
            <a:chOff x="3212675" y="1912500"/>
            <a:chExt cx="373500" cy="373500"/>
          </a:xfrm>
        </p:grpSpPr>
        <p:sp>
          <p:nvSpPr>
            <p:cNvPr id="464" name="Google Shape;464;p27"/>
            <p:cNvSpPr/>
            <p:nvPr/>
          </p:nvSpPr>
          <p:spPr>
            <a:xfrm>
              <a:off x="330401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7"/>
            <p:cNvSpPr/>
            <p:nvPr/>
          </p:nvSpPr>
          <p:spPr>
            <a:xfrm>
              <a:off x="3212675" y="1912500"/>
              <a:ext cx="373500" cy="373500"/>
            </a:xfrm>
            <a:prstGeom prst="donut">
              <a:avLst>
                <a:gd name="adj" fmla="val 10193"/>
              </a:avLst>
            </a:pr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27"/>
          <p:cNvGrpSpPr/>
          <p:nvPr/>
        </p:nvGrpSpPr>
        <p:grpSpPr>
          <a:xfrm>
            <a:off x="5429458" y="2731350"/>
            <a:ext cx="373500" cy="373500"/>
            <a:chOff x="5557850" y="1912500"/>
            <a:chExt cx="373500" cy="373500"/>
          </a:xfrm>
        </p:grpSpPr>
        <p:sp>
          <p:nvSpPr>
            <p:cNvPr id="467" name="Google Shape;467;p27"/>
            <p:cNvSpPr/>
            <p:nvPr/>
          </p:nvSpPr>
          <p:spPr>
            <a:xfrm>
              <a:off x="5649188"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7"/>
            <p:cNvSpPr/>
            <p:nvPr/>
          </p:nvSpPr>
          <p:spPr>
            <a:xfrm>
              <a:off x="5557850" y="1912500"/>
              <a:ext cx="373500" cy="373500"/>
            </a:xfrm>
            <a:prstGeom prst="donut">
              <a:avLst>
                <a:gd name="adj" fmla="val 10193"/>
              </a:avLst>
            </a:pr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9" name="Google Shape;469;p27"/>
          <p:cNvGrpSpPr/>
          <p:nvPr/>
        </p:nvGrpSpPr>
        <p:grpSpPr>
          <a:xfrm>
            <a:off x="7457825" y="2731350"/>
            <a:ext cx="373500" cy="373500"/>
            <a:chOff x="7457825" y="1912500"/>
            <a:chExt cx="373500" cy="373500"/>
          </a:xfrm>
        </p:grpSpPr>
        <p:sp>
          <p:nvSpPr>
            <p:cNvPr id="470" name="Google Shape;470;p27"/>
            <p:cNvSpPr/>
            <p:nvPr/>
          </p:nvSpPr>
          <p:spPr>
            <a:xfrm>
              <a:off x="75491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7"/>
            <p:cNvSpPr/>
            <p:nvPr/>
          </p:nvSpPr>
          <p:spPr>
            <a:xfrm>
              <a:off x="7457825" y="1912500"/>
              <a:ext cx="373500" cy="373500"/>
            </a:xfrm>
            <a:prstGeom prst="donut">
              <a:avLst>
                <a:gd name="adj" fmla="val 10193"/>
              </a:avLst>
            </a:prstGeom>
            <a:solidFill>
              <a:srgbClr val="F64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2" name="Google Shape;472;p27"/>
          <p:cNvSpPr txBox="1"/>
          <p:nvPr/>
        </p:nvSpPr>
        <p:spPr>
          <a:xfrm>
            <a:off x="6720400" y="3381175"/>
            <a:ext cx="1881300" cy="619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rgbClr val="FFFFFF"/>
                </a:solidFill>
                <a:latin typeface="Share Tech"/>
                <a:ea typeface="Share Tech"/>
                <a:cs typeface="Share Tech"/>
                <a:sym typeface="Share Tech"/>
              </a:rPr>
              <a:t> HR Interview</a:t>
            </a:r>
            <a:endParaRPr sz="1800">
              <a:solidFill>
                <a:srgbClr val="FFFFFF"/>
              </a:solidFill>
              <a:latin typeface="Share Tech"/>
              <a:ea typeface="Share Tech"/>
              <a:cs typeface="Share Tech"/>
              <a:sym typeface="Share Tech"/>
            </a:endParaRPr>
          </a:p>
          <a:p>
            <a:pPr marL="0" lvl="0" indent="0" algn="ctr" rtl="0">
              <a:spcBef>
                <a:spcPts val="0"/>
              </a:spcBef>
              <a:spcAft>
                <a:spcPts val="0"/>
              </a:spcAft>
              <a:buNone/>
            </a:pPr>
            <a:r>
              <a:rPr lang="en" sz="1800">
                <a:solidFill>
                  <a:schemeClr val="lt1"/>
                </a:solidFill>
                <a:latin typeface="Share Tech"/>
                <a:ea typeface="Share Tech"/>
                <a:cs typeface="Share Tech"/>
                <a:sym typeface="Share Tech"/>
              </a:rPr>
              <a:t>(In Office)</a:t>
            </a:r>
            <a:endParaRPr sz="1800">
              <a:solidFill>
                <a:srgbClr val="FFFFFF"/>
              </a:solidFill>
              <a:latin typeface="Share Tech"/>
              <a:ea typeface="Share Tech"/>
              <a:cs typeface="Share Tech"/>
              <a:sym typeface="Share Tech"/>
            </a:endParaRPr>
          </a:p>
        </p:txBody>
      </p:sp>
      <p:sp>
        <p:nvSpPr>
          <p:cNvPr id="473" name="Google Shape;473;p27"/>
          <p:cNvSpPr txBox="1"/>
          <p:nvPr/>
        </p:nvSpPr>
        <p:spPr>
          <a:xfrm>
            <a:off x="2647200" y="3590822"/>
            <a:ext cx="1881300" cy="427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rgbClr val="FFFFFF"/>
                </a:solidFill>
                <a:latin typeface="Share Tech"/>
                <a:ea typeface="Share Tech"/>
                <a:cs typeface="Share Tech"/>
                <a:sym typeface="Share Tech"/>
              </a:rPr>
              <a:t> Coding Round</a:t>
            </a:r>
            <a:endParaRPr sz="1800">
              <a:solidFill>
                <a:srgbClr val="FFFFFF"/>
              </a:solidFill>
              <a:latin typeface="Share Tech"/>
              <a:ea typeface="Share Tech"/>
              <a:cs typeface="Share Tech"/>
              <a:sym typeface="Share Tech"/>
            </a:endParaRPr>
          </a:p>
          <a:p>
            <a:pPr marL="0" lvl="0" indent="0" algn="ctr" rtl="0">
              <a:spcBef>
                <a:spcPts val="0"/>
              </a:spcBef>
              <a:spcAft>
                <a:spcPts val="0"/>
              </a:spcAft>
              <a:buNone/>
            </a:pPr>
            <a:r>
              <a:rPr lang="en" sz="1800">
                <a:solidFill>
                  <a:srgbClr val="FFFFFF"/>
                </a:solidFill>
                <a:latin typeface="Share Tech"/>
                <a:ea typeface="Share Tech"/>
                <a:cs typeface="Share Tech"/>
                <a:sym typeface="Share Tech"/>
              </a:rPr>
              <a:t>(On Campus)</a:t>
            </a:r>
            <a:endParaRPr sz="1800">
              <a:solidFill>
                <a:srgbClr val="FFFFFF"/>
              </a:solidFill>
              <a:latin typeface="Share Tech"/>
              <a:ea typeface="Share Tech"/>
              <a:cs typeface="Share Tech"/>
              <a:sym typeface="Share Tech"/>
            </a:endParaRPr>
          </a:p>
        </p:txBody>
      </p:sp>
      <p:sp>
        <p:nvSpPr>
          <p:cNvPr id="474" name="Google Shape;474;p27"/>
          <p:cNvSpPr txBox="1"/>
          <p:nvPr/>
        </p:nvSpPr>
        <p:spPr>
          <a:xfrm>
            <a:off x="4683938" y="1566088"/>
            <a:ext cx="1881300" cy="42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FFFF"/>
                </a:solidFill>
                <a:latin typeface="Share Tech"/>
                <a:ea typeface="Share Tech"/>
                <a:cs typeface="Share Tech"/>
                <a:sym typeface="Share Tech"/>
              </a:rPr>
              <a:t>Technical Interview</a:t>
            </a:r>
            <a:endParaRPr sz="1800">
              <a:solidFill>
                <a:srgbClr val="FFFFFF"/>
              </a:solidFill>
              <a:latin typeface="Share Tech"/>
              <a:ea typeface="Share Tech"/>
              <a:cs typeface="Share Tech"/>
              <a:sym typeface="Share Tech"/>
            </a:endParaRPr>
          </a:p>
          <a:p>
            <a:pPr marL="0" lvl="0" indent="0" algn="ctr" rtl="0">
              <a:spcBef>
                <a:spcPts val="0"/>
              </a:spcBef>
              <a:spcAft>
                <a:spcPts val="0"/>
              </a:spcAft>
              <a:buNone/>
            </a:pPr>
            <a:r>
              <a:rPr lang="en" sz="1800">
                <a:solidFill>
                  <a:srgbClr val="FFFFFF"/>
                </a:solidFill>
                <a:latin typeface="Share Tech"/>
                <a:ea typeface="Share Tech"/>
                <a:cs typeface="Share Tech"/>
                <a:sym typeface="Share Tech"/>
              </a:rPr>
              <a:t>(In Office)</a:t>
            </a:r>
            <a:endParaRPr sz="1800">
              <a:solidFill>
                <a:srgbClr val="FFFFFF"/>
              </a:solidFill>
              <a:latin typeface="Share Tech"/>
              <a:ea typeface="Share Tech"/>
              <a:cs typeface="Share Tech"/>
              <a:sym typeface="Share Tech"/>
            </a:endParaRPr>
          </a:p>
        </p:txBody>
      </p:sp>
      <p:sp>
        <p:nvSpPr>
          <p:cNvPr id="475" name="Google Shape;475;p27"/>
          <p:cNvSpPr txBox="1"/>
          <p:nvPr/>
        </p:nvSpPr>
        <p:spPr>
          <a:xfrm>
            <a:off x="618825" y="3509325"/>
            <a:ext cx="1881300" cy="455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00CFCC"/>
                </a:solidFill>
                <a:latin typeface="Share Tech"/>
                <a:ea typeface="Share Tech"/>
                <a:cs typeface="Share Tech"/>
                <a:sym typeface="Share Tech"/>
              </a:rPr>
              <a:t>Pre Placement drive</a:t>
            </a:r>
            <a:endParaRPr sz="2400">
              <a:solidFill>
                <a:srgbClr val="00CFCC"/>
              </a:solidFill>
              <a:latin typeface="Share Tech"/>
              <a:ea typeface="Share Tech"/>
              <a:cs typeface="Share Tech"/>
              <a:sym typeface="Share Tech"/>
            </a:endParaRPr>
          </a:p>
        </p:txBody>
      </p:sp>
      <p:sp>
        <p:nvSpPr>
          <p:cNvPr id="476" name="Google Shape;476;p27"/>
          <p:cNvSpPr txBox="1"/>
          <p:nvPr/>
        </p:nvSpPr>
        <p:spPr>
          <a:xfrm>
            <a:off x="2944650" y="2113408"/>
            <a:ext cx="1286400" cy="42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E898AC"/>
                </a:solidFill>
                <a:latin typeface="Share Tech"/>
                <a:ea typeface="Share Tech"/>
                <a:cs typeface="Share Tech"/>
                <a:sym typeface="Share Tech"/>
              </a:rPr>
              <a:t>Round 01</a:t>
            </a:r>
            <a:endParaRPr sz="2400">
              <a:solidFill>
                <a:srgbClr val="E898AC"/>
              </a:solidFill>
              <a:latin typeface="Share Tech"/>
              <a:ea typeface="Share Tech"/>
              <a:cs typeface="Share Tech"/>
              <a:sym typeface="Share Tech"/>
            </a:endParaRPr>
          </a:p>
        </p:txBody>
      </p:sp>
      <p:sp>
        <p:nvSpPr>
          <p:cNvPr id="477" name="Google Shape;477;p27"/>
          <p:cNvSpPr txBox="1"/>
          <p:nvPr/>
        </p:nvSpPr>
        <p:spPr>
          <a:xfrm>
            <a:off x="4981250" y="3533999"/>
            <a:ext cx="1286400" cy="42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FF9973"/>
                </a:solidFill>
                <a:latin typeface="Share Tech"/>
                <a:ea typeface="Share Tech"/>
                <a:cs typeface="Share Tech"/>
                <a:sym typeface="Share Tech"/>
              </a:rPr>
              <a:t>Round 02</a:t>
            </a:r>
            <a:endParaRPr sz="2400">
              <a:solidFill>
                <a:srgbClr val="FF9973"/>
              </a:solidFill>
              <a:latin typeface="Share Tech"/>
              <a:ea typeface="Share Tech"/>
              <a:cs typeface="Share Tech"/>
              <a:sym typeface="Share Tech"/>
            </a:endParaRPr>
          </a:p>
          <a:p>
            <a:pPr marL="0" lvl="0" indent="0" algn="ctr" rtl="0">
              <a:spcBef>
                <a:spcPts val="0"/>
              </a:spcBef>
              <a:spcAft>
                <a:spcPts val="0"/>
              </a:spcAft>
              <a:buNone/>
            </a:pPr>
            <a:endParaRPr sz="2400">
              <a:solidFill>
                <a:srgbClr val="FF9973"/>
              </a:solidFill>
              <a:latin typeface="Share Tech"/>
              <a:ea typeface="Share Tech"/>
              <a:cs typeface="Share Tech"/>
              <a:sym typeface="Share Tech"/>
            </a:endParaRPr>
          </a:p>
        </p:txBody>
      </p:sp>
      <p:sp>
        <p:nvSpPr>
          <p:cNvPr id="478" name="Google Shape;478;p27"/>
          <p:cNvSpPr txBox="1"/>
          <p:nvPr/>
        </p:nvSpPr>
        <p:spPr>
          <a:xfrm>
            <a:off x="7001375" y="2233923"/>
            <a:ext cx="1286400" cy="37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F64975"/>
                </a:solidFill>
                <a:latin typeface="Share Tech"/>
                <a:ea typeface="Share Tech"/>
                <a:cs typeface="Share Tech"/>
                <a:sym typeface="Share Tech"/>
              </a:rPr>
              <a:t>Round 03</a:t>
            </a:r>
            <a:endParaRPr sz="2400">
              <a:solidFill>
                <a:srgbClr val="F64975"/>
              </a:solidFill>
              <a:latin typeface="Share Tech"/>
              <a:ea typeface="Share Tech"/>
              <a:cs typeface="Share Tech"/>
              <a:sym typeface="Share Tech"/>
            </a:endParaRPr>
          </a:p>
          <a:p>
            <a:pPr marL="0" lvl="0" indent="0" algn="ctr" rtl="0">
              <a:spcBef>
                <a:spcPts val="0"/>
              </a:spcBef>
              <a:spcAft>
                <a:spcPts val="0"/>
              </a:spcAft>
              <a:buNone/>
            </a:pPr>
            <a:endParaRPr sz="2400">
              <a:solidFill>
                <a:srgbClr val="F64975"/>
              </a:solidFill>
              <a:latin typeface="Share Tech"/>
              <a:ea typeface="Share Tech"/>
              <a:cs typeface="Share Tech"/>
              <a:sym typeface="Share Tech"/>
            </a:endParaRPr>
          </a:p>
        </p:txBody>
      </p:sp>
      <p:sp>
        <p:nvSpPr>
          <p:cNvPr id="479" name="Google Shape;479;p27"/>
          <p:cNvSpPr txBox="1"/>
          <p:nvPr/>
        </p:nvSpPr>
        <p:spPr>
          <a:xfrm>
            <a:off x="724750" y="1412775"/>
            <a:ext cx="1881300" cy="1128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rgbClr val="FFFFFF"/>
                </a:solidFill>
                <a:latin typeface="Share Tech"/>
                <a:ea typeface="Share Tech"/>
                <a:cs typeface="Share Tech"/>
                <a:sym typeface="Share Tech"/>
              </a:rPr>
              <a:t>Pre Placement Talk</a:t>
            </a:r>
            <a:endParaRPr sz="1800">
              <a:solidFill>
                <a:srgbClr val="FFFFFF"/>
              </a:solidFill>
              <a:latin typeface="Share Tech"/>
              <a:ea typeface="Share Tech"/>
              <a:cs typeface="Share Tech"/>
              <a:sym typeface="Share Tech"/>
            </a:endParaRPr>
          </a:p>
        </p:txBody>
      </p:sp>
      <p:sp>
        <p:nvSpPr>
          <p:cNvPr id="480" name="Google Shape;480;p27"/>
          <p:cNvSpPr txBox="1"/>
          <p:nvPr/>
        </p:nvSpPr>
        <p:spPr>
          <a:xfrm>
            <a:off x="1052550" y="393750"/>
            <a:ext cx="7038900" cy="91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FFFFFF"/>
                </a:solidFill>
                <a:latin typeface="Share Tech"/>
                <a:ea typeface="Share Tech"/>
                <a:cs typeface="Share Tech"/>
                <a:sym typeface="Share Tech"/>
              </a:rPr>
              <a:t>Placement Process</a:t>
            </a:r>
            <a:endParaRPr sz="2400" b="1">
              <a:solidFill>
                <a:srgbClr val="FFFFFF"/>
              </a:solidFill>
              <a:latin typeface="Share Tech"/>
              <a:ea typeface="Share Tech"/>
              <a:cs typeface="Share Tech"/>
              <a:sym typeface="Share Tech"/>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8"/>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FFFFFF"/>
                </a:solidFill>
                <a:latin typeface="Share Tech"/>
                <a:ea typeface="Share Tech"/>
                <a:cs typeface="Share Tech"/>
                <a:sym typeface="Share Tech"/>
              </a:rPr>
              <a:t>Coding Round</a:t>
            </a:r>
            <a:endParaRPr sz="2800">
              <a:solidFill>
                <a:srgbClr val="FFFFFF"/>
              </a:solidFill>
              <a:latin typeface="Share Tech"/>
              <a:ea typeface="Share Tech"/>
              <a:cs typeface="Share Tech"/>
              <a:sym typeface="Share Tech"/>
            </a:endParaRPr>
          </a:p>
        </p:txBody>
      </p:sp>
      <p:sp>
        <p:nvSpPr>
          <p:cNvPr id="486" name="Google Shape;486;p28"/>
          <p:cNvSpPr txBo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Conducted in the College</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Platform Used: Code Blocks</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Programming Language : C, C++ only</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2 Coding questions where given</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Time Limit: 90 Minutes</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 HR team of Dolat Capital distributed the sheet with the Questions.</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It is not a usual coding round as you may have appeared for in other companies .  </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It is a very practical problem that is related to the company’s business, something related to code that is actually solving a real world challenge . </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You are required to study the entire question , it is a detailed document and explains everything that you need to solve . </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After the code for the questions is completed we have to mail the solution programs to their email.</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 result of this round was declared in the evening.</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15 Students were selected after this round.</a:t>
            </a:r>
            <a:endParaRPr sz="1300">
              <a:solidFill>
                <a:srgbClr val="FFFFFF"/>
              </a:solidFill>
              <a:latin typeface="Maven Pro"/>
              <a:ea typeface="Maven Pro"/>
              <a:cs typeface="Maven Pro"/>
              <a:sym typeface="Maven Pr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29"/>
          <p:cNvSpPr txBox="1"/>
          <p:nvPr/>
        </p:nvSpPr>
        <p:spPr>
          <a:xfrm>
            <a:off x="1561650" y="751888"/>
            <a:ext cx="6020700" cy="205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a:solidFill>
                  <a:srgbClr val="FFFFFF"/>
                </a:solidFill>
                <a:latin typeface="Share Tech"/>
                <a:ea typeface="Share Tech"/>
                <a:cs typeface="Share Tech"/>
                <a:sym typeface="Share Tech"/>
              </a:rPr>
              <a:t>Aashutosh Baraskar</a:t>
            </a:r>
            <a:endParaRPr sz="5200">
              <a:solidFill>
                <a:srgbClr val="FFFFFF"/>
              </a:solidFill>
              <a:latin typeface="Share Tech"/>
              <a:ea typeface="Share Tech"/>
              <a:cs typeface="Share Tech"/>
              <a:sym typeface="Share Tech"/>
            </a:endParaRPr>
          </a:p>
        </p:txBody>
      </p:sp>
      <p:sp>
        <p:nvSpPr>
          <p:cNvPr id="492" name="Google Shape;492;p29"/>
          <p:cNvSpPr txBox="1"/>
          <p:nvPr/>
        </p:nvSpPr>
        <p:spPr>
          <a:xfrm>
            <a:off x="2924250" y="2804488"/>
            <a:ext cx="3295500" cy="7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FFFF"/>
                </a:solidFill>
                <a:latin typeface="Maven Pro"/>
                <a:ea typeface="Maven Pro"/>
                <a:cs typeface="Maven Pro"/>
                <a:sym typeface="Maven Pro"/>
              </a:rPr>
              <a:t>Dolat Capital Experience</a:t>
            </a:r>
            <a:endParaRPr sz="1800">
              <a:solidFill>
                <a:srgbClr val="FFFFFF"/>
              </a:solidFill>
              <a:latin typeface="Maven Pro"/>
              <a:ea typeface="Maven Pro"/>
              <a:cs typeface="Maven Pro"/>
              <a:sym typeface="Maven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0"/>
          <p:cNvSpPr txBox="1"/>
          <p:nvPr/>
        </p:nvSpPr>
        <p:spPr>
          <a:xfrm>
            <a:off x="311700" y="640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FFFFFF"/>
                </a:solidFill>
                <a:latin typeface="Share Tech"/>
                <a:ea typeface="Share Tech"/>
                <a:cs typeface="Share Tech"/>
                <a:sym typeface="Share Tech"/>
              </a:rPr>
              <a:t>Technical Interview</a:t>
            </a:r>
            <a:endParaRPr sz="2800">
              <a:solidFill>
                <a:srgbClr val="FFFFFF"/>
              </a:solidFill>
              <a:latin typeface="Share Tech"/>
              <a:ea typeface="Share Tech"/>
              <a:cs typeface="Share Tech"/>
              <a:sym typeface="Share Tech"/>
            </a:endParaRPr>
          </a:p>
        </p:txBody>
      </p:sp>
      <p:sp>
        <p:nvSpPr>
          <p:cNvPr id="498" name="Google Shape;498;p30"/>
          <p:cNvSpPr txBox="1"/>
          <p:nvPr/>
        </p:nvSpPr>
        <p:spPr>
          <a:xfrm>
            <a:off x="311700" y="678400"/>
            <a:ext cx="8520600" cy="4271400"/>
          </a:xfrm>
          <a:prstGeom prst="rect">
            <a:avLst/>
          </a:prstGeom>
          <a:noFill/>
          <a:ln>
            <a:noFill/>
          </a:ln>
        </p:spPr>
        <p:txBody>
          <a:bodyPr spcFirstLastPara="1" wrap="square" lIns="91425" tIns="91425" rIns="91425" bIns="91425" anchor="t" anchorCtr="0">
            <a:noAutofit/>
          </a:bodyPr>
          <a:lstStyle/>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Conducted at Dolat Capital Office.</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This Interview process started at 11 am.</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 interview panel is very friendly , but at the same time the difficulty  level of the interview is high . </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A good level of technical knowledge in C++ and OOPS in general is expected .</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 interview started with the common question “Tell me about yourself.”</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Questions related to my projects were asked.</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They also asked to rate your C++ language skills.</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Questions asked on following topics : </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C++ STL </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Pointers </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Structures </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OOPS </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Multiple Optimization Coding questions were asked</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Static keyword</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Virtual Keyword</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Program on reverse linked list</a:t>
            </a:r>
            <a:endParaRPr sz="1300">
              <a:solidFill>
                <a:srgbClr val="FFFFFF"/>
              </a:solidFill>
              <a:latin typeface="Maven Pro"/>
              <a:ea typeface="Maven Pro"/>
              <a:cs typeface="Maven Pro"/>
              <a:sym typeface="Maven Pro"/>
            </a:endParaRPr>
          </a:p>
          <a:p>
            <a:pPr marL="457200" lvl="0" indent="4889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Programs on Stack and Queue</a:t>
            </a:r>
            <a:endParaRPr sz="1300">
              <a:solidFill>
                <a:srgbClr val="FFFFFF"/>
              </a:solidFill>
              <a:latin typeface="Maven Pro"/>
              <a:ea typeface="Maven Pro"/>
              <a:cs typeface="Maven Pro"/>
              <a:sym typeface="Maven Pro"/>
            </a:endParaRPr>
          </a:p>
          <a:p>
            <a:pPr marL="0" lvl="0" indent="0" algn="l" rtl="0">
              <a:lnSpc>
                <a:spcPct val="115000"/>
              </a:lnSpc>
              <a:spcBef>
                <a:spcPts val="0"/>
              </a:spcBef>
              <a:spcAft>
                <a:spcPts val="0"/>
              </a:spcAft>
              <a:buNone/>
            </a:pPr>
            <a:endParaRPr sz="1300">
              <a:solidFill>
                <a:srgbClr val="FFFFFF"/>
              </a:solidFill>
              <a:latin typeface="Maven Pro"/>
              <a:ea typeface="Maven Pro"/>
              <a:cs typeface="Maven Pro"/>
              <a:sym typeface="Maven P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31"/>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FFFFFF"/>
                </a:solidFill>
                <a:latin typeface="Share Tech"/>
                <a:ea typeface="Share Tech"/>
                <a:cs typeface="Share Tech"/>
                <a:sym typeface="Share Tech"/>
              </a:rPr>
              <a:t>HR Interview</a:t>
            </a:r>
            <a:endParaRPr sz="2800">
              <a:solidFill>
                <a:srgbClr val="FFFFFF"/>
              </a:solidFill>
              <a:latin typeface="Share Tech"/>
              <a:ea typeface="Share Tech"/>
              <a:cs typeface="Share Tech"/>
              <a:sym typeface="Share Tech"/>
            </a:endParaRPr>
          </a:p>
        </p:txBody>
      </p:sp>
      <p:sp>
        <p:nvSpPr>
          <p:cNvPr id="504" name="Google Shape;504;p31"/>
          <p:cNvSpPr txBox="1"/>
          <p:nvPr/>
        </p:nvSpPr>
        <p:spPr>
          <a:xfrm>
            <a:off x="311700" y="1161825"/>
            <a:ext cx="8520600" cy="3416400"/>
          </a:xfrm>
          <a:prstGeom prst="rect">
            <a:avLst/>
          </a:prstGeom>
          <a:noFill/>
          <a:ln>
            <a:noFill/>
          </a:ln>
        </p:spPr>
        <p:txBody>
          <a:bodyPr spcFirstLastPara="1" wrap="square" lIns="91425" tIns="91425" rIns="91425" bIns="91425" anchor="t" anchorCtr="0">
            <a:noAutofit/>
          </a:bodyPr>
          <a:lstStyle/>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This was basically a professional communication test round, basically they check your life skills, your speaking and thinking skills.</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They also check how and what type of questions you ask and how professionally you answer the asked questions.</a:t>
            </a: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Questions asked were:</a:t>
            </a:r>
            <a:endParaRPr sz="1300">
              <a:solidFill>
                <a:srgbClr val="FFFFFF"/>
              </a:solidFill>
              <a:latin typeface="Maven Pro"/>
              <a:ea typeface="Maven Pro"/>
              <a:cs typeface="Maven Pro"/>
              <a:sym typeface="Maven Pro"/>
            </a:endParaRPr>
          </a:p>
          <a:p>
            <a:pPr marL="457200" lvl="0" indent="3746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Introduction</a:t>
            </a:r>
            <a:endParaRPr sz="1300">
              <a:solidFill>
                <a:srgbClr val="FFFFFF"/>
              </a:solidFill>
              <a:latin typeface="Maven Pro"/>
              <a:ea typeface="Maven Pro"/>
              <a:cs typeface="Maven Pro"/>
              <a:sym typeface="Maven Pro"/>
            </a:endParaRPr>
          </a:p>
          <a:p>
            <a:pPr marL="457200" lvl="0" indent="3746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Family Background</a:t>
            </a:r>
            <a:endParaRPr sz="1300">
              <a:solidFill>
                <a:srgbClr val="FFFFFF"/>
              </a:solidFill>
              <a:latin typeface="Maven Pro"/>
              <a:ea typeface="Maven Pro"/>
              <a:cs typeface="Maven Pro"/>
              <a:sym typeface="Maven Pro"/>
            </a:endParaRPr>
          </a:p>
          <a:p>
            <a:pPr marL="457200" lvl="0" indent="3746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Related to my projects </a:t>
            </a:r>
            <a:endParaRPr sz="1300">
              <a:solidFill>
                <a:srgbClr val="FFFFFF"/>
              </a:solidFill>
              <a:latin typeface="Maven Pro"/>
              <a:ea typeface="Maven Pro"/>
              <a:cs typeface="Maven Pro"/>
              <a:sym typeface="Maven Pro"/>
            </a:endParaRPr>
          </a:p>
          <a:p>
            <a:pPr marL="457200" lvl="0" indent="3746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They also asked to rate your C++ language skills.</a:t>
            </a:r>
            <a:endParaRPr sz="1300">
              <a:solidFill>
                <a:srgbClr val="FFFFFF"/>
              </a:solidFill>
              <a:latin typeface="Maven Pro"/>
              <a:ea typeface="Maven Pro"/>
              <a:cs typeface="Maven Pro"/>
              <a:sym typeface="Maven Pro"/>
            </a:endParaRPr>
          </a:p>
          <a:p>
            <a:pPr marL="457200" lvl="0" indent="374650" algn="l" rtl="0">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What option would you choose if you were given a chance to work as a front end developer    </a:t>
            </a:r>
            <a:endParaRPr sz="1300">
              <a:solidFill>
                <a:srgbClr val="FFFFFF"/>
              </a:solidFill>
              <a:latin typeface="Maven Pro"/>
              <a:ea typeface="Maven Pro"/>
              <a:cs typeface="Maven Pro"/>
              <a:sym typeface="Maven Pro"/>
            </a:endParaRPr>
          </a:p>
          <a:p>
            <a:pPr marL="914400" lvl="0" indent="0" algn="l" rtl="0">
              <a:lnSpc>
                <a:spcPct val="115000"/>
              </a:lnSpc>
              <a:spcBef>
                <a:spcPts val="0"/>
              </a:spcBef>
              <a:spcAft>
                <a:spcPts val="0"/>
              </a:spcAft>
              <a:buNone/>
            </a:pPr>
            <a:r>
              <a:rPr lang="en" sz="1300">
                <a:solidFill>
                  <a:srgbClr val="FFFFFF"/>
                </a:solidFill>
                <a:latin typeface="Maven Pro"/>
                <a:ea typeface="Maven Pro"/>
                <a:cs typeface="Maven Pro"/>
                <a:sym typeface="Maven Pro"/>
              </a:rPr>
              <a:t>          or Software developer in Dolat Capital?</a:t>
            </a:r>
            <a:endParaRPr sz="1300">
              <a:solidFill>
                <a:srgbClr val="FFFFFF"/>
              </a:solidFill>
              <a:latin typeface="Maven Pro"/>
              <a:ea typeface="Maven Pro"/>
              <a:cs typeface="Maven Pro"/>
              <a:sym typeface="Maven Pro"/>
            </a:endParaRPr>
          </a:p>
          <a:p>
            <a:pPr marL="0" lvl="0" indent="0" algn="l" rtl="0">
              <a:lnSpc>
                <a:spcPct val="115000"/>
              </a:lnSpc>
              <a:spcBef>
                <a:spcPts val="0"/>
              </a:spcBef>
              <a:spcAft>
                <a:spcPts val="0"/>
              </a:spcAft>
              <a:buNone/>
            </a:pPr>
            <a:endParaRPr sz="1300">
              <a:solidFill>
                <a:srgbClr val="FFFFFF"/>
              </a:solidFill>
              <a:latin typeface="Maven Pro"/>
              <a:ea typeface="Maven Pro"/>
              <a:cs typeface="Maven Pro"/>
              <a:sym typeface="Maven Pro"/>
            </a:endParaRPr>
          </a:p>
          <a:p>
            <a:pPr marL="914400" lvl="1" indent="-311150" algn="l" rtl="0">
              <a:lnSpc>
                <a:spcPct val="115000"/>
              </a:lnSpc>
              <a:spcBef>
                <a:spcPts val="0"/>
              </a:spcBef>
              <a:spcAft>
                <a:spcPts val="0"/>
              </a:spcAft>
              <a:buClr>
                <a:schemeClr val="lt1"/>
              </a:buClr>
              <a:buSzPts val="1300"/>
              <a:buFont typeface="Maven Pro"/>
              <a:buAutoNum type="alphaLcPeriod"/>
            </a:pPr>
            <a:r>
              <a:rPr lang="en" sz="1300">
                <a:solidFill>
                  <a:schemeClr val="lt1"/>
                </a:solidFill>
                <a:latin typeface="Maven Pro"/>
                <a:ea typeface="Maven Pro"/>
                <a:cs typeface="Maven Pro"/>
                <a:sym typeface="Maven Pro"/>
              </a:rPr>
              <a:t>After a basic chat , you will be given the chance to ask questions that you may have .</a:t>
            </a:r>
            <a:endParaRPr sz="1300">
              <a:solidFill>
                <a:srgbClr val="FFFFFF"/>
              </a:solidFill>
              <a:latin typeface="Maven Pro"/>
              <a:ea typeface="Maven Pro"/>
              <a:cs typeface="Maven Pro"/>
              <a:sym typeface="Maven Pro"/>
            </a:endParaRPr>
          </a:p>
          <a:p>
            <a:pPr marL="1828800" lvl="0" indent="0" algn="l" rtl="0">
              <a:lnSpc>
                <a:spcPct val="115000"/>
              </a:lnSpc>
              <a:spcBef>
                <a:spcPts val="0"/>
              </a:spcBef>
              <a:spcAft>
                <a:spcPts val="0"/>
              </a:spcAft>
              <a:buNone/>
            </a:pPr>
            <a:endParaRPr sz="1300">
              <a:solidFill>
                <a:srgbClr val="FFFFFF"/>
              </a:solidFill>
              <a:latin typeface="Maven Pro"/>
              <a:ea typeface="Maven Pro"/>
              <a:cs typeface="Maven Pro"/>
              <a:sym typeface="Maven Pro"/>
            </a:endParaRPr>
          </a:p>
          <a:p>
            <a:pPr marL="0" lvl="0" indent="0" algn="l" rtl="0">
              <a:lnSpc>
                <a:spcPct val="115000"/>
              </a:lnSpc>
              <a:spcBef>
                <a:spcPts val="0"/>
              </a:spcBef>
              <a:spcAft>
                <a:spcPts val="0"/>
              </a:spcAft>
              <a:buNone/>
            </a:pPr>
            <a:endParaRPr sz="1300">
              <a:solidFill>
                <a:srgbClr val="FFFFFF"/>
              </a:solidFill>
              <a:latin typeface="Maven Pro"/>
              <a:ea typeface="Maven Pro"/>
              <a:cs typeface="Maven Pro"/>
              <a:sym typeface="Maven Pro"/>
            </a:endParaRPr>
          </a:p>
          <a:p>
            <a:pPr marL="457200" lvl="0" indent="0" algn="l" rtl="0">
              <a:lnSpc>
                <a:spcPct val="115000"/>
              </a:lnSpc>
              <a:spcBef>
                <a:spcPts val="0"/>
              </a:spcBef>
              <a:spcAft>
                <a:spcPts val="0"/>
              </a:spcAft>
              <a:buNone/>
            </a:pPr>
            <a:endParaRPr sz="1300">
              <a:solidFill>
                <a:srgbClr val="FFFFFF"/>
              </a:solidFill>
              <a:latin typeface="Maven Pro"/>
              <a:ea typeface="Maven Pro"/>
              <a:cs typeface="Maven Pro"/>
              <a:sym typeface="Maven Pro"/>
            </a:endParaRPr>
          </a:p>
          <a:p>
            <a:pPr marL="457200" lvl="0" indent="0" algn="l" rtl="0">
              <a:lnSpc>
                <a:spcPct val="115000"/>
              </a:lnSpc>
              <a:spcBef>
                <a:spcPts val="0"/>
              </a:spcBef>
              <a:spcAft>
                <a:spcPts val="0"/>
              </a:spcAft>
              <a:buNone/>
            </a:pPr>
            <a:endParaRPr sz="1300">
              <a:solidFill>
                <a:srgbClr val="FFFFFF"/>
              </a:solidFill>
              <a:latin typeface="Maven Pro"/>
              <a:ea typeface="Maven Pro"/>
              <a:cs typeface="Maven Pro"/>
              <a:sym typeface="Maven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2"/>
          <p:cNvSpPr txBox="1"/>
          <p:nvPr/>
        </p:nvSpPr>
        <p:spPr>
          <a:xfrm>
            <a:off x="1561650" y="751888"/>
            <a:ext cx="6020700" cy="205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a:solidFill>
                  <a:srgbClr val="FFFFFF"/>
                </a:solidFill>
                <a:latin typeface="Share Tech"/>
                <a:ea typeface="Share Tech"/>
                <a:cs typeface="Share Tech"/>
                <a:sym typeface="Share Tech"/>
              </a:rPr>
              <a:t>Shruti Koku</a:t>
            </a:r>
            <a:endParaRPr sz="5200">
              <a:solidFill>
                <a:srgbClr val="FFFFFF"/>
              </a:solidFill>
              <a:latin typeface="Share Tech"/>
              <a:ea typeface="Share Tech"/>
              <a:cs typeface="Share Tech"/>
              <a:sym typeface="Share Tech"/>
            </a:endParaRPr>
          </a:p>
        </p:txBody>
      </p:sp>
      <p:sp>
        <p:nvSpPr>
          <p:cNvPr id="510" name="Google Shape;510;p32"/>
          <p:cNvSpPr txBox="1"/>
          <p:nvPr/>
        </p:nvSpPr>
        <p:spPr>
          <a:xfrm>
            <a:off x="2924250" y="2804488"/>
            <a:ext cx="3295500" cy="7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FFFF"/>
                </a:solidFill>
                <a:latin typeface="Maven Pro"/>
                <a:ea typeface="Maven Pro"/>
                <a:cs typeface="Maven Pro"/>
                <a:sym typeface="Maven Pro"/>
              </a:rPr>
              <a:t>Dolat Capital Experience</a:t>
            </a:r>
            <a:endParaRPr sz="1800">
              <a:solidFill>
                <a:srgbClr val="FFFFFF"/>
              </a:solidFill>
              <a:latin typeface="Maven Pro"/>
              <a:ea typeface="Maven Pro"/>
              <a:cs typeface="Maven Pro"/>
              <a:sym typeface="Maven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33"/>
          <p:cNvSpPr txBox="1">
            <a:spLocks noGrp="1"/>
          </p:cNvSpPr>
          <p:nvPr>
            <p:ph type="body" idx="4294967295"/>
          </p:nvPr>
        </p:nvSpPr>
        <p:spPr>
          <a:xfrm>
            <a:off x="618825" y="865975"/>
            <a:ext cx="8117700" cy="3722100"/>
          </a:xfrm>
          <a:prstGeom prst="rect">
            <a:avLst/>
          </a:prstGeom>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sz="1300" dirty="0"/>
              <a:t>Common Question - “Tell me something about Yourself”.</a:t>
            </a:r>
            <a:endParaRPr sz="1300" dirty="0"/>
          </a:p>
          <a:p>
            <a:pPr marL="457200" lvl="0" indent="-311150" algn="l" rtl="0">
              <a:lnSpc>
                <a:spcPct val="115000"/>
              </a:lnSpc>
              <a:spcBef>
                <a:spcPts val="0"/>
              </a:spcBef>
              <a:spcAft>
                <a:spcPts val="0"/>
              </a:spcAft>
              <a:buSzPts val="1300"/>
              <a:buChar char="●"/>
            </a:pPr>
            <a:r>
              <a:rPr lang="en" sz="1300" dirty="0"/>
              <a:t>Question based on Oops were asked:</a:t>
            </a:r>
            <a:endParaRPr sz="1300" dirty="0"/>
          </a:p>
          <a:p>
            <a:pPr marL="457200" lvl="0" indent="0" algn="l" rtl="0">
              <a:lnSpc>
                <a:spcPct val="115000"/>
              </a:lnSpc>
              <a:spcBef>
                <a:spcPts val="0"/>
              </a:spcBef>
              <a:spcAft>
                <a:spcPts val="0"/>
              </a:spcAft>
              <a:buNone/>
            </a:pPr>
            <a:r>
              <a:rPr lang="en" sz="1300" dirty="0"/>
              <a:t>   1 overriding</a:t>
            </a:r>
            <a:endParaRPr sz="1300" dirty="0"/>
          </a:p>
          <a:p>
            <a:pPr lvl="0" indent="0">
              <a:buNone/>
            </a:pPr>
            <a:r>
              <a:rPr lang="en" sz="1300" dirty="0"/>
              <a:t>   5. Destructors</a:t>
            </a:r>
            <a:r>
              <a:rPr lang="en-US" sz="1300" dirty="0"/>
              <a:t>. Enumeration</a:t>
            </a:r>
          </a:p>
          <a:p>
            <a:pPr lvl="0" indent="0">
              <a:buNone/>
            </a:pPr>
            <a:r>
              <a:rPr lang="en-US" sz="1300" dirty="0"/>
              <a:t>   2. Inheritance</a:t>
            </a:r>
          </a:p>
          <a:p>
            <a:pPr lvl="0" indent="0">
              <a:buNone/>
            </a:pPr>
            <a:r>
              <a:rPr lang="en-US" sz="1300" dirty="0"/>
              <a:t>   3. Abstraction</a:t>
            </a:r>
          </a:p>
          <a:p>
            <a:pPr lvl="0" indent="0">
              <a:buNone/>
            </a:pPr>
            <a:r>
              <a:rPr lang="en-US" sz="1300" dirty="0"/>
              <a:t>   4. Overloading and</a:t>
            </a:r>
            <a:endParaRPr sz="1300" dirty="0"/>
          </a:p>
          <a:p>
            <a:pPr marL="457200" lvl="0" indent="0" algn="l" rtl="0">
              <a:lnSpc>
                <a:spcPct val="115000"/>
              </a:lnSpc>
              <a:spcBef>
                <a:spcPts val="0"/>
              </a:spcBef>
              <a:spcAft>
                <a:spcPts val="0"/>
              </a:spcAft>
              <a:buNone/>
            </a:pPr>
            <a:endParaRPr sz="1300" dirty="0"/>
          </a:p>
          <a:p>
            <a:pPr marL="457200" lvl="0" indent="-311150" algn="l" rtl="0">
              <a:lnSpc>
                <a:spcPct val="115000"/>
              </a:lnSpc>
              <a:spcBef>
                <a:spcPts val="0"/>
              </a:spcBef>
              <a:spcAft>
                <a:spcPts val="0"/>
              </a:spcAft>
              <a:buSzPts val="1300"/>
              <a:buChar char="●"/>
            </a:pPr>
            <a:r>
              <a:rPr lang="en" sz="1300" dirty="0"/>
              <a:t>Programming Questions were asked :</a:t>
            </a:r>
            <a:endParaRPr sz="1300" dirty="0"/>
          </a:p>
          <a:p>
            <a:pPr marL="457200" lvl="0" indent="0" algn="l" rtl="0">
              <a:lnSpc>
                <a:spcPct val="115000"/>
              </a:lnSpc>
              <a:spcBef>
                <a:spcPts val="0"/>
              </a:spcBef>
              <a:spcAft>
                <a:spcPts val="0"/>
              </a:spcAft>
              <a:buNone/>
            </a:pPr>
            <a:r>
              <a:rPr lang="en" sz="1300" dirty="0"/>
              <a:t>  1. Average of last three numbers in a continuously increasing array.</a:t>
            </a:r>
            <a:endParaRPr sz="1300" dirty="0"/>
          </a:p>
          <a:p>
            <a:pPr marL="457200" lvl="0" indent="0" algn="l" rtl="0">
              <a:lnSpc>
                <a:spcPct val="115000"/>
              </a:lnSpc>
              <a:spcBef>
                <a:spcPts val="0"/>
              </a:spcBef>
              <a:spcAft>
                <a:spcPts val="0"/>
              </a:spcAft>
              <a:buNone/>
            </a:pPr>
            <a:r>
              <a:rPr lang="en" sz="1300" dirty="0"/>
              <a:t>  2. Reverse a number .</a:t>
            </a:r>
            <a:endParaRPr sz="1300" dirty="0"/>
          </a:p>
          <a:p>
            <a:pPr marL="457200" lvl="0" indent="0" algn="l" rtl="0">
              <a:lnSpc>
                <a:spcPct val="115000"/>
              </a:lnSpc>
              <a:spcBef>
                <a:spcPts val="0"/>
              </a:spcBef>
              <a:spcAft>
                <a:spcPts val="0"/>
              </a:spcAft>
              <a:buNone/>
            </a:pPr>
            <a:r>
              <a:rPr lang="en" sz="1300" dirty="0"/>
              <a:t>  3. Reverse a float number .Eg: 12.34  after reverse becomes 21.43 .</a:t>
            </a:r>
            <a:endParaRPr sz="1300" dirty="0"/>
          </a:p>
          <a:p>
            <a:pPr marL="457200" lvl="0" indent="0" algn="l" rtl="0">
              <a:lnSpc>
                <a:spcPct val="115000"/>
              </a:lnSpc>
              <a:spcBef>
                <a:spcPts val="0"/>
              </a:spcBef>
              <a:spcAft>
                <a:spcPts val="0"/>
              </a:spcAft>
              <a:buNone/>
            </a:pPr>
            <a:endParaRPr sz="1300" dirty="0"/>
          </a:p>
          <a:p>
            <a:pPr marL="457200" lvl="0" indent="-311150" algn="l" rtl="0">
              <a:lnSpc>
                <a:spcPct val="115000"/>
              </a:lnSpc>
              <a:spcBef>
                <a:spcPts val="0"/>
              </a:spcBef>
              <a:spcAft>
                <a:spcPts val="0"/>
              </a:spcAft>
              <a:buSzPts val="1300"/>
              <a:buChar char="●"/>
            </a:pPr>
            <a:r>
              <a:rPr lang="en" sz="1300" dirty="0"/>
              <a:t>I was asked to optimize my code until O(1) complexity.</a:t>
            </a:r>
            <a:endParaRPr sz="1300" dirty="0"/>
          </a:p>
          <a:p>
            <a:pPr marL="457200" lvl="0" indent="-311150" algn="l" rtl="0">
              <a:lnSpc>
                <a:spcPct val="115000"/>
              </a:lnSpc>
              <a:spcBef>
                <a:spcPts val="0"/>
              </a:spcBef>
              <a:spcAft>
                <a:spcPts val="0"/>
              </a:spcAft>
              <a:buSzPts val="1300"/>
              <a:buChar char="●"/>
            </a:pPr>
            <a:r>
              <a:rPr lang="en" sz="1300" dirty="0"/>
              <a:t>Some questions on pointers were also asked.</a:t>
            </a:r>
            <a:endParaRPr sz="1300" dirty="0"/>
          </a:p>
          <a:p>
            <a:pPr marL="457200" lvl="0" indent="-311150" algn="l" rtl="0">
              <a:lnSpc>
                <a:spcPct val="115000"/>
              </a:lnSpc>
              <a:spcBef>
                <a:spcPts val="0"/>
              </a:spcBef>
              <a:spcAft>
                <a:spcPts val="0"/>
              </a:spcAft>
              <a:buSzPts val="1300"/>
              <a:buChar char="●"/>
            </a:pPr>
            <a:r>
              <a:rPr lang="en" sz="1300" dirty="0"/>
              <a:t>All of these codes were to be written down on a piece of paper.</a:t>
            </a:r>
            <a:endParaRPr sz="1300" dirty="0"/>
          </a:p>
          <a:p>
            <a:pPr marL="457200" lvl="0" indent="-311150" algn="l" rtl="0">
              <a:lnSpc>
                <a:spcPct val="115000"/>
              </a:lnSpc>
              <a:spcBef>
                <a:spcPts val="0"/>
              </a:spcBef>
              <a:spcAft>
                <a:spcPts val="0"/>
              </a:spcAft>
              <a:buSzPts val="1300"/>
              <a:buChar char="●"/>
            </a:pPr>
            <a:r>
              <a:rPr lang="en" sz="1300" dirty="0"/>
              <a:t>Interview lasted for about 2 hours.</a:t>
            </a:r>
            <a:endParaRPr sz="1300" dirty="0"/>
          </a:p>
          <a:p>
            <a:pPr marL="457200" lvl="0" indent="0" algn="l" rtl="0">
              <a:spcBef>
                <a:spcPts val="0"/>
              </a:spcBef>
              <a:spcAft>
                <a:spcPts val="0"/>
              </a:spcAft>
              <a:buNone/>
            </a:pPr>
            <a:endParaRPr sz="1300" dirty="0"/>
          </a:p>
          <a:p>
            <a:pPr marL="457200" lvl="0" indent="0" algn="l" rtl="0">
              <a:spcBef>
                <a:spcPts val="0"/>
              </a:spcBef>
              <a:spcAft>
                <a:spcPts val="0"/>
              </a:spcAft>
              <a:buNone/>
            </a:pPr>
            <a:endParaRPr sz="1300" dirty="0"/>
          </a:p>
          <a:p>
            <a:pPr marL="0" lvl="0" indent="0" algn="l" rtl="0">
              <a:spcBef>
                <a:spcPts val="0"/>
              </a:spcBef>
              <a:spcAft>
                <a:spcPts val="0"/>
              </a:spcAft>
              <a:buNone/>
            </a:pPr>
            <a:endParaRPr sz="1300" dirty="0"/>
          </a:p>
        </p:txBody>
      </p:sp>
      <p:sp>
        <p:nvSpPr>
          <p:cNvPr id="516" name="Google Shape;516;p33"/>
          <p:cNvSpPr txBox="1">
            <a:spLocks noGrp="1"/>
          </p:cNvSpPr>
          <p:nvPr>
            <p:ph type="ctrTitle" idx="4294967295"/>
          </p:nvPr>
        </p:nvSpPr>
        <p:spPr>
          <a:xfrm>
            <a:off x="618825" y="288175"/>
            <a:ext cx="61071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Technical Interview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34"/>
          <p:cNvSpPr txBox="1">
            <a:spLocks noGrp="1"/>
          </p:cNvSpPr>
          <p:nvPr>
            <p:ph type="body" idx="1"/>
          </p:nvPr>
        </p:nvSpPr>
        <p:spPr>
          <a:xfrm>
            <a:off x="618825" y="1174600"/>
            <a:ext cx="8070900" cy="3226500"/>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SzPts val="1300"/>
              <a:buChar char="●"/>
            </a:pPr>
            <a:r>
              <a:rPr lang="en" sz="1300"/>
              <a:t>Common Question : “Tell Me something about yourself”</a:t>
            </a:r>
            <a:endParaRPr sz="1300"/>
          </a:p>
          <a:p>
            <a:pPr marL="457200" lvl="0" indent="-311150" algn="l" rtl="0">
              <a:lnSpc>
                <a:spcPct val="150000"/>
              </a:lnSpc>
              <a:spcBef>
                <a:spcPts val="0"/>
              </a:spcBef>
              <a:spcAft>
                <a:spcPts val="0"/>
              </a:spcAft>
              <a:buSzPts val="1300"/>
              <a:buChar char="●"/>
            </a:pPr>
            <a:r>
              <a:rPr lang="en" sz="1300"/>
              <a:t>“Rate your c++ skills”</a:t>
            </a:r>
            <a:endParaRPr sz="1300"/>
          </a:p>
          <a:p>
            <a:pPr marL="457200" lvl="0" indent="-311150" algn="l" rtl="0">
              <a:lnSpc>
                <a:spcPct val="150000"/>
              </a:lnSpc>
              <a:spcBef>
                <a:spcPts val="0"/>
              </a:spcBef>
              <a:spcAft>
                <a:spcPts val="0"/>
              </a:spcAft>
              <a:buSzPts val="1300"/>
              <a:buChar char="●"/>
            </a:pPr>
            <a:r>
              <a:rPr lang="en" sz="1300"/>
              <a:t> Family Background</a:t>
            </a:r>
            <a:endParaRPr sz="1300"/>
          </a:p>
          <a:p>
            <a:pPr marL="457200" lvl="0" indent="-311150" algn="l" rtl="0">
              <a:lnSpc>
                <a:spcPct val="150000"/>
              </a:lnSpc>
              <a:spcBef>
                <a:spcPts val="0"/>
              </a:spcBef>
              <a:spcAft>
                <a:spcPts val="0"/>
              </a:spcAft>
              <a:buSzPts val="1300"/>
              <a:buChar char="●"/>
            </a:pPr>
            <a:r>
              <a:rPr lang="en" sz="1300"/>
              <a:t>“Can you travel to the office?”</a:t>
            </a:r>
            <a:endParaRPr sz="1300"/>
          </a:p>
          <a:p>
            <a:pPr marL="457200" lvl="0" indent="-311150" algn="l" rtl="0">
              <a:lnSpc>
                <a:spcPct val="150000"/>
              </a:lnSpc>
              <a:spcBef>
                <a:spcPts val="0"/>
              </a:spcBef>
              <a:spcAft>
                <a:spcPts val="0"/>
              </a:spcAft>
              <a:buSzPts val="1300"/>
              <a:buChar char="●"/>
            </a:pPr>
            <a:r>
              <a:rPr lang="en" sz="1300"/>
              <a:t>“ Why Dolat Capital?”</a:t>
            </a:r>
            <a:endParaRPr sz="1300"/>
          </a:p>
          <a:p>
            <a:pPr marL="457200" lvl="0" indent="-311150" algn="l" rtl="0">
              <a:lnSpc>
                <a:spcPct val="150000"/>
              </a:lnSpc>
              <a:spcBef>
                <a:spcPts val="0"/>
              </a:spcBef>
              <a:spcAft>
                <a:spcPts val="0"/>
              </a:spcAft>
              <a:buSzPts val="1300"/>
              <a:buChar char="●"/>
            </a:pPr>
            <a:r>
              <a:rPr lang="en" sz="1300"/>
              <a:t>“What are your dream companies apart from Dolat Capital?”</a:t>
            </a:r>
            <a:endParaRPr sz="1300"/>
          </a:p>
          <a:p>
            <a:pPr marL="457200" lvl="0" indent="-311150" algn="l" rtl="0">
              <a:lnSpc>
                <a:spcPct val="150000"/>
              </a:lnSpc>
              <a:spcBef>
                <a:spcPts val="0"/>
              </a:spcBef>
              <a:spcAft>
                <a:spcPts val="0"/>
              </a:spcAft>
              <a:buSzPts val="1300"/>
              <a:buChar char="●"/>
            </a:pPr>
            <a:r>
              <a:rPr lang="en" sz="1300"/>
              <a:t>What option would you choose if you were given a chance to work as a Strategy developer or Core developer in Dolat Capital?</a:t>
            </a:r>
            <a:endParaRPr sz="1300"/>
          </a:p>
          <a:p>
            <a:pPr marL="457200" lvl="0" indent="-311150" algn="l" rtl="0">
              <a:lnSpc>
                <a:spcPct val="150000"/>
              </a:lnSpc>
              <a:spcBef>
                <a:spcPts val="0"/>
              </a:spcBef>
              <a:spcAft>
                <a:spcPts val="0"/>
              </a:spcAft>
              <a:buSzPts val="1300"/>
              <a:buChar char="●"/>
            </a:pPr>
            <a:r>
              <a:rPr lang="en" sz="1300"/>
              <a:t>After a basic chat , you will be given the chance to ask questions that you may have .</a:t>
            </a:r>
            <a:endParaRPr sz="1300"/>
          </a:p>
        </p:txBody>
      </p:sp>
      <p:sp>
        <p:nvSpPr>
          <p:cNvPr id="522" name="Google Shape;522;p34"/>
          <p:cNvSpPr txBox="1">
            <a:spLocks noGrp="1"/>
          </p:cNvSpPr>
          <p:nvPr>
            <p:ph type="ctrTitle"/>
          </p:nvPr>
        </p:nvSpPr>
        <p:spPr>
          <a:xfrm>
            <a:off x="618825" y="411675"/>
            <a:ext cx="26865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HR Interview</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pic>
        <p:nvPicPr>
          <p:cNvPr id="527" name="Google Shape;527;p35"/>
          <p:cNvPicPr preferRelativeResize="0"/>
          <p:nvPr/>
        </p:nvPicPr>
        <p:blipFill>
          <a:blip r:embed="rId3">
            <a:alphaModFix/>
          </a:blip>
          <a:stretch>
            <a:fillRect/>
          </a:stretch>
        </p:blipFill>
        <p:spPr>
          <a:xfrm>
            <a:off x="3560728" y="956825"/>
            <a:ext cx="2022550" cy="2987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36"/>
          <p:cNvSpPr txBox="1"/>
          <p:nvPr/>
        </p:nvSpPr>
        <p:spPr>
          <a:xfrm>
            <a:off x="1561650" y="751903"/>
            <a:ext cx="6020700" cy="881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a:solidFill>
                  <a:srgbClr val="FFFFFF"/>
                </a:solidFill>
                <a:latin typeface="Share Tech"/>
                <a:ea typeface="Share Tech"/>
                <a:cs typeface="Share Tech"/>
                <a:sym typeface="Share Tech"/>
              </a:rPr>
              <a:t>Feel free to contact us</a:t>
            </a:r>
            <a:endParaRPr sz="5200">
              <a:solidFill>
                <a:srgbClr val="FFFFFF"/>
              </a:solidFill>
              <a:latin typeface="Share Tech"/>
              <a:ea typeface="Share Tech"/>
              <a:cs typeface="Share Tech"/>
              <a:sym typeface="Share Tech"/>
            </a:endParaRPr>
          </a:p>
        </p:txBody>
      </p:sp>
      <p:sp>
        <p:nvSpPr>
          <p:cNvPr id="533" name="Google Shape;533;p36"/>
          <p:cNvSpPr txBox="1"/>
          <p:nvPr/>
        </p:nvSpPr>
        <p:spPr>
          <a:xfrm>
            <a:off x="1223850" y="2289350"/>
            <a:ext cx="68487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FFFFFF"/>
                </a:solidFill>
                <a:latin typeface="Maven Pro"/>
                <a:ea typeface="Maven Pro"/>
                <a:cs typeface="Maven Pro"/>
                <a:sym typeface="Maven Pro"/>
              </a:rPr>
              <a:t>Shruti Koku: </a:t>
            </a:r>
            <a:r>
              <a:rPr lang="en" sz="1800">
                <a:solidFill>
                  <a:srgbClr val="FFFFFF"/>
                </a:solidFill>
                <a:uFill>
                  <a:noFill/>
                </a:uFill>
                <a:latin typeface="Maven Pro"/>
                <a:ea typeface="Maven Pro"/>
                <a:cs typeface="Maven Pro"/>
                <a:sym typeface="Maven Pro"/>
                <a:hlinkClick r:id="rId3">
                  <a:extLst>
                    <a:ext uri="{A12FA001-AC4F-418D-AE19-62706E023703}">
                      <ahyp:hlinkClr xmlns:ahyp="http://schemas.microsoft.com/office/drawing/2018/hyperlinkcolor" val="tx"/>
                    </a:ext>
                  </a:extLst>
                </a:hlinkClick>
              </a:rPr>
              <a:t>2019shruti.koku@ves.ac.in</a:t>
            </a: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r>
              <a:rPr lang="en" sz="1800">
                <a:solidFill>
                  <a:srgbClr val="FFFFFF"/>
                </a:solidFill>
                <a:latin typeface="Maven Pro"/>
                <a:ea typeface="Maven Pro"/>
                <a:cs typeface="Maven Pro"/>
                <a:sym typeface="Maven Pro"/>
              </a:rPr>
              <a:t>Aashutosh Baraskar: d</a:t>
            </a:r>
            <a:r>
              <a:rPr lang="en" sz="1800">
                <a:solidFill>
                  <a:srgbClr val="FFFFFF"/>
                </a:solidFill>
                <a:uFill>
                  <a:noFill/>
                </a:uFill>
                <a:latin typeface="Maven Pro"/>
                <a:ea typeface="Maven Pro"/>
                <a:cs typeface="Maven Pro"/>
                <a:sym typeface="Maven Pro"/>
                <a:hlinkClick r:id="rId4">
                  <a:extLst>
                    <a:ext uri="{A12FA001-AC4F-418D-AE19-62706E023703}">
                      <ahyp:hlinkClr xmlns:ahyp="http://schemas.microsoft.com/office/drawing/2018/hyperlinkcolor" val="tx"/>
                    </a:ext>
                  </a:extLst>
                </a:hlinkClick>
              </a:rPr>
              <a:t>2019.aashutosh.baraskar@ves.ac.in</a:t>
            </a: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endParaRPr sz="1800">
              <a:solidFill>
                <a:srgbClr val="FFFFFF"/>
              </a:solidFill>
              <a:latin typeface="Maven Pro"/>
              <a:ea typeface="Maven Pro"/>
              <a:cs typeface="Maven Pro"/>
              <a:sym typeface="Maven Pro"/>
            </a:endParaRPr>
          </a:p>
          <a:p>
            <a:pPr marL="0" lvl="0" indent="0" algn="ctr" rtl="0">
              <a:spcBef>
                <a:spcPts val="0"/>
              </a:spcBef>
              <a:spcAft>
                <a:spcPts val="0"/>
              </a:spcAft>
              <a:buNone/>
            </a:pPr>
            <a:endParaRPr sz="1800">
              <a:solidFill>
                <a:srgbClr val="FFFFFF"/>
              </a:solidFill>
              <a:latin typeface="Maven Pro"/>
              <a:ea typeface="Maven Pro"/>
              <a:cs typeface="Maven Pro"/>
              <a:sym typeface="Maven Pro"/>
            </a:endParaRPr>
          </a:p>
        </p:txBody>
      </p:sp>
    </p:spTree>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898</Words>
  <Application>Microsoft Office PowerPoint</Application>
  <PresentationFormat>On-screen Show (16:9)</PresentationFormat>
  <Paragraphs>123</Paragraphs>
  <Slides>13</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Nunito Light</vt:lpstr>
      <vt:lpstr>Arial</vt:lpstr>
      <vt:lpstr>Share Tech</vt:lpstr>
      <vt:lpstr>Montserrat</vt:lpstr>
      <vt:lpstr>Livvic Light</vt:lpstr>
      <vt:lpstr>Fira Sans Condensed Medium</vt:lpstr>
      <vt:lpstr>Fira Sans Extra Condensed Medium</vt:lpstr>
      <vt:lpstr>Maven Pro</vt:lpstr>
      <vt:lpstr>Advent Pro SemiBold</vt:lpstr>
      <vt:lpstr>Data Science Consulting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Technical Interview</vt:lpstr>
      <vt:lpstr>HR Interview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Aman Kumar</cp:lastModifiedBy>
  <cp:revision>1</cp:revision>
  <dcterms:modified xsi:type="dcterms:W3CDTF">2024-07-19T15:27:53Z</dcterms:modified>
</cp:coreProperties>
</file>