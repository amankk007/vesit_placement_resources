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5143500" cx="9144000"/>
  <p:notesSz cx="6858000" cy="9144000"/>
  <p:embeddedFontLst>
    <p:embeddedFont>
      <p:font typeface="Roboto Slab"/>
      <p:regular r:id="rId30"/>
      <p:bold r:id="rId31"/>
    </p:embeddedFont>
    <p:embeddedFont>
      <p:font typeface="Advent Pro SemiBold"/>
      <p:regular r:id="rId32"/>
      <p:bold r:id="rId33"/>
      <p:italic r:id="rId34"/>
      <p:boldItalic r:id="rId35"/>
    </p:embeddedFont>
    <p:embeddedFont>
      <p:font typeface="Roboto"/>
      <p:regular r:id="rId36"/>
      <p:bold r:id="rId37"/>
      <p:italic r:id="rId38"/>
      <p:boldItalic r:id="rId39"/>
    </p:embeddedFont>
    <p:embeddedFont>
      <p:font typeface="Montserrat"/>
      <p:regular r:id="rId40"/>
      <p:bold r:id="rId41"/>
      <p:italic r:id="rId42"/>
      <p:boldItalic r:id="rId43"/>
    </p:embeddedFont>
    <p:embeddedFont>
      <p:font typeface="Lato"/>
      <p:regular r:id="rId44"/>
      <p:bold r:id="rId45"/>
      <p:italic r:id="rId46"/>
      <p:boldItalic r:id="rId47"/>
    </p:embeddedFont>
    <p:embeddedFont>
      <p:font typeface="Fira Sans Condensed Medium"/>
      <p:regular r:id="rId48"/>
      <p:bold r:id="rId49"/>
      <p:italic r:id="rId50"/>
      <p:boldItalic r:id="rId51"/>
    </p:embeddedFont>
    <p:embeddedFont>
      <p:font typeface="Fira Sans Extra Condensed Medium"/>
      <p:regular r:id="rId52"/>
      <p:bold r:id="rId53"/>
      <p:italic r:id="rId54"/>
      <p:boldItalic r:id="rId55"/>
    </p:embeddedFont>
    <p:embeddedFont>
      <p:font typeface="Maven Pro"/>
      <p:regular r:id="rId56"/>
      <p:bold r:id="rId57"/>
    </p:embeddedFont>
    <p:embeddedFont>
      <p:font typeface="Share Tech"/>
      <p:regular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59" roundtripDataSignature="AMtx7mhQiNq9NbUo8/SDyW/e9SUUxapN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42" Type="http://schemas.openxmlformats.org/officeDocument/2006/relationships/font" Target="fonts/Montserrat-italic.fntdata"/><Relationship Id="rId41" Type="http://schemas.openxmlformats.org/officeDocument/2006/relationships/font" Target="fonts/Montserrat-bold.fntdata"/><Relationship Id="rId44" Type="http://schemas.openxmlformats.org/officeDocument/2006/relationships/font" Target="fonts/Lato-regular.fntdata"/><Relationship Id="rId43" Type="http://schemas.openxmlformats.org/officeDocument/2006/relationships/font" Target="fonts/Montserrat-boldItalic.fntdata"/><Relationship Id="rId46" Type="http://schemas.openxmlformats.org/officeDocument/2006/relationships/font" Target="fonts/Lato-italic.fntdata"/><Relationship Id="rId45"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FiraSansCondensedMedium-regular.fntdata"/><Relationship Id="rId47" Type="http://schemas.openxmlformats.org/officeDocument/2006/relationships/font" Target="fonts/Lato-boldItalic.fntdata"/><Relationship Id="rId49" Type="http://schemas.openxmlformats.org/officeDocument/2006/relationships/font" Target="fonts/FiraSansCondensedMedium-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Slab-bold.fntdata"/><Relationship Id="rId30" Type="http://schemas.openxmlformats.org/officeDocument/2006/relationships/font" Target="fonts/RobotoSlab-regular.fntdata"/><Relationship Id="rId33" Type="http://schemas.openxmlformats.org/officeDocument/2006/relationships/font" Target="fonts/AdventProSemiBold-bold.fntdata"/><Relationship Id="rId32" Type="http://schemas.openxmlformats.org/officeDocument/2006/relationships/font" Target="fonts/AdventProSemiBold-regular.fntdata"/><Relationship Id="rId35" Type="http://schemas.openxmlformats.org/officeDocument/2006/relationships/font" Target="fonts/AdventProSemiBold-boldItalic.fntdata"/><Relationship Id="rId34" Type="http://schemas.openxmlformats.org/officeDocument/2006/relationships/font" Target="fonts/AdventProSemiBold-italic.fntdata"/><Relationship Id="rId37" Type="http://schemas.openxmlformats.org/officeDocument/2006/relationships/font" Target="fonts/Roboto-bold.fntdata"/><Relationship Id="rId36" Type="http://schemas.openxmlformats.org/officeDocument/2006/relationships/font" Target="fonts/Roboto-regular.fntdata"/><Relationship Id="rId39" Type="http://schemas.openxmlformats.org/officeDocument/2006/relationships/font" Target="fonts/Roboto-boldItalic.fntdata"/><Relationship Id="rId38" Type="http://schemas.openxmlformats.org/officeDocument/2006/relationships/font" Target="fonts/Roboto-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FiraSansCondensedMedium-boldItalic.fntdata"/><Relationship Id="rId50" Type="http://schemas.openxmlformats.org/officeDocument/2006/relationships/font" Target="fonts/FiraSansCondensedMedium-italic.fntdata"/><Relationship Id="rId53" Type="http://schemas.openxmlformats.org/officeDocument/2006/relationships/font" Target="fonts/FiraSansExtraCondensedMedium-bold.fntdata"/><Relationship Id="rId52" Type="http://schemas.openxmlformats.org/officeDocument/2006/relationships/font" Target="fonts/FiraSansExtraCondensedMedium-regular.fntdata"/><Relationship Id="rId11" Type="http://schemas.openxmlformats.org/officeDocument/2006/relationships/slide" Target="slides/slide7.xml"/><Relationship Id="rId55" Type="http://schemas.openxmlformats.org/officeDocument/2006/relationships/font" Target="fonts/FiraSansExtraCondensedMedium-boldItalic.fntdata"/><Relationship Id="rId10" Type="http://schemas.openxmlformats.org/officeDocument/2006/relationships/slide" Target="slides/slide6.xml"/><Relationship Id="rId54" Type="http://schemas.openxmlformats.org/officeDocument/2006/relationships/font" Target="fonts/FiraSansExtraCondensedMedium-italic.fntdata"/><Relationship Id="rId13" Type="http://schemas.openxmlformats.org/officeDocument/2006/relationships/slide" Target="slides/slide9.xml"/><Relationship Id="rId57" Type="http://schemas.openxmlformats.org/officeDocument/2006/relationships/font" Target="fonts/MavenPro-bold.fntdata"/><Relationship Id="rId12" Type="http://schemas.openxmlformats.org/officeDocument/2006/relationships/slide" Target="slides/slide8.xml"/><Relationship Id="rId56" Type="http://schemas.openxmlformats.org/officeDocument/2006/relationships/font" Target="fonts/MavenPro-regular.fntdata"/><Relationship Id="rId15" Type="http://schemas.openxmlformats.org/officeDocument/2006/relationships/slide" Target="slides/slide11.xml"/><Relationship Id="rId59" Type="http://customschemas.google.com/relationships/presentationmetadata" Target="metadata"/><Relationship Id="rId14" Type="http://schemas.openxmlformats.org/officeDocument/2006/relationships/slide" Target="slides/slide10.xml"/><Relationship Id="rId58" Type="http://schemas.openxmlformats.org/officeDocument/2006/relationships/font" Target="fonts/ShareTech-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4" name="Google Shape;4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2" name="Google Shape;50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8" name="Google Shape;5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4" name="Google Shape;5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7" name="Google Shape;52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3" name="Google Shape;53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9" name="Google Shape;53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5" name="Google Shape;54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1" name="Google Shape;55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7" name="Google Shape;55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9" name="Google Shape;56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5" name="Google Shape;57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1" name="Google Shape;58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7" name="Google Shape;58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3" name="Google Shape;59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9" name="Google Shape;59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4" name="Google Shape;60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7"/>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solidFill>
                  <a:schemeClr val="l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 name="Google Shape;10;p27"/>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7"/>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7"/>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7"/>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7"/>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7"/>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7"/>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 name="Google Shape;17;p27"/>
          <p:cNvGrpSpPr/>
          <p:nvPr/>
        </p:nvGrpSpPr>
        <p:grpSpPr>
          <a:xfrm>
            <a:off x="8263682" y="-434366"/>
            <a:ext cx="188886" cy="1181532"/>
            <a:chOff x="2877432" y="975334"/>
            <a:chExt cx="188886" cy="1181532"/>
          </a:xfrm>
        </p:grpSpPr>
        <p:sp>
          <p:nvSpPr>
            <p:cNvPr id="18" name="Google Shape;18;p27"/>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7"/>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7"/>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27"/>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 name="Google Shape;22;p27"/>
          <p:cNvGrpSpPr/>
          <p:nvPr/>
        </p:nvGrpSpPr>
        <p:grpSpPr>
          <a:xfrm>
            <a:off x="3090746" y="-533657"/>
            <a:ext cx="98059" cy="1147595"/>
            <a:chOff x="3347921" y="16006"/>
            <a:chExt cx="98059" cy="1147595"/>
          </a:xfrm>
        </p:grpSpPr>
        <p:sp>
          <p:nvSpPr>
            <p:cNvPr id="23" name="Google Shape;23;p27"/>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7"/>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 name="Google Shape;25;p27"/>
          <p:cNvGrpSpPr/>
          <p:nvPr/>
        </p:nvGrpSpPr>
        <p:grpSpPr>
          <a:xfrm>
            <a:off x="4892771" y="-340112"/>
            <a:ext cx="121172" cy="760495"/>
            <a:chOff x="5245196" y="3136513"/>
            <a:chExt cx="121172" cy="760495"/>
          </a:xfrm>
        </p:grpSpPr>
        <p:sp>
          <p:nvSpPr>
            <p:cNvPr id="26" name="Google Shape;26;p27"/>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7"/>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 name="Google Shape;28;p27"/>
          <p:cNvGrpSpPr/>
          <p:nvPr/>
        </p:nvGrpSpPr>
        <p:grpSpPr>
          <a:xfrm>
            <a:off x="250617" y="2402301"/>
            <a:ext cx="188650" cy="2468355"/>
            <a:chOff x="250617" y="2402301"/>
            <a:chExt cx="188650" cy="2468355"/>
          </a:xfrm>
        </p:grpSpPr>
        <p:sp>
          <p:nvSpPr>
            <p:cNvPr id="29" name="Google Shape;29;p27"/>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7"/>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7"/>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7"/>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 name="Google Shape;33;p27"/>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7"/>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 name="Google Shape;35;p27"/>
          <p:cNvGrpSpPr/>
          <p:nvPr/>
        </p:nvGrpSpPr>
        <p:grpSpPr>
          <a:xfrm>
            <a:off x="2038689" y="173907"/>
            <a:ext cx="57599" cy="831799"/>
            <a:chOff x="2038689" y="173907"/>
            <a:chExt cx="57599" cy="831799"/>
          </a:xfrm>
        </p:grpSpPr>
        <p:sp>
          <p:nvSpPr>
            <p:cNvPr id="36" name="Google Shape;36;p27"/>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7"/>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spTree>
      <p:nvGrpSpPr>
        <p:cNvPr id="38" name="Shape 38"/>
        <p:cNvGrpSpPr/>
        <p:nvPr/>
      </p:nvGrpSpPr>
      <p:grpSpPr>
        <a:xfrm>
          <a:off x="0" y="0"/>
          <a:ext cx="0" cy="0"/>
          <a:chOff x="0" y="0"/>
          <a:chExt cx="0" cy="0"/>
        </a:xfrm>
      </p:grpSpPr>
      <p:sp>
        <p:nvSpPr>
          <p:cNvPr id="39" name="Google Shape;39;p28"/>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8"/>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8"/>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8"/>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 name="Google Shape;43;p28"/>
          <p:cNvGrpSpPr/>
          <p:nvPr/>
        </p:nvGrpSpPr>
        <p:grpSpPr>
          <a:xfrm>
            <a:off x="6626134" y="-164562"/>
            <a:ext cx="121172" cy="760495"/>
            <a:chOff x="5245196" y="3136513"/>
            <a:chExt cx="121172" cy="760495"/>
          </a:xfrm>
        </p:grpSpPr>
        <p:sp>
          <p:nvSpPr>
            <p:cNvPr id="44" name="Google Shape;44;p2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28"/>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8"/>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8"/>
          <p:cNvSpPr txBox="1"/>
          <p:nvPr>
            <p:ph type="ctrTitle"/>
          </p:nvPr>
        </p:nvSpPr>
        <p:spPr>
          <a:xfrm>
            <a:off x="891226"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49" name="Google Shape;49;p28"/>
          <p:cNvSpPr txBox="1"/>
          <p:nvPr>
            <p:ph idx="1" type="subTitle"/>
          </p:nvPr>
        </p:nvSpPr>
        <p:spPr>
          <a:xfrm>
            <a:off x="891226"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50" name="Google Shape;50;p28"/>
          <p:cNvSpPr txBox="1"/>
          <p:nvPr>
            <p:ph idx="2" type="ctrTitle"/>
          </p:nvPr>
        </p:nvSpPr>
        <p:spPr>
          <a:xfrm>
            <a:off x="3503173"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51" name="Google Shape;51;p28"/>
          <p:cNvSpPr txBox="1"/>
          <p:nvPr>
            <p:ph idx="3" type="subTitle"/>
          </p:nvPr>
        </p:nvSpPr>
        <p:spPr>
          <a:xfrm>
            <a:off x="3503173"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52" name="Google Shape;52;p28"/>
          <p:cNvSpPr txBox="1"/>
          <p:nvPr>
            <p:ph idx="4" type="ctrTitle"/>
          </p:nvPr>
        </p:nvSpPr>
        <p:spPr>
          <a:xfrm>
            <a:off x="6124594" y="1267450"/>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53" name="Google Shape;53;p28"/>
          <p:cNvSpPr txBox="1"/>
          <p:nvPr>
            <p:ph idx="5" type="subTitle"/>
          </p:nvPr>
        </p:nvSpPr>
        <p:spPr>
          <a:xfrm>
            <a:off x="6124594" y="3491100"/>
            <a:ext cx="18813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54" name="Google Shape;54;p28"/>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sp>
        <p:nvSpPr>
          <p:cNvPr id="56" name="Google Shape;56;p29"/>
          <p:cNvSpPr txBox="1"/>
          <p:nvPr>
            <p:ph type="ctrTitle"/>
          </p:nvPr>
        </p:nvSpPr>
        <p:spPr>
          <a:xfrm>
            <a:off x="923625" y="1196026"/>
            <a:ext cx="982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57" name="Google Shape;57;p29"/>
          <p:cNvSpPr txBox="1"/>
          <p:nvPr>
            <p:ph idx="1" type="subTitle"/>
          </p:nvPr>
        </p:nvSpPr>
        <p:spPr>
          <a:xfrm>
            <a:off x="923637" y="1684093"/>
            <a:ext cx="26205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58" name="Google Shape;58;p29"/>
          <p:cNvSpPr txBox="1"/>
          <p:nvPr>
            <p:ph idx="2" type="ctrTitle"/>
          </p:nvPr>
        </p:nvSpPr>
        <p:spPr>
          <a:xfrm>
            <a:off x="7050379" y="1196025"/>
            <a:ext cx="1137300" cy="577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59" name="Google Shape;59;p29"/>
          <p:cNvSpPr txBox="1"/>
          <p:nvPr>
            <p:ph idx="3" type="subTitle"/>
          </p:nvPr>
        </p:nvSpPr>
        <p:spPr>
          <a:xfrm>
            <a:off x="5450166" y="1684093"/>
            <a:ext cx="2737500" cy="1112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60" name="Google Shape;60;p29"/>
          <p:cNvSpPr txBox="1"/>
          <p:nvPr>
            <p:ph idx="4" type="ctrTitle"/>
          </p:nvPr>
        </p:nvSpPr>
        <p:spPr>
          <a:xfrm>
            <a:off x="618825" y="411675"/>
            <a:ext cx="4618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61" name="Google Shape;61;p29"/>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9"/>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9"/>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9"/>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5" name="Google Shape;65;p29"/>
          <p:cNvGrpSpPr/>
          <p:nvPr/>
        </p:nvGrpSpPr>
        <p:grpSpPr>
          <a:xfrm>
            <a:off x="6626134" y="-164562"/>
            <a:ext cx="121172" cy="760495"/>
            <a:chOff x="5245196" y="3136513"/>
            <a:chExt cx="121172" cy="760495"/>
          </a:xfrm>
        </p:grpSpPr>
        <p:sp>
          <p:nvSpPr>
            <p:cNvPr id="66" name="Google Shape;66;p29"/>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9"/>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29"/>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9"/>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70" name="Shape 70"/>
        <p:cNvGrpSpPr/>
        <p:nvPr/>
      </p:nvGrpSpPr>
      <p:grpSpPr>
        <a:xfrm>
          <a:off x="0" y="0"/>
          <a:ext cx="0" cy="0"/>
          <a:chOff x="0" y="0"/>
          <a:chExt cx="0" cy="0"/>
        </a:xfrm>
      </p:grpSpPr>
      <p:cxnSp>
        <p:nvCxnSpPr>
          <p:cNvPr id="71" name="Google Shape;71;p30"/>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72" name="Google Shape;72;p30"/>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3" name="Google Shape;73;p30"/>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4" name="Google Shape;7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5" name="Shape 75"/>
        <p:cNvGrpSpPr/>
        <p:nvPr/>
      </p:nvGrpSpPr>
      <p:grpSpPr>
        <a:xfrm>
          <a:off x="0" y="0"/>
          <a:ext cx="0" cy="0"/>
          <a:chOff x="0" y="0"/>
          <a:chExt cx="0" cy="0"/>
        </a:xfrm>
      </p:grpSpPr>
      <p:sp>
        <p:nvSpPr>
          <p:cNvPr id="76" name="Google Shape;76;p31"/>
          <p:cNvSpPr/>
          <p:nvPr/>
        </p:nvSpPr>
        <p:spPr>
          <a:xfrm>
            <a:off x="720239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1"/>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8" name="Google Shape;78;p31"/>
          <p:cNvGrpSpPr/>
          <p:nvPr/>
        </p:nvGrpSpPr>
        <p:grpSpPr>
          <a:xfrm>
            <a:off x="8263682" y="-434366"/>
            <a:ext cx="188886" cy="1181532"/>
            <a:chOff x="2877432" y="975334"/>
            <a:chExt cx="188886" cy="1181532"/>
          </a:xfrm>
        </p:grpSpPr>
        <p:sp>
          <p:nvSpPr>
            <p:cNvPr id="79" name="Google Shape;79;p31"/>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1"/>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1"/>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2" name="Google Shape;82;p31"/>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3" name="Google Shape;83;p31"/>
          <p:cNvGrpSpPr/>
          <p:nvPr/>
        </p:nvGrpSpPr>
        <p:grpSpPr>
          <a:xfrm>
            <a:off x="3643898" y="-436198"/>
            <a:ext cx="133252" cy="1952377"/>
            <a:chOff x="6780548" y="337714"/>
            <a:chExt cx="133252" cy="1952377"/>
          </a:xfrm>
        </p:grpSpPr>
        <p:sp>
          <p:nvSpPr>
            <p:cNvPr id="84" name="Google Shape;84;p31"/>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1"/>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31"/>
          <p:cNvSpPr/>
          <p:nvPr/>
        </p:nvSpPr>
        <p:spPr>
          <a:xfrm>
            <a:off x="8935726" y="10"/>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7" name="Google Shape;87;p31"/>
          <p:cNvGrpSpPr/>
          <p:nvPr/>
        </p:nvGrpSpPr>
        <p:grpSpPr>
          <a:xfrm>
            <a:off x="8008096" y="2108910"/>
            <a:ext cx="199001" cy="2139770"/>
            <a:chOff x="8008096" y="2108910"/>
            <a:chExt cx="199001" cy="2139770"/>
          </a:xfrm>
        </p:grpSpPr>
        <p:sp>
          <p:nvSpPr>
            <p:cNvPr id="88" name="Google Shape;88;p31"/>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31"/>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 name="Google Shape;90;p31"/>
          <p:cNvGrpSpPr/>
          <p:nvPr/>
        </p:nvGrpSpPr>
        <p:grpSpPr>
          <a:xfrm>
            <a:off x="520996" y="1091548"/>
            <a:ext cx="199001" cy="2139770"/>
            <a:chOff x="8008096" y="2108910"/>
            <a:chExt cx="199001" cy="2139770"/>
          </a:xfrm>
        </p:grpSpPr>
        <p:sp>
          <p:nvSpPr>
            <p:cNvPr id="91" name="Google Shape;91;p31"/>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1"/>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p31"/>
          <p:cNvSpPr txBox="1"/>
          <p:nvPr>
            <p:ph type="ctrTitle"/>
          </p:nvPr>
        </p:nvSpPr>
        <p:spPr>
          <a:xfrm>
            <a:off x="2031287" y="1742775"/>
            <a:ext cx="2622000" cy="837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200"/>
              <a:buNone/>
              <a:defRPr sz="4800">
                <a:solidFill>
                  <a:schemeClr val="lt1"/>
                </a:solidFill>
              </a:defRPr>
            </a:lvl1pPr>
            <a:lvl2pPr lvl="1" algn="l">
              <a:lnSpc>
                <a:spcPct val="100000"/>
              </a:lnSpc>
              <a:spcBef>
                <a:spcPts val="0"/>
              </a:spcBef>
              <a:spcAft>
                <a:spcPts val="0"/>
              </a:spcAft>
              <a:buClr>
                <a:srgbClr val="000000"/>
              </a:buClr>
              <a:buSzPts val="1200"/>
              <a:buNone/>
              <a:defRPr sz="1200">
                <a:solidFill>
                  <a:srgbClr val="000000"/>
                </a:solidFill>
              </a:defRPr>
            </a:lvl2pPr>
            <a:lvl3pPr lvl="2" algn="l">
              <a:lnSpc>
                <a:spcPct val="100000"/>
              </a:lnSpc>
              <a:spcBef>
                <a:spcPts val="0"/>
              </a:spcBef>
              <a:spcAft>
                <a:spcPts val="0"/>
              </a:spcAft>
              <a:buClr>
                <a:srgbClr val="000000"/>
              </a:buClr>
              <a:buSzPts val="1200"/>
              <a:buNone/>
              <a:defRPr sz="1200">
                <a:solidFill>
                  <a:srgbClr val="000000"/>
                </a:solidFill>
              </a:defRPr>
            </a:lvl3pPr>
            <a:lvl4pPr lvl="3" algn="l">
              <a:lnSpc>
                <a:spcPct val="100000"/>
              </a:lnSpc>
              <a:spcBef>
                <a:spcPts val="0"/>
              </a:spcBef>
              <a:spcAft>
                <a:spcPts val="0"/>
              </a:spcAft>
              <a:buClr>
                <a:srgbClr val="000000"/>
              </a:buClr>
              <a:buSzPts val="1200"/>
              <a:buNone/>
              <a:defRPr sz="1200">
                <a:solidFill>
                  <a:srgbClr val="000000"/>
                </a:solidFill>
              </a:defRPr>
            </a:lvl4pPr>
            <a:lvl5pPr lvl="4" algn="l">
              <a:lnSpc>
                <a:spcPct val="100000"/>
              </a:lnSpc>
              <a:spcBef>
                <a:spcPts val="0"/>
              </a:spcBef>
              <a:spcAft>
                <a:spcPts val="0"/>
              </a:spcAft>
              <a:buClr>
                <a:srgbClr val="000000"/>
              </a:buClr>
              <a:buSzPts val="1200"/>
              <a:buNone/>
              <a:defRPr sz="1200">
                <a:solidFill>
                  <a:srgbClr val="000000"/>
                </a:solidFill>
              </a:defRPr>
            </a:lvl5pPr>
            <a:lvl6pPr lvl="5" algn="l">
              <a:lnSpc>
                <a:spcPct val="100000"/>
              </a:lnSpc>
              <a:spcBef>
                <a:spcPts val="0"/>
              </a:spcBef>
              <a:spcAft>
                <a:spcPts val="0"/>
              </a:spcAft>
              <a:buClr>
                <a:srgbClr val="000000"/>
              </a:buClr>
              <a:buSzPts val="1200"/>
              <a:buNone/>
              <a:defRPr sz="1200">
                <a:solidFill>
                  <a:srgbClr val="000000"/>
                </a:solidFill>
              </a:defRPr>
            </a:lvl6pPr>
            <a:lvl7pPr lvl="6" algn="l">
              <a:lnSpc>
                <a:spcPct val="100000"/>
              </a:lnSpc>
              <a:spcBef>
                <a:spcPts val="0"/>
              </a:spcBef>
              <a:spcAft>
                <a:spcPts val="0"/>
              </a:spcAft>
              <a:buClr>
                <a:srgbClr val="000000"/>
              </a:buClr>
              <a:buSzPts val="1200"/>
              <a:buNone/>
              <a:defRPr sz="1200">
                <a:solidFill>
                  <a:srgbClr val="000000"/>
                </a:solidFill>
              </a:defRPr>
            </a:lvl7pPr>
            <a:lvl8pPr lvl="7" algn="l">
              <a:lnSpc>
                <a:spcPct val="100000"/>
              </a:lnSpc>
              <a:spcBef>
                <a:spcPts val="0"/>
              </a:spcBef>
              <a:spcAft>
                <a:spcPts val="0"/>
              </a:spcAft>
              <a:buClr>
                <a:srgbClr val="000000"/>
              </a:buClr>
              <a:buSzPts val="1200"/>
              <a:buNone/>
              <a:defRPr sz="1200">
                <a:solidFill>
                  <a:srgbClr val="000000"/>
                </a:solidFill>
              </a:defRPr>
            </a:lvl8pPr>
            <a:lvl9pPr lvl="8" algn="l">
              <a:lnSpc>
                <a:spcPct val="100000"/>
              </a:lnSpc>
              <a:spcBef>
                <a:spcPts val="0"/>
              </a:spcBef>
              <a:spcAft>
                <a:spcPts val="0"/>
              </a:spcAft>
              <a:buClr>
                <a:srgbClr val="000000"/>
              </a:buClr>
              <a:buSzPts val="1200"/>
              <a:buNone/>
              <a:defRPr sz="1200">
                <a:solidFill>
                  <a:srgbClr val="000000"/>
                </a:solidFill>
              </a:defRPr>
            </a:lvl9pPr>
          </a:lstStyle>
          <a:p/>
        </p:txBody>
      </p:sp>
      <p:sp>
        <p:nvSpPr>
          <p:cNvPr id="94" name="Google Shape;94;p31"/>
          <p:cNvSpPr txBox="1"/>
          <p:nvPr>
            <p:ph idx="1" type="subTitle"/>
          </p:nvPr>
        </p:nvSpPr>
        <p:spPr>
          <a:xfrm>
            <a:off x="1791587" y="2417450"/>
            <a:ext cx="3101400" cy="104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95" name="Google Shape;95;p31"/>
          <p:cNvSpPr txBox="1"/>
          <p:nvPr>
            <p:ph idx="2" type="title"/>
          </p:nvPr>
        </p:nvSpPr>
        <p:spPr>
          <a:xfrm>
            <a:off x="5834900" y="2122225"/>
            <a:ext cx="981000" cy="57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4800"/>
              <a:buNone/>
              <a:defRPr sz="6000"/>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6" name="Shape 96"/>
        <p:cNvGrpSpPr/>
        <p:nvPr/>
      </p:nvGrpSpPr>
      <p:grpSpPr>
        <a:xfrm>
          <a:off x="0" y="0"/>
          <a:ext cx="0" cy="0"/>
          <a:chOff x="0" y="0"/>
          <a:chExt cx="0" cy="0"/>
        </a:xfrm>
      </p:grpSpPr>
      <p:sp>
        <p:nvSpPr>
          <p:cNvPr id="97" name="Google Shape;97;p32"/>
          <p:cNvSpPr txBox="1"/>
          <p:nvPr>
            <p:ph idx="1" type="body"/>
          </p:nvPr>
        </p:nvSpPr>
        <p:spPr>
          <a:xfrm>
            <a:off x="618825" y="1679175"/>
            <a:ext cx="3534300" cy="20901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8" name="Google Shape;98;p32"/>
          <p:cNvSpPr txBox="1"/>
          <p:nvPr>
            <p:ph type="ctrTitle"/>
          </p:nvPr>
        </p:nvSpPr>
        <p:spPr>
          <a:xfrm>
            <a:off x="618825" y="411675"/>
            <a:ext cx="2686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99" name="Google Shape;99;p32"/>
          <p:cNvSpPr/>
          <p:nvPr/>
        </p:nvSpPr>
        <p:spPr>
          <a:xfrm>
            <a:off x="720000" y="46901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2"/>
          <p:cNvSpPr/>
          <p:nvPr/>
        </p:nvSpPr>
        <p:spPr>
          <a:xfrm>
            <a:off x="2058475" y="41522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2"/>
          <p:cNvSpPr/>
          <p:nvPr/>
        </p:nvSpPr>
        <p:spPr>
          <a:xfrm>
            <a:off x="1432075" y="429640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2"/>
          <p:cNvSpPr/>
          <p:nvPr/>
        </p:nvSpPr>
        <p:spPr>
          <a:xfrm>
            <a:off x="2194725" y="44747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2"/>
          <p:cNvSpPr/>
          <p:nvPr/>
        </p:nvSpPr>
        <p:spPr>
          <a:xfrm>
            <a:off x="1585475" y="469551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4" name="Google Shape;104;p32"/>
          <p:cNvGrpSpPr/>
          <p:nvPr/>
        </p:nvGrpSpPr>
        <p:grpSpPr>
          <a:xfrm>
            <a:off x="8148521" y="3004593"/>
            <a:ext cx="98059" cy="1147595"/>
            <a:chOff x="3347921" y="16006"/>
            <a:chExt cx="98059" cy="1147595"/>
          </a:xfrm>
        </p:grpSpPr>
        <p:sp>
          <p:nvSpPr>
            <p:cNvPr id="105" name="Google Shape;105;p32"/>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2"/>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 name="Google Shape;107;p32"/>
          <p:cNvGrpSpPr/>
          <p:nvPr/>
        </p:nvGrpSpPr>
        <p:grpSpPr>
          <a:xfrm>
            <a:off x="281421" y="3769263"/>
            <a:ext cx="121172" cy="760495"/>
            <a:chOff x="5245196" y="3136513"/>
            <a:chExt cx="121172" cy="760495"/>
          </a:xfrm>
        </p:grpSpPr>
        <p:sp>
          <p:nvSpPr>
            <p:cNvPr id="108" name="Google Shape;108;p32"/>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2"/>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0" name="Google Shape;110;p32"/>
          <p:cNvGrpSpPr/>
          <p:nvPr/>
        </p:nvGrpSpPr>
        <p:grpSpPr>
          <a:xfrm>
            <a:off x="8534739" y="4069632"/>
            <a:ext cx="57599" cy="831799"/>
            <a:chOff x="2038689" y="173907"/>
            <a:chExt cx="57599" cy="831799"/>
          </a:xfrm>
        </p:grpSpPr>
        <p:sp>
          <p:nvSpPr>
            <p:cNvPr id="111" name="Google Shape;111;p32"/>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32"/>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3" name="Google Shape;113;p32"/>
          <p:cNvSpPr/>
          <p:nvPr/>
        </p:nvSpPr>
        <p:spPr>
          <a:xfrm>
            <a:off x="7686100" y="45688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32"/>
          <p:cNvSpPr/>
          <p:nvPr/>
        </p:nvSpPr>
        <p:spPr>
          <a:xfrm>
            <a:off x="8868125" y="3769263"/>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5" name="Shape 115"/>
        <p:cNvGrpSpPr/>
        <p:nvPr/>
      </p:nvGrpSpPr>
      <p:grpSpPr>
        <a:xfrm>
          <a:off x="0" y="0"/>
          <a:ext cx="0" cy="0"/>
          <a:chOff x="0" y="0"/>
          <a:chExt cx="0" cy="0"/>
        </a:xfrm>
      </p:grpSpPr>
      <p:sp>
        <p:nvSpPr>
          <p:cNvPr id="116" name="Google Shape;116;p33"/>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17" name="Google Shape;117;p33"/>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3"/>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3"/>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3"/>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3"/>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3"/>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3"/>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3"/>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3"/>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3"/>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7" name="Shape 127"/>
        <p:cNvGrpSpPr/>
        <p:nvPr/>
      </p:nvGrpSpPr>
      <p:grpSpPr>
        <a:xfrm>
          <a:off x="0" y="0"/>
          <a:ext cx="0" cy="0"/>
          <a:chOff x="0" y="0"/>
          <a:chExt cx="0" cy="0"/>
        </a:xfrm>
      </p:grpSpPr>
      <p:sp>
        <p:nvSpPr>
          <p:cNvPr id="128" name="Google Shape;128;p34"/>
          <p:cNvSpPr txBox="1"/>
          <p:nvPr>
            <p:ph idx="1" type="body"/>
          </p:nvPr>
        </p:nvSpPr>
        <p:spPr>
          <a:xfrm>
            <a:off x="618306" y="2199025"/>
            <a:ext cx="1905900" cy="12963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29" name="Google Shape;129;p34"/>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130" name="Google Shape;130;p34"/>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4"/>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4"/>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4"/>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4" name="Google Shape;134;p34"/>
          <p:cNvGrpSpPr/>
          <p:nvPr/>
        </p:nvGrpSpPr>
        <p:grpSpPr>
          <a:xfrm>
            <a:off x="6626134" y="-164562"/>
            <a:ext cx="121172" cy="760495"/>
            <a:chOff x="5245196" y="3136513"/>
            <a:chExt cx="121172" cy="760495"/>
          </a:xfrm>
        </p:grpSpPr>
        <p:sp>
          <p:nvSpPr>
            <p:cNvPr id="135" name="Google Shape;135;p34"/>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4"/>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7" name="Google Shape;137;p34"/>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4"/>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9" name="Shape 139"/>
        <p:cNvGrpSpPr/>
        <p:nvPr/>
      </p:nvGrpSpPr>
      <p:grpSpPr>
        <a:xfrm>
          <a:off x="0" y="0"/>
          <a:ext cx="0" cy="0"/>
          <a:chOff x="0" y="0"/>
          <a:chExt cx="0" cy="0"/>
        </a:xfrm>
      </p:grpSpPr>
      <p:sp>
        <p:nvSpPr>
          <p:cNvPr id="140" name="Google Shape;140;p35"/>
          <p:cNvSpPr txBox="1"/>
          <p:nvPr>
            <p:ph type="title"/>
          </p:nvPr>
        </p:nvSpPr>
        <p:spPr>
          <a:xfrm>
            <a:off x="2037000" y="1496400"/>
            <a:ext cx="5070000" cy="2150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72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41" name="Google Shape;141;p35"/>
          <p:cNvSpPr/>
          <p:nvPr/>
        </p:nvSpPr>
        <p:spPr>
          <a:xfrm>
            <a:off x="1060456" y="1158638"/>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35"/>
          <p:cNvSpPr/>
          <p:nvPr/>
        </p:nvSpPr>
        <p:spPr>
          <a:xfrm>
            <a:off x="7799740" y="916059"/>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5"/>
          <p:cNvSpPr/>
          <p:nvPr/>
        </p:nvSpPr>
        <p:spPr>
          <a:xfrm>
            <a:off x="5257933" y="2452405"/>
            <a:ext cx="57599" cy="57599"/>
          </a:xfrm>
          <a:custGeom>
            <a:rect b="b" l="l" r="r" t="t"/>
            <a:pathLst>
              <a:path extrusionOk="0" fill="none" h="2198" w="2198">
                <a:moveTo>
                  <a:pt x="1" y="1"/>
                </a:moveTo>
                <a:lnTo>
                  <a:pt x="2198" y="1"/>
                </a:lnTo>
                <a:lnTo>
                  <a:pt x="2198" y="2198"/>
                </a:lnTo>
                <a:lnTo>
                  <a:pt x="1" y="2198"/>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5"/>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35"/>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5"/>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7" name="Google Shape;147;p35"/>
          <p:cNvGrpSpPr/>
          <p:nvPr/>
        </p:nvGrpSpPr>
        <p:grpSpPr>
          <a:xfrm>
            <a:off x="8263682" y="-434366"/>
            <a:ext cx="188886" cy="1181532"/>
            <a:chOff x="2877432" y="975334"/>
            <a:chExt cx="188886" cy="1181532"/>
          </a:xfrm>
        </p:grpSpPr>
        <p:sp>
          <p:nvSpPr>
            <p:cNvPr id="148" name="Google Shape;148;p35"/>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5"/>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5"/>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1" name="Google Shape;151;p35"/>
          <p:cNvSpPr/>
          <p:nvPr/>
        </p:nvSpPr>
        <p:spPr>
          <a:xfrm>
            <a:off x="8485996" y="161463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5"/>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5"/>
          <p:cNvSpPr/>
          <p:nvPr/>
        </p:nvSpPr>
        <p:spPr>
          <a:xfrm>
            <a:off x="1778504" y="2156778"/>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4" name="Google Shape;154;p35"/>
          <p:cNvGrpSpPr/>
          <p:nvPr/>
        </p:nvGrpSpPr>
        <p:grpSpPr>
          <a:xfrm>
            <a:off x="3090746" y="-533657"/>
            <a:ext cx="98059" cy="1147595"/>
            <a:chOff x="3347921" y="16006"/>
            <a:chExt cx="98059" cy="1147595"/>
          </a:xfrm>
        </p:grpSpPr>
        <p:sp>
          <p:nvSpPr>
            <p:cNvPr id="155" name="Google Shape;155;p35"/>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5"/>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7" name="Google Shape;157;p35"/>
          <p:cNvGrpSpPr/>
          <p:nvPr/>
        </p:nvGrpSpPr>
        <p:grpSpPr>
          <a:xfrm>
            <a:off x="4892771" y="-340112"/>
            <a:ext cx="121172" cy="760495"/>
            <a:chOff x="5245196" y="3136513"/>
            <a:chExt cx="121172" cy="760495"/>
          </a:xfrm>
        </p:grpSpPr>
        <p:sp>
          <p:nvSpPr>
            <p:cNvPr id="158" name="Google Shape;158;p3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0" name="Google Shape;160;p35"/>
          <p:cNvGrpSpPr/>
          <p:nvPr/>
        </p:nvGrpSpPr>
        <p:grpSpPr>
          <a:xfrm>
            <a:off x="6967836" y="85439"/>
            <a:ext cx="133252" cy="1952377"/>
            <a:chOff x="6780548" y="337714"/>
            <a:chExt cx="133252" cy="1952377"/>
          </a:xfrm>
        </p:grpSpPr>
        <p:sp>
          <p:nvSpPr>
            <p:cNvPr id="161" name="Google Shape;161;p35"/>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35"/>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3" name="Google Shape;163;p35"/>
          <p:cNvGrpSpPr/>
          <p:nvPr/>
        </p:nvGrpSpPr>
        <p:grpSpPr>
          <a:xfrm>
            <a:off x="250617" y="2402301"/>
            <a:ext cx="188650" cy="2468355"/>
            <a:chOff x="250617" y="2402301"/>
            <a:chExt cx="188650" cy="2468355"/>
          </a:xfrm>
        </p:grpSpPr>
        <p:sp>
          <p:nvSpPr>
            <p:cNvPr id="164" name="Google Shape;164;p35"/>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5"/>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5"/>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5"/>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8" name="Google Shape;168;p35"/>
          <p:cNvGrpSpPr/>
          <p:nvPr/>
        </p:nvGrpSpPr>
        <p:grpSpPr>
          <a:xfrm>
            <a:off x="982417" y="1695096"/>
            <a:ext cx="199237" cy="2828935"/>
            <a:chOff x="1608717" y="1280046"/>
            <a:chExt cx="199237" cy="2828935"/>
          </a:xfrm>
        </p:grpSpPr>
        <p:sp>
          <p:nvSpPr>
            <p:cNvPr id="169" name="Google Shape;169;p35"/>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5"/>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5"/>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2" name="Google Shape;172;p35"/>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3" name="Google Shape;173;p35"/>
          <p:cNvGrpSpPr/>
          <p:nvPr/>
        </p:nvGrpSpPr>
        <p:grpSpPr>
          <a:xfrm>
            <a:off x="2038689" y="173907"/>
            <a:ext cx="57599" cy="831799"/>
            <a:chOff x="2038689" y="173907"/>
            <a:chExt cx="57599" cy="831799"/>
          </a:xfrm>
        </p:grpSpPr>
        <p:sp>
          <p:nvSpPr>
            <p:cNvPr id="174" name="Google Shape;174;p35"/>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5"/>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6" name="Google Shape;176;p35"/>
          <p:cNvGrpSpPr/>
          <p:nvPr/>
        </p:nvGrpSpPr>
        <p:grpSpPr>
          <a:xfrm>
            <a:off x="8008096" y="2108910"/>
            <a:ext cx="199001" cy="2139770"/>
            <a:chOff x="8008096" y="2108910"/>
            <a:chExt cx="199001" cy="2139770"/>
          </a:xfrm>
        </p:grpSpPr>
        <p:sp>
          <p:nvSpPr>
            <p:cNvPr id="177" name="Google Shape;177;p35"/>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5"/>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9" name="Google Shape;179;p35"/>
          <p:cNvSpPr/>
          <p:nvPr/>
        </p:nvSpPr>
        <p:spPr>
          <a:xfrm>
            <a:off x="2702019" y="1158651"/>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0" name="Google Shape;180;p35"/>
          <p:cNvGrpSpPr/>
          <p:nvPr/>
        </p:nvGrpSpPr>
        <p:grpSpPr>
          <a:xfrm>
            <a:off x="4095146" y="-859690"/>
            <a:ext cx="199001" cy="2139770"/>
            <a:chOff x="8008096" y="2108910"/>
            <a:chExt cx="199001" cy="2139770"/>
          </a:xfrm>
        </p:grpSpPr>
        <p:sp>
          <p:nvSpPr>
            <p:cNvPr id="181" name="Google Shape;181;p35"/>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5"/>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3" name="Google Shape;183;p35"/>
          <p:cNvGrpSpPr/>
          <p:nvPr/>
        </p:nvGrpSpPr>
        <p:grpSpPr>
          <a:xfrm>
            <a:off x="6333286" y="3704939"/>
            <a:ext cx="133252" cy="1952377"/>
            <a:chOff x="6780548" y="337714"/>
            <a:chExt cx="133252" cy="1952377"/>
          </a:xfrm>
        </p:grpSpPr>
        <p:sp>
          <p:nvSpPr>
            <p:cNvPr id="184" name="Google Shape;184;p35"/>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35"/>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6" name="Google Shape;186;p35"/>
          <p:cNvGrpSpPr/>
          <p:nvPr/>
        </p:nvGrpSpPr>
        <p:grpSpPr>
          <a:xfrm>
            <a:off x="2702021" y="3612763"/>
            <a:ext cx="121172" cy="760495"/>
            <a:chOff x="5245196" y="3136513"/>
            <a:chExt cx="121172" cy="760495"/>
          </a:xfrm>
        </p:grpSpPr>
        <p:sp>
          <p:nvSpPr>
            <p:cNvPr id="187" name="Google Shape;187;p35"/>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35"/>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9" name="Google Shape;189;p35"/>
          <p:cNvSpPr/>
          <p:nvPr/>
        </p:nvSpPr>
        <p:spPr>
          <a:xfrm>
            <a:off x="5539523" y="4516718"/>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35"/>
          <p:cNvSpPr/>
          <p:nvPr/>
        </p:nvSpPr>
        <p:spPr>
          <a:xfrm>
            <a:off x="6994217" y="3378784"/>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1" name="Shape 191"/>
        <p:cNvGrpSpPr/>
        <p:nvPr/>
      </p:nvGrpSpPr>
      <p:grpSpPr>
        <a:xfrm>
          <a:off x="0" y="0"/>
          <a:ext cx="0" cy="0"/>
          <a:chOff x="0" y="0"/>
          <a:chExt cx="0" cy="0"/>
        </a:xfrm>
      </p:grpSpPr>
      <p:sp>
        <p:nvSpPr>
          <p:cNvPr id="192" name="Google Shape;192;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93" name="Google Shape;193;p3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94" name="Google Shape;194;p3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95" name="Shape 195"/>
        <p:cNvGrpSpPr/>
        <p:nvPr/>
      </p:nvGrpSpPr>
      <p:grpSpPr>
        <a:xfrm>
          <a:off x="0" y="0"/>
          <a:ext cx="0" cy="0"/>
          <a:chOff x="0" y="0"/>
          <a:chExt cx="0" cy="0"/>
        </a:xfrm>
      </p:grpSpPr>
      <p:sp>
        <p:nvSpPr>
          <p:cNvPr id="196" name="Google Shape;196;p37"/>
          <p:cNvSpPr txBox="1"/>
          <p:nvPr>
            <p:ph type="title"/>
          </p:nvPr>
        </p:nvSpPr>
        <p:spPr>
          <a:xfrm>
            <a:off x="581925" y="3391646"/>
            <a:ext cx="4126500" cy="1321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
    <p:spTree>
      <p:nvGrpSpPr>
        <p:cNvPr id="197" name="Shape 197"/>
        <p:cNvGrpSpPr/>
        <p:nvPr/>
      </p:nvGrpSpPr>
      <p:grpSpPr>
        <a:xfrm>
          <a:off x="0" y="0"/>
          <a:ext cx="0" cy="0"/>
          <a:chOff x="0" y="0"/>
          <a:chExt cx="0" cy="0"/>
        </a:xfrm>
      </p:grpSpPr>
      <p:sp>
        <p:nvSpPr>
          <p:cNvPr id="198" name="Google Shape;198;p38"/>
          <p:cNvSpPr txBox="1"/>
          <p:nvPr>
            <p:ph type="ctrTitle"/>
          </p:nvPr>
        </p:nvSpPr>
        <p:spPr>
          <a:xfrm>
            <a:off x="3068675" y="3075325"/>
            <a:ext cx="3055800" cy="547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5200"/>
              <a:buNone/>
              <a:defRPr sz="2400">
                <a:solidFill>
                  <a:schemeClr val="accent1"/>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99" name="Google Shape;199;p38"/>
          <p:cNvSpPr txBox="1"/>
          <p:nvPr>
            <p:ph idx="1" type="subTitle"/>
          </p:nvPr>
        </p:nvSpPr>
        <p:spPr>
          <a:xfrm>
            <a:off x="2333000" y="1799075"/>
            <a:ext cx="4478100" cy="79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0" name="Google Shape;200;p38"/>
          <p:cNvSpPr/>
          <p:nvPr/>
        </p:nvSpPr>
        <p:spPr>
          <a:xfrm>
            <a:off x="1621169" y="2890613"/>
            <a:ext cx="121198" cy="121434"/>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38"/>
          <p:cNvSpPr/>
          <p:nvPr/>
        </p:nvSpPr>
        <p:spPr>
          <a:xfrm>
            <a:off x="1238740" y="2106884"/>
            <a:ext cx="121434" cy="121434"/>
          </a:xfrm>
          <a:custGeom>
            <a:rect b="b" l="l" r="r" t="t"/>
            <a:pathLst>
              <a:path extrusionOk="0" h="4634" w="4634">
                <a:moveTo>
                  <a:pt x="0" y="1"/>
                </a:moveTo>
                <a:lnTo>
                  <a:pt x="0" y="4634"/>
                </a:lnTo>
                <a:lnTo>
                  <a:pt x="4633" y="4634"/>
                </a:lnTo>
                <a:lnTo>
                  <a:pt x="46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8"/>
          <p:cNvSpPr/>
          <p:nvPr/>
        </p:nvSpPr>
        <p:spPr>
          <a:xfrm>
            <a:off x="8710023" y="4821495"/>
            <a:ext cx="98059" cy="98295"/>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8"/>
          <p:cNvSpPr/>
          <p:nvPr/>
        </p:nvSpPr>
        <p:spPr>
          <a:xfrm>
            <a:off x="275669" y="1557059"/>
            <a:ext cx="57834" cy="57599"/>
          </a:xfrm>
          <a:custGeom>
            <a:rect b="b" l="l" r="r" t="t"/>
            <a:pathLst>
              <a:path extrusionOk="0" fill="none" h="2198" w="2207">
                <a:moveTo>
                  <a:pt x="0" y="0"/>
                </a:moveTo>
                <a:lnTo>
                  <a:pt x="2207" y="0"/>
                </a:lnTo>
                <a:lnTo>
                  <a:pt x="2207" y="2197"/>
                </a:lnTo>
                <a:lnTo>
                  <a:pt x="0" y="2197"/>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8"/>
          <p:cNvSpPr/>
          <p:nvPr/>
        </p:nvSpPr>
        <p:spPr>
          <a:xfrm>
            <a:off x="8263673" y="2953681"/>
            <a:ext cx="104086" cy="104322"/>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5" name="Google Shape;205;p38"/>
          <p:cNvGrpSpPr/>
          <p:nvPr/>
        </p:nvGrpSpPr>
        <p:grpSpPr>
          <a:xfrm>
            <a:off x="8217007" y="3576772"/>
            <a:ext cx="188886" cy="1181532"/>
            <a:chOff x="2877432" y="975334"/>
            <a:chExt cx="188886" cy="1181532"/>
          </a:xfrm>
        </p:grpSpPr>
        <p:sp>
          <p:nvSpPr>
            <p:cNvPr id="206" name="Google Shape;206;p38"/>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8"/>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38"/>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9" name="Google Shape;209;p38"/>
          <p:cNvSpPr/>
          <p:nvPr/>
        </p:nvSpPr>
        <p:spPr>
          <a:xfrm>
            <a:off x="8718796" y="1164882"/>
            <a:ext cx="80502" cy="80476"/>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0" name="Google Shape;210;p38"/>
          <p:cNvGrpSpPr/>
          <p:nvPr/>
        </p:nvGrpSpPr>
        <p:grpSpPr>
          <a:xfrm>
            <a:off x="7519346" y="3243318"/>
            <a:ext cx="98059" cy="1147595"/>
            <a:chOff x="3347921" y="16006"/>
            <a:chExt cx="98059" cy="1147595"/>
          </a:xfrm>
        </p:grpSpPr>
        <p:sp>
          <p:nvSpPr>
            <p:cNvPr id="211" name="Google Shape;211;p38"/>
            <p:cNvSpPr/>
            <p:nvPr/>
          </p:nvSpPr>
          <p:spPr>
            <a:xfrm>
              <a:off x="3347921" y="1065280"/>
              <a:ext cx="98059" cy="98321"/>
            </a:xfrm>
            <a:custGeom>
              <a:rect b="b" l="l" r="r" t="t"/>
              <a:pathLst>
                <a:path extrusionOk="0" fill="none" h="3752" w="3742">
                  <a:moveTo>
                    <a:pt x="0" y="1"/>
                  </a:moveTo>
                  <a:lnTo>
                    <a:pt x="3741" y="1"/>
                  </a:lnTo>
                  <a:lnTo>
                    <a:pt x="3741" y="3751"/>
                  </a:lnTo>
                  <a:lnTo>
                    <a:pt x="0" y="3751"/>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38"/>
            <p:cNvSpPr/>
            <p:nvPr/>
          </p:nvSpPr>
          <p:spPr>
            <a:xfrm>
              <a:off x="3392705" y="16006"/>
              <a:ext cx="8464" cy="894665"/>
            </a:xfrm>
            <a:custGeom>
              <a:rect b="b" l="l" r="r" t="t"/>
              <a:pathLst>
                <a:path extrusionOk="0" h="34141" w="323">
                  <a:moveTo>
                    <a:pt x="157" y="1"/>
                  </a:moveTo>
                  <a:lnTo>
                    <a:pt x="1" y="34141"/>
                  </a:lnTo>
                  <a:lnTo>
                    <a:pt x="323" y="34141"/>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3" name="Google Shape;213;p38"/>
          <p:cNvGrpSpPr/>
          <p:nvPr/>
        </p:nvGrpSpPr>
        <p:grpSpPr>
          <a:xfrm>
            <a:off x="805821" y="2953663"/>
            <a:ext cx="121172" cy="760495"/>
            <a:chOff x="5245196" y="3136513"/>
            <a:chExt cx="121172" cy="760495"/>
          </a:xfrm>
        </p:grpSpPr>
        <p:sp>
          <p:nvSpPr>
            <p:cNvPr id="214" name="Google Shape;214;p3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3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6" name="Google Shape;216;p38"/>
          <p:cNvGrpSpPr/>
          <p:nvPr/>
        </p:nvGrpSpPr>
        <p:grpSpPr>
          <a:xfrm>
            <a:off x="250617" y="2402301"/>
            <a:ext cx="188650" cy="2468355"/>
            <a:chOff x="250617" y="2402301"/>
            <a:chExt cx="188650" cy="2468355"/>
          </a:xfrm>
        </p:grpSpPr>
        <p:sp>
          <p:nvSpPr>
            <p:cNvPr id="217" name="Google Shape;217;p38"/>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38"/>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38"/>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38"/>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1" name="Google Shape;221;p38"/>
          <p:cNvSpPr/>
          <p:nvPr/>
        </p:nvSpPr>
        <p:spPr>
          <a:xfrm>
            <a:off x="8307214" y="-383977"/>
            <a:ext cx="8464" cy="2519637"/>
          </a:xfrm>
          <a:custGeom>
            <a:rect b="b" l="l" r="r" t="t"/>
            <a:pathLst>
              <a:path extrusionOk="0" h="96151" w="323">
                <a:moveTo>
                  <a:pt x="166" y="0"/>
                </a:moveTo>
                <a:lnTo>
                  <a:pt x="1" y="96150"/>
                </a:lnTo>
                <a:lnTo>
                  <a:pt x="323" y="96150"/>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8"/>
          <p:cNvSpPr/>
          <p:nvPr/>
        </p:nvSpPr>
        <p:spPr>
          <a:xfrm>
            <a:off x="646863" y="21446"/>
            <a:ext cx="8464" cy="1689069"/>
          </a:xfrm>
          <a:custGeom>
            <a:rect b="b" l="l" r="r" t="t"/>
            <a:pathLst>
              <a:path extrusionOk="0" h="64456" w="323">
                <a:moveTo>
                  <a:pt x="166" y="0"/>
                </a:moveTo>
                <a:lnTo>
                  <a:pt x="1" y="64456"/>
                </a:lnTo>
                <a:lnTo>
                  <a:pt x="322" y="64456"/>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3" name="Google Shape;223;p38"/>
          <p:cNvGrpSpPr/>
          <p:nvPr/>
        </p:nvGrpSpPr>
        <p:grpSpPr>
          <a:xfrm>
            <a:off x="2038689" y="173907"/>
            <a:ext cx="57599" cy="831799"/>
            <a:chOff x="2038689" y="173907"/>
            <a:chExt cx="57599" cy="831799"/>
          </a:xfrm>
        </p:grpSpPr>
        <p:sp>
          <p:nvSpPr>
            <p:cNvPr id="224" name="Google Shape;224;p38"/>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8"/>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6" name="Google Shape;226;p38"/>
          <p:cNvSpPr/>
          <p:nvPr/>
        </p:nvSpPr>
        <p:spPr>
          <a:xfrm>
            <a:off x="7582340" y="1834534"/>
            <a:ext cx="121434" cy="121434"/>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7" name="Google Shape;227;p38"/>
          <p:cNvGrpSpPr/>
          <p:nvPr/>
        </p:nvGrpSpPr>
        <p:grpSpPr>
          <a:xfrm>
            <a:off x="4920170" y="-496491"/>
            <a:ext cx="188886" cy="1181532"/>
            <a:chOff x="2877432" y="975334"/>
            <a:chExt cx="188886" cy="1181532"/>
          </a:xfrm>
        </p:grpSpPr>
        <p:sp>
          <p:nvSpPr>
            <p:cNvPr id="228" name="Google Shape;228;p38"/>
            <p:cNvSpPr/>
            <p:nvPr/>
          </p:nvSpPr>
          <p:spPr>
            <a:xfrm>
              <a:off x="2877432" y="1968242"/>
              <a:ext cx="188886" cy="188624"/>
            </a:xfrm>
            <a:custGeom>
              <a:rect b="b" l="l" r="r" t="t"/>
              <a:pathLst>
                <a:path extrusionOk="0" fill="none" h="7198" w="7208">
                  <a:moveTo>
                    <a:pt x="1" y="0"/>
                  </a:moveTo>
                  <a:lnTo>
                    <a:pt x="7208" y="0"/>
                  </a:lnTo>
                  <a:lnTo>
                    <a:pt x="7208" y="7198"/>
                  </a:lnTo>
                  <a:lnTo>
                    <a:pt x="1" y="7198"/>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38"/>
            <p:cNvSpPr/>
            <p:nvPr/>
          </p:nvSpPr>
          <p:spPr>
            <a:xfrm>
              <a:off x="2905393" y="1452501"/>
              <a:ext cx="133226" cy="133252"/>
            </a:xfrm>
            <a:custGeom>
              <a:rect b="b" l="l" r="r" t="t"/>
              <a:pathLst>
                <a:path extrusionOk="0" fill="none" h="5085" w="5084">
                  <a:moveTo>
                    <a:pt x="0" y="1"/>
                  </a:moveTo>
                  <a:lnTo>
                    <a:pt x="5083" y="1"/>
                  </a:lnTo>
                  <a:lnTo>
                    <a:pt x="5083" y="5084"/>
                  </a:lnTo>
                  <a:lnTo>
                    <a:pt x="0" y="5084"/>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8"/>
            <p:cNvSpPr/>
            <p:nvPr/>
          </p:nvSpPr>
          <p:spPr>
            <a:xfrm>
              <a:off x="2931651" y="975334"/>
              <a:ext cx="80476" cy="80711"/>
            </a:xfrm>
            <a:custGeom>
              <a:rect b="b" l="l" r="r" t="t"/>
              <a:pathLst>
                <a:path extrusionOk="0" fill="none" h="3080" w="3071">
                  <a:moveTo>
                    <a:pt x="0" y="0"/>
                  </a:moveTo>
                  <a:lnTo>
                    <a:pt x="3070" y="0"/>
                  </a:lnTo>
                  <a:lnTo>
                    <a:pt x="3070" y="3080"/>
                  </a:lnTo>
                  <a:lnTo>
                    <a:pt x="0" y="3080"/>
                  </a:lnTo>
                  <a:close/>
                </a:path>
              </a:pathLst>
            </a:custGeom>
            <a:noFill/>
            <a:ln cap="flat" cmpd="sng" w="9525">
              <a:solidFill>
                <a:schemeClr val="accent2"/>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1" name="Google Shape;231;p38"/>
          <p:cNvSpPr/>
          <p:nvPr/>
        </p:nvSpPr>
        <p:spPr>
          <a:xfrm>
            <a:off x="7084804" y="549572"/>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2" name="Google Shape;232;p38"/>
          <p:cNvGrpSpPr/>
          <p:nvPr/>
        </p:nvGrpSpPr>
        <p:grpSpPr>
          <a:xfrm>
            <a:off x="3030471" y="-223849"/>
            <a:ext cx="121172" cy="760495"/>
            <a:chOff x="5245196" y="3136513"/>
            <a:chExt cx="121172" cy="760495"/>
          </a:xfrm>
        </p:grpSpPr>
        <p:sp>
          <p:nvSpPr>
            <p:cNvPr id="233" name="Google Shape;233;p38"/>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8"/>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5" name="Google Shape;235;p38"/>
          <p:cNvGrpSpPr/>
          <p:nvPr/>
        </p:nvGrpSpPr>
        <p:grpSpPr>
          <a:xfrm>
            <a:off x="2306292" y="2569221"/>
            <a:ext cx="199237" cy="2828935"/>
            <a:chOff x="1608717" y="1280046"/>
            <a:chExt cx="199237" cy="2828935"/>
          </a:xfrm>
        </p:grpSpPr>
        <p:sp>
          <p:nvSpPr>
            <p:cNvPr id="236" name="Google Shape;236;p38"/>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8"/>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8"/>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39" name="Shape 239"/>
        <p:cNvGrpSpPr/>
        <p:nvPr/>
      </p:nvGrpSpPr>
      <p:grpSpPr>
        <a:xfrm>
          <a:off x="0" y="0"/>
          <a:ext cx="0" cy="0"/>
          <a:chOff x="0" y="0"/>
          <a:chExt cx="0" cy="0"/>
        </a:xfrm>
      </p:grpSpPr>
      <p:sp>
        <p:nvSpPr>
          <p:cNvPr id="240" name="Google Shape;240;p39"/>
          <p:cNvSpPr txBox="1"/>
          <p:nvPr>
            <p:ph hasCustomPrompt="1" type="title"/>
          </p:nvPr>
        </p:nvSpPr>
        <p:spPr>
          <a:xfrm>
            <a:off x="1733725" y="856650"/>
            <a:ext cx="5676600" cy="1230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8000">
                <a:solidFill>
                  <a:schemeClr val="accent2"/>
                </a:solidFill>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41" name="Google Shape;241;p39"/>
          <p:cNvSpPr txBox="1"/>
          <p:nvPr>
            <p:ph idx="1" type="body"/>
          </p:nvPr>
        </p:nvSpPr>
        <p:spPr>
          <a:xfrm>
            <a:off x="3208075" y="2086950"/>
            <a:ext cx="2727900" cy="7155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grpSp>
        <p:nvGrpSpPr>
          <p:cNvPr id="242" name="Google Shape;242;p39"/>
          <p:cNvGrpSpPr/>
          <p:nvPr/>
        </p:nvGrpSpPr>
        <p:grpSpPr>
          <a:xfrm>
            <a:off x="722446" y="3412541"/>
            <a:ext cx="7699120" cy="1883463"/>
            <a:chOff x="4558950" y="838825"/>
            <a:chExt cx="2813800" cy="688350"/>
          </a:xfrm>
        </p:grpSpPr>
        <p:sp>
          <p:nvSpPr>
            <p:cNvPr id="243" name="Google Shape;243;p39"/>
            <p:cNvSpPr/>
            <p:nvPr/>
          </p:nvSpPr>
          <p:spPr>
            <a:xfrm>
              <a:off x="6067275" y="838825"/>
              <a:ext cx="46025" cy="39525"/>
            </a:xfrm>
            <a:custGeom>
              <a:rect b="b" l="l" r="r" t="t"/>
              <a:pathLst>
                <a:path extrusionOk="0" h="1581" w="1841">
                  <a:moveTo>
                    <a:pt x="1059" y="0"/>
                  </a:moveTo>
                  <a:cubicBezTo>
                    <a:pt x="353" y="0"/>
                    <a:pt x="1" y="857"/>
                    <a:pt x="492" y="1348"/>
                  </a:cubicBezTo>
                  <a:cubicBezTo>
                    <a:pt x="656" y="1508"/>
                    <a:pt x="856" y="1580"/>
                    <a:pt x="1051" y="1580"/>
                  </a:cubicBezTo>
                  <a:cubicBezTo>
                    <a:pt x="1456" y="1580"/>
                    <a:pt x="1840" y="1270"/>
                    <a:pt x="1840" y="794"/>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39"/>
            <p:cNvSpPr/>
            <p:nvPr/>
          </p:nvSpPr>
          <p:spPr>
            <a:xfrm>
              <a:off x="4703850" y="911275"/>
              <a:ext cx="2580700" cy="613375"/>
            </a:xfrm>
            <a:custGeom>
              <a:rect b="b" l="l" r="r" t="t"/>
              <a:pathLst>
                <a:path extrusionOk="0" h="24535" w="103228">
                  <a:moveTo>
                    <a:pt x="47431" y="0"/>
                  </a:moveTo>
                  <a:lnTo>
                    <a:pt x="34779" y="13685"/>
                  </a:lnTo>
                  <a:lnTo>
                    <a:pt x="20906" y="18309"/>
                  </a:lnTo>
                  <a:lnTo>
                    <a:pt x="15412" y="16898"/>
                  </a:lnTo>
                  <a:lnTo>
                    <a:pt x="9061" y="9892"/>
                  </a:lnTo>
                  <a:lnTo>
                    <a:pt x="1" y="24459"/>
                  </a:lnTo>
                  <a:lnTo>
                    <a:pt x="127" y="24534"/>
                  </a:lnTo>
                  <a:lnTo>
                    <a:pt x="9086" y="10131"/>
                  </a:lnTo>
                  <a:lnTo>
                    <a:pt x="15336" y="17024"/>
                  </a:lnTo>
                  <a:lnTo>
                    <a:pt x="20893" y="18448"/>
                  </a:lnTo>
                  <a:lnTo>
                    <a:pt x="20918" y="18461"/>
                  </a:lnTo>
                  <a:lnTo>
                    <a:pt x="34855" y="13811"/>
                  </a:lnTo>
                  <a:lnTo>
                    <a:pt x="47431" y="215"/>
                  </a:lnTo>
                  <a:lnTo>
                    <a:pt x="59099" y="12778"/>
                  </a:lnTo>
                  <a:lnTo>
                    <a:pt x="67479" y="19620"/>
                  </a:lnTo>
                  <a:lnTo>
                    <a:pt x="76513" y="18196"/>
                  </a:lnTo>
                  <a:lnTo>
                    <a:pt x="82209" y="19885"/>
                  </a:lnTo>
                  <a:lnTo>
                    <a:pt x="88661" y="9035"/>
                  </a:lnTo>
                  <a:lnTo>
                    <a:pt x="95138" y="5860"/>
                  </a:lnTo>
                  <a:lnTo>
                    <a:pt x="103101" y="24496"/>
                  </a:lnTo>
                  <a:lnTo>
                    <a:pt x="103227" y="24433"/>
                  </a:lnTo>
                  <a:lnTo>
                    <a:pt x="95213" y="5671"/>
                  </a:lnTo>
                  <a:lnTo>
                    <a:pt x="88585" y="8922"/>
                  </a:lnTo>
                  <a:lnTo>
                    <a:pt x="88560" y="8934"/>
                  </a:lnTo>
                  <a:lnTo>
                    <a:pt x="82146" y="19708"/>
                  </a:lnTo>
                  <a:lnTo>
                    <a:pt x="76539" y="18057"/>
                  </a:lnTo>
                  <a:lnTo>
                    <a:pt x="76513" y="18045"/>
                  </a:lnTo>
                  <a:lnTo>
                    <a:pt x="67529" y="19469"/>
                  </a:lnTo>
                  <a:lnTo>
                    <a:pt x="59187" y="12664"/>
                  </a:lnTo>
                  <a:lnTo>
                    <a:pt x="4743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9"/>
            <p:cNvSpPr/>
            <p:nvPr/>
          </p:nvSpPr>
          <p:spPr>
            <a:xfrm>
              <a:off x="4704175" y="930800"/>
              <a:ext cx="2582575" cy="595725"/>
            </a:xfrm>
            <a:custGeom>
              <a:rect b="b" l="l" r="r" t="t"/>
              <a:pathLst>
                <a:path extrusionOk="0" h="23829" w="103303">
                  <a:moveTo>
                    <a:pt x="67125" y="1"/>
                  </a:moveTo>
                  <a:lnTo>
                    <a:pt x="58065" y="5948"/>
                  </a:lnTo>
                  <a:lnTo>
                    <a:pt x="47115" y="9817"/>
                  </a:lnTo>
                  <a:lnTo>
                    <a:pt x="41747" y="17995"/>
                  </a:lnTo>
                  <a:lnTo>
                    <a:pt x="26941" y="870"/>
                  </a:lnTo>
                  <a:lnTo>
                    <a:pt x="19822" y="13421"/>
                  </a:lnTo>
                  <a:lnTo>
                    <a:pt x="8758" y="16054"/>
                  </a:lnTo>
                  <a:lnTo>
                    <a:pt x="8733" y="16054"/>
                  </a:lnTo>
                  <a:lnTo>
                    <a:pt x="1" y="23665"/>
                  </a:lnTo>
                  <a:lnTo>
                    <a:pt x="101" y="23766"/>
                  </a:lnTo>
                  <a:lnTo>
                    <a:pt x="8809" y="16180"/>
                  </a:lnTo>
                  <a:lnTo>
                    <a:pt x="19885" y="13547"/>
                  </a:lnTo>
                  <a:lnTo>
                    <a:pt x="19910" y="13547"/>
                  </a:lnTo>
                  <a:lnTo>
                    <a:pt x="26966" y="1122"/>
                  </a:lnTo>
                  <a:lnTo>
                    <a:pt x="41697" y="18158"/>
                  </a:lnTo>
                  <a:lnTo>
                    <a:pt x="41760" y="18234"/>
                  </a:lnTo>
                  <a:lnTo>
                    <a:pt x="47203" y="9930"/>
                  </a:lnTo>
                  <a:lnTo>
                    <a:pt x="58116" y="6087"/>
                  </a:lnTo>
                  <a:lnTo>
                    <a:pt x="67088" y="190"/>
                  </a:lnTo>
                  <a:lnTo>
                    <a:pt x="73224" y="8884"/>
                  </a:lnTo>
                  <a:lnTo>
                    <a:pt x="73262" y="8935"/>
                  </a:lnTo>
                  <a:lnTo>
                    <a:pt x="81125" y="5583"/>
                  </a:lnTo>
                  <a:lnTo>
                    <a:pt x="94091" y="13408"/>
                  </a:lnTo>
                  <a:lnTo>
                    <a:pt x="103189" y="23829"/>
                  </a:lnTo>
                  <a:lnTo>
                    <a:pt x="103303" y="23728"/>
                  </a:lnTo>
                  <a:lnTo>
                    <a:pt x="94192" y="13307"/>
                  </a:lnTo>
                  <a:lnTo>
                    <a:pt x="81138" y="5419"/>
                  </a:lnTo>
                  <a:lnTo>
                    <a:pt x="73312" y="8758"/>
                  </a:lnTo>
                  <a:lnTo>
                    <a:pt x="67125"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39"/>
            <p:cNvSpPr/>
            <p:nvPr/>
          </p:nvSpPr>
          <p:spPr>
            <a:xfrm>
              <a:off x="4904225" y="1145950"/>
              <a:ext cx="46000" cy="39350"/>
            </a:xfrm>
            <a:custGeom>
              <a:rect b="b" l="l" r="r" t="t"/>
              <a:pathLst>
                <a:path extrusionOk="0" h="1574" w="1840">
                  <a:moveTo>
                    <a:pt x="1059" y="1"/>
                  </a:moveTo>
                  <a:cubicBezTo>
                    <a:pt x="353" y="1"/>
                    <a:pt x="0" y="845"/>
                    <a:pt x="504" y="1337"/>
                  </a:cubicBezTo>
                  <a:cubicBezTo>
                    <a:pt x="664" y="1501"/>
                    <a:pt x="861" y="1574"/>
                    <a:pt x="1054" y="1574"/>
                  </a:cubicBezTo>
                  <a:cubicBezTo>
                    <a:pt x="1455" y="1574"/>
                    <a:pt x="1840" y="1258"/>
                    <a:pt x="1840" y="782"/>
                  </a:cubicBezTo>
                  <a:cubicBezTo>
                    <a:pt x="1840" y="354"/>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39"/>
            <p:cNvSpPr/>
            <p:nvPr/>
          </p:nvSpPr>
          <p:spPr>
            <a:xfrm>
              <a:off x="5062350" y="1316075"/>
              <a:ext cx="46025" cy="39350"/>
            </a:xfrm>
            <a:custGeom>
              <a:rect b="b" l="l" r="r" t="t"/>
              <a:pathLst>
                <a:path extrusionOk="0" h="1574" w="1841">
                  <a:moveTo>
                    <a:pt x="1059" y="0"/>
                  </a:moveTo>
                  <a:cubicBezTo>
                    <a:pt x="354" y="0"/>
                    <a:pt x="1" y="845"/>
                    <a:pt x="492" y="1336"/>
                  </a:cubicBezTo>
                  <a:cubicBezTo>
                    <a:pt x="656" y="1500"/>
                    <a:pt x="856" y="1573"/>
                    <a:pt x="1051" y="1573"/>
                  </a:cubicBezTo>
                  <a:cubicBezTo>
                    <a:pt x="1456" y="1573"/>
                    <a:pt x="1841" y="1258"/>
                    <a:pt x="1841" y="782"/>
                  </a:cubicBezTo>
                  <a:cubicBezTo>
                    <a:pt x="1841"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39"/>
            <p:cNvSpPr/>
            <p:nvPr/>
          </p:nvSpPr>
          <p:spPr>
            <a:xfrm>
              <a:off x="5209475" y="1350400"/>
              <a:ext cx="39725" cy="39725"/>
            </a:xfrm>
            <a:custGeom>
              <a:rect b="b" l="l" r="r" t="t"/>
              <a:pathLst>
                <a:path extrusionOk="0" h="1589" w="1589">
                  <a:moveTo>
                    <a:pt x="794" y="1"/>
                  </a:moveTo>
                  <a:cubicBezTo>
                    <a:pt x="353" y="1"/>
                    <a:pt x="0" y="354"/>
                    <a:pt x="0" y="795"/>
                  </a:cubicBezTo>
                  <a:cubicBezTo>
                    <a:pt x="0" y="1223"/>
                    <a:pt x="353" y="1589"/>
                    <a:pt x="794" y="1589"/>
                  </a:cubicBezTo>
                  <a:cubicBezTo>
                    <a:pt x="1235" y="1589"/>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39"/>
            <p:cNvSpPr/>
            <p:nvPr/>
          </p:nvSpPr>
          <p:spPr>
            <a:xfrm>
              <a:off x="5173875" y="1248975"/>
              <a:ext cx="46025" cy="39450"/>
            </a:xfrm>
            <a:custGeom>
              <a:rect b="b" l="l" r="r" t="t"/>
              <a:pathLst>
                <a:path extrusionOk="0" h="1578" w="1841">
                  <a:moveTo>
                    <a:pt x="1059" y="0"/>
                  </a:moveTo>
                  <a:cubicBezTo>
                    <a:pt x="353" y="0"/>
                    <a:pt x="0" y="845"/>
                    <a:pt x="505" y="1349"/>
                  </a:cubicBezTo>
                  <a:cubicBezTo>
                    <a:pt x="663" y="1507"/>
                    <a:pt x="858" y="1578"/>
                    <a:pt x="1049" y="1578"/>
                  </a:cubicBezTo>
                  <a:cubicBezTo>
                    <a:pt x="1452" y="1578"/>
                    <a:pt x="1840" y="1264"/>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39"/>
            <p:cNvSpPr/>
            <p:nvPr/>
          </p:nvSpPr>
          <p:spPr>
            <a:xfrm>
              <a:off x="5352500" y="938375"/>
              <a:ext cx="46000" cy="39500"/>
            </a:xfrm>
            <a:custGeom>
              <a:rect b="b" l="l" r="r" t="t"/>
              <a:pathLst>
                <a:path extrusionOk="0" h="1580" w="1840">
                  <a:moveTo>
                    <a:pt x="1059" y="0"/>
                  </a:moveTo>
                  <a:cubicBezTo>
                    <a:pt x="353" y="0"/>
                    <a:pt x="0" y="857"/>
                    <a:pt x="504" y="1348"/>
                  </a:cubicBezTo>
                  <a:cubicBezTo>
                    <a:pt x="664" y="1508"/>
                    <a:pt x="861" y="1580"/>
                    <a:pt x="1054" y="1580"/>
                  </a:cubicBezTo>
                  <a:cubicBezTo>
                    <a:pt x="1455" y="1580"/>
                    <a:pt x="1840" y="1270"/>
                    <a:pt x="1840" y="794"/>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39"/>
            <p:cNvSpPr/>
            <p:nvPr/>
          </p:nvSpPr>
          <p:spPr>
            <a:xfrm>
              <a:off x="5722650" y="1358275"/>
              <a:ext cx="46000" cy="39525"/>
            </a:xfrm>
            <a:custGeom>
              <a:rect b="b" l="l" r="r" t="t"/>
              <a:pathLst>
                <a:path extrusionOk="0" h="1581" w="1840">
                  <a:moveTo>
                    <a:pt x="1046" y="1"/>
                  </a:moveTo>
                  <a:cubicBezTo>
                    <a:pt x="353" y="1"/>
                    <a:pt x="0" y="858"/>
                    <a:pt x="492" y="1349"/>
                  </a:cubicBezTo>
                  <a:cubicBezTo>
                    <a:pt x="655" y="1509"/>
                    <a:pt x="855" y="1581"/>
                    <a:pt x="1050" y="1581"/>
                  </a:cubicBezTo>
                  <a:cubicBezTo>
                    <a:pt x="1455" y="1581"/>
                    <a:pt x="1840" y="1271"/>
                    <a:pt x="1840" y="795"/>
                  </a:cubicBezTo>
                  <a:cubicBezTo>
                    <a:pt x="1840" y="354"/>
                    <a:pt x="1487" y="1"/>
                    <a:pt x="1046"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39"/>
            <p:cNvSpPr/>
            <p:nvPr/>
          </p:nvSpPr>
          <p:spPr>
            <a:xfrm>
              <a:off x="5859350" y="1157300"/>
              <a:ext cx="46025" cy="39450"/>
            </a:xfrm>
            <a:custGeom>
              <a:rect b="b" l="l" r="r" t="t"/>
              <a:pathLst>
                <a:path extrusionOk="0" h="1578" w="1841">
                  <a:moveTo>
                    <a:pt x="1059" y="1"/>
                  </a:moveTo>
                  <a:cubicBezTo>
                    <a:pt x="354" y="1"/>
                    <a:pt x="1" y="845"/>
                    <a:pt x="492" y="1349"/>
                  </a:cubicBezTo>
                  <a:cubicBezTo>
                    <a:pt x="655" y="1507"/>
                    <a:pt x="852" y="1578"/>
                    <a:pt x="1046" y="1578"/>
                  </a:cubicBezTo>
                  <a:cubicBezTo>
                    <a:pt x="1453" y="1578"/>
                    <a:pt x="1841" y="1264"/>
                    <a:pt x="1841" y="794"/>
                  </a:cubicBezTo>
                  <a:cubicBezTo>
                    <a:pt x="1841" y="353"/>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39"/>
            <p:cNvSpPr/>
            <p:nvPr/>
          </p:nvSpPr>
          <p:spPr>
            <a:xfrm>
              <a:off x="6131225" y="1060900"/>
              <a:ext cx="46025" cy="39350"/>
            </a:xfrm>
            <a:custGeom>
              <a:rect b="b" l="l" r="r" t="t"/>
              <a:pathLst>
                <a:path extrusionOk="0" h="1574" w="1841">
                  <a:moveTo>
                    <a:pt x="1059" y="1"/>
                  </a:moveTo>
                  <a:cubicBezTo>
                    <a:pt x="353" y="1"/>
                    <a:pt x="1" y="845"/>
                    <a:pt x="492" y="1336"/>
                  </a:cubicBezTo>
                  <a:cubicBezTo>
                    <a:pt x="656" y="1500"/>
                    <a:pt x="856" y="1574"/>
                    <a:pt x="1051" y="1574"/>
                  </a:cubicBezTo>
                  <a:cubicBezTo>
                    <a:pt x="1456" y="1574"/>
                    <a:pt x="1840" y="1258"/>
                    <a:pt x="1840" y="782"/>
                  </a:cubicBezTo>
                  <a:cubicBezTo>
                    <a:pt x="1840" y="341"/>
                    <a:pt x="1487"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39"/>
            <p:cNvSpPr/>
            <p:nvPr/>
          </p:nvSpPr>
          <p:spPr>
            <a:xfrm>
              <a:off x="6358050" y="914425"/>
              <a:ext cx="46000" cy="39350"/>
            </a:xfrm>
            <a:custGeom>
              <a:rect b="b" l="l" r="r" t="t"/>
              <a:pathLst>
                <a:path extrusionOk="0" h="1574" w="1840">
                  <a:moveTo>
                    <a:pt x="1059" y="0"/>
                  </a:moveTo>
                  <a:cubicBezTo>
                    <a:pt x="353" y="0"/>
                    <a:pt x="0" y="845"/>
                    <a:pt x="504" y="1336"/>
                  </a:cubicBezTo>
                  <a:cubicBezTo>
                    <a:pt x="664" y="1500"/>
                    <a:pt x="861" y="1573"/>
                    <a:pt x="1054" y="1573"/>
                  </a:cubicBezTo>
                  <a:cubicBezTo>
                    <a:pt x="1455" y="1573"/>
                    <a:pt x="1840" y="1258"/>
                    <a:pt x="1840" y="782"/>
                  </a:cubicBezTo>
                  <a:cubicBezTo>
                    <a:pt x="1840" y="353"/>
                    <a:pt x="1487"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39"/>
            <p:cNvSpPr/>
            <p:nvPr/>
          </p:nvSpPr>
          <p:spPr>
            <a:xfrm>
              <a:off x="6510200" y="1128325"/>
              <a:ext cx="46025" cy="39450"/>
            </a:xfrm>
            <a:custGeom>
              <a:rect b="b" l="l" r="r" t="t"/>
              <a:pathLst>
                <a:path extrusionOk="0" h="1578" w="1841">
                  <a:moveTo>
                    <a:pt x="1046" y="0"/>
                  </a:moveTo>
                  <a:cubicBezTo>
                    <a:pt x="353" y="0"/>
                    <a:pt x="0" y="845"/>
                    <a:pt x="492" y="1349"/>
                  </a:cubicBezTo>
                  <a:cubicBezTo>
                    <a:pt x="650" y="1507"/>
                    <a:pt x="846" y="1578"/>
                    <a:pt x="1039" y="1578"/>
                  </a:cubicBezTo>
                  <a:cubicBezTo>
                    <a:pt x="1446" y="1578"/>
                    <a:pt x="1840" y="1264"/>
                    <a:pt x="1840" y="794"/>
                  </a:cubicBezTo>
                  <a:cubicBezTo>
                    <a:pt x="1840" y="353"/>
                    <a:pt x="1487" y="0"/>
                    <a:pt x="1046"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9"/>
            <p:cNvSpPr/>
            <p:nvPr/>
          </p:nvSpPr>
          <p:spPr>
            <a:xfrm>
              <a:off x="6708025" y="1051150"/>
              <a:ext cx="46025" cy="39425"/>
            </a:xfrm>
            <a:custGeom>
              <a:rect b="b" l="l" r="r" t="t"/>
              <a:pathLst>
                <a:path extrusionOk="0" h="1577" w="1841">
                  <a:moveTo>
                    <a:pt x="1059" y="0"/>
                  </a:moveTo>
                  <a:cubicBezTo>
                    <a:pt x="354" y="0"/>
                    <a:pt x="1" y="844"/>
                    <a:pt x="492" y="1348"/>
                  </a:cubicBezTo>
                  <a:cubicBezTo>
                    <a:pt x="654" y="1506"/>
                    <a:pt x="851" y="1577"/>
                    <a:pt x="1044" y="1577"/>
                  </a:cubicBezTo>
                  <a:cubicBezTo>
                    <a:pt x="1451" y="1577"/>
                    <a:pt x="1840" y="1260"/>
                    <a:pt x="1840" y="781"/>
                  </a:cubicBezTo>
                  <a:cubicBezTo>
                    <a:pt x="1840" y="353"/>
                    <a:pt x="1488" y="0"/>
                    <a:pt x="1059" y="0"/>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39"/>
            <p:cNvSpPr/>
            <p:nvPr/>
          </p:nvSpPr>
          <p:spPr>
            <a:xfrm>
              <a:off x="7033125" y="1244875"/>
              <a:ext cx="46025" cy="39450"/>
            </a:xfrm>
            <a:custGeom>
              <a:rect b="b" l="l" r="r" t="t"/>
              <a:pathLst>
                <a:path extrusionOk="0" h="1578" w="1841">
                  <a:moveTo>
                    <a:pt x="1047" y="1"/>
                  </a:moveTo>
                  <a:cubicBezTo>
                    <a:pt x="341" y="1"/>
                    <a:pt x="1" y="858"/>
                    <a:pt x="492" y="1349"/>
                  </a:cubicBezTo>
                  <a:cubicBezTo>
                    <a:pt x="651" y="1507"/>
                    <a:pt x="847" y="1578"/>
                    <a:pt x="1040" y="1578"/>
                  </a:cubicBezTo>
                  <a:cubicBezTo>
                    <a:pt x="1447" y="1578"/>
                    <a:pt x="1841" y="1264"/>
                    <a:pt x="1841" y="795"/>
                  </a:cubicBezTo>
                  <a:cubicBezTo>
                    <a:pt x="1841" y="353"/>
                    <a:pt x="1488" y="1"/>
                    <a:pt x="1047"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39"/>
            <p:cNvSpPr/>
            <p:nvPr/>
          </p:nvSpPr>
          <p:spPr>
            <a:xfrm>
              <a:off x="4898850" y="1313550"/>
              <a:ext cx="46025" cy="39350"/>
            </a:xfrm>
            <a:custGeom>
              <a:rect b="b" l="l" r="r" t="t"/>
              <a:pathLst>
                <a:path extrusionOk="0" h="1574" w="1841">
                  <a:moveTo>
                    <a:pt x="1059" y="1"/>
                  </a:moveTo>
                  <a:cubicBezTo>
                    <a:pt x="354" y="1"/>
                    <a:pt x="1" y="845"/>
                    <a:pt x="492" y="1336"/>
                  </a:cubicBezTo>
                  <a:cubicBezTo>
                    <a:pt x="656" y="1500"/>
                    <a:pt x="856" y="1574"/>
                    <a:pt x="1051" y="1574"/>
                  </a:cubicBezTo>
                  <a:cubicBezTo>
                    <a:pt x="1456" y="1574"/>
                    <a:pt x="1841" y="1258"/>
                    <a:pt x="1841" y="782"/>
                  </a:cubicBezTo>
                  <a:cubicBezTo>
                    <a:pt x="1841" y="341"/>
                    <a:pt x="1488" y="1"/>
                    <a:pt x="1059" y="1"/>
                  </a:cubicBez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39"/>
            <p:cNvSpPr/>
            <p:nvPr/>
          </p:nvSpPr>
          <p:spPr>
            <a:xfrm>
              <a:off x="5551575" y="1234800"/>
              <a:ext cx="46025" cy="39350"/>
            </a:xfrm>
            <a:custGeom>
              <a:rect b="b" l="l" r="r" t="t"/>
              <a:pathLst>
                <a:path extrusionOk="0" h="1574" w="1841">
                  <a:moveTo>
                    <a:pt x="1059" y="0"/>
                  </a:moveTo>
                  <a:cubicBezTo>
                    <a:pt x="354" y="0"/>
                    <a:pt x="1" y="845"/>
                    <a:pt x="505" y="1336"/>
                  </a:cubicBezTo>
                  <a:cubicBezTo>
                    <a:pt x="665" y="1500"/>
                    <a:pt x="862" y="1573"/>
                    <a:pt x="1055" y="1573"/>
                  </a:cubicBezTo>
                  <a:cubicBezTo>
                    <a:pt x="1456" y="1573"/>
                    <a:pt x="1841" y="1258"/>
                    <a:pt x="1841" y="782"/>
                  </a:cubicBezTo>
                  <a:cubicBezTo>
                    <a:pt x="1841" y="341"/>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39"/>
            <p:cNvSpPr/>
            <p:nvPr/>
          </p:nvSpPr>
          <p:spPr>
            <a:xfrm>
              <a:off x="5887400" y="907725"/>
              <a:ext cx="45075" cy="39575"/>
            </a:xfrm>
            <a:custGeom>
              <a:rect b="b" l="l" r="r" t="t"/>
              <a:pathLst>
                <a:path extrusionOk="0" h="1583" w="1803">
                  <a:moveTo>
                    <a:pt x="896" y="1"/>
                  </a:moveTo>
                  <a:cubicBezTo>
                    <a:pt x="589" y="1"/>
                    <a:pt x="299" y="182"/>
                    <a:pt x="177" y="483"/>
                  </a:cubicBezTo>
                  <a:cubicBezTo>
                    <a:pt x="0" y="886"/>
                    <a:pt x="189" y="1352"/>
                    <a:pt x="593" y="1516"/>
                  </a:cubicBezTo>
                  <a:cubicBezTo>
                    <a:pt x="695" y="1561"/>
                    <a:pt x="802" y="1582"/>
                    <a:pt x="907" y="1582"/>
                  </a:cubicBezTo>
                  <a:cubicBezTo>
                    <a:pt x="1215" y="1582"/>
                    <a:pt x="1507" y="1400"/>
                    <a:pt x="1639" y="1100"/>
                  </a:cubicBezTo>
                  <a:cubicBezTo>
                    <a:pt x="1802" y="697"/>
                    <a:pt x="1613" y="231"/>
                    <a:pt x="1210" y="67"/>
                  </a:cubicBezTo>
                  <a:cubicBezTo>
                    <a:pt x="1107" y="22"/>
                    <a:pt x="1001" y="1"/>
                    <a:pt x="89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39"/>
            <p:cNvSpPr/>
            <p:nvPr/>
          </p:nvSpPr>
          <p:spPr>
            <a:xfrm>
              <a:off x="6166200" y="1209275"/>
              <a:ext cx="39700" cy="39725"/>
            </a:xfrm>
            <a:custGeom>
              <a:rect b="b" l="l" r="r" t="t"/>
              <a:pathLst>
                <a:path extrusionOk="0" h="1589" w="1588">
                  <a:moveTo>
                    <a:pt x="794" y="1"/>
                  </a:moveTo>
                  <a:cubicBezTo>
                    <a:pt x="366" y="1"/>
                    <a:pt x="0" y="354"/>
                    <a:pt x="0" y="795"/>
                  </a:cubicBezTo>
                  <a:cubicBezTo>
                    <a:pt x="0" y="1223"/>
                    <a:pt x="366" y="1588"/>
                    <a:pt x="794" y="1588"/>
                  </a:cubicBezTo>
                  <a:cubicBezTo>
                    <a:pt x="1235" y="1588"/>
                    <a:pt x="1588" y="1223"/>
                    <a:pt x="1588" y="795"/>
                  </a:cubicBezTo>
                  <a:cubicBezTo>
                    <a:pt x="1588" y="354"/>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39"/>
            <p:cNvSpPr/>
            <p:nvPr/>
          </p:nvSpPr>
          <p:spPr>
            <a:xfrm>
              <a:off x="6373800" y="1380650"/>
              <a:ext cx="39700" cy="39400"/>
            </a:xfrm>
            <a:custGeom>
              <a:rect b="b" l="l" r="r" t="t"/>
              <a:pathLst>
                <a:path extrusionOk="0" h="1576" w="1588">
                  <a:moveTo>
                    <a:pt x="794" y="1"/>
                  </a:moveTo>
                  <a:cubicBezTo>
                    <a:pt x="353" y="1"/>
                    <a:pt x="0" y="353"/>
                    <a:pt x="0" y="794"/>
                  </a:cubicBezTo>
                  <a:cubicBezTo>
                    <a:pt x="0" y="1223"/>
                    <a:pt x="353" y="1576"/>
                    <a:pt x="794" y="1576"/>
                  </a:cubicBezTo>
                  <a:cubicBezTo>
                    <a:pt x="1235" y="1576"/>
                    <a:pt x="1588" y="1223"/>
                    <a:pt x="1588" y="794"/>
                  </a:cubicBezTo>
                  <a:cubicBezTo>
                    <a:pt x="1588" y="353"/>
                    <a:pt x="1235" y="1"/>
                    <a:pt x="794"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39"/>
            <p:cNvSpPr/>
            <p:nvPr/>
          </p:nvSpPr>
          <p:spPr>
            <a:xfrm>
              <a:off x="6594950" y="1344425"/>
              <a:ext cx="46000" cy="39350"/>
            </a:xfrm>
            <a:custGeom>
              <a:rect b="b" l="l" r="r" t="t"/>
              <a:pathLst>
                <a:path extrusionOk="0" h="1574" w="1840">
                  <a:moveTo>
                    <a:pt x="1059" y="1"/>
                  </a:moveTo>
                  <a:cubicBezTo>
                    <a:pt x="353" y="1"/>
                    <a:pt x="0" y="845"/>
                    <a:pt x="491" y="1336"/>
                  </a:cubicBezTo>
                  <a:cubicBezTo>
                    <a:pt x="655" y="1500"/>
                    <a:pt x="855" y="1573"/>
                    <a:pt x="1050" y="1573"/>
                  </a:cubicBezTo>
                  <a:cubicBezTo>
                    <a:pt x="1455" y="1573"/>
                    <a:pt x="1840" y="1258"/>
                    <a:pt x="1840" y="782"/>
                  </a:cubicBezTo>
                  <a:cubicBezTo>
                    <a:pt x="1840" y="353"/>
                    <a:pt x="1487"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9"/>
            <p:cNvSpPr/>
            <p:nvPr/>
          </p:nvSpPr>
          <p:spPr>
            <a:xfrm>
              <a:off x="6731025" y="1382850"/>
              <a:ext cx="46025" cy="39475"/>
            </a:xfrm>
            <a:custGeom>
              <a:rect b="b" l="l" r="r" t="t"/>
              <a:pathLst>
                <a:path extrusionOk="0" h="1579" w="1841">
                  <a:moveTo>
                    <a:pt x="1059" y="1"/>
                  </a:moveTo>
                  <a:cubicBezTo>
                    <a:pt x="353" y="1"/>
                    <a:pt x="1" y="858"/>
                    <a:pt x="505" y="1349"/>
                  </a:cubicBezTo>
                  <a:cubicBezTo>
                    <a:pt x="663" y="1507"/>
                    <a:pt x="858" y="1578"/>
                    <a:pt x="1049" y="1578"/>
                  </a:cubicBezTo>
                  <a:cubicBezTo>
                    <a:pt x="1452" y="1578"/>
                    <a:pt x="1840" y="1265"/>
                    <a:pt x="1840" y="795"/>
                  </a:cubicBezTo>
                  <a:cubicBezTo>
                    <a:pt x="1840" y="354"/>
                    <a:pt x="1488" y="1"/>
                    <a:pt x="1059"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9"/>
            <p:cNvSpPr/>
            <p:nvPr/>
          </p:nvSpPr>
          <p:spPr>
            <a:xfrm>
              <a:off x="6891700" y="1116350"/>
              <a:ext cx="46000" cy="39350"/>
            </a:xfrm>
            <a:custGeom>
              <a:rect b="b" l="l" r="r" t="t"/>
              <a:pathLst>
                <a:path extrusionOk="0" h="1574" w="1840">
                  <a:moveTo>
                    <a:pt x="1046" y="1"/>
                  </a:moveTo>
                  <a:cubicBezTo>
                    <a:pt x="353" y="1"/>
                    <a:pt x="0" y="845"/>
                    <a:pt x="491" y="1336"/>
                  </a:cubicBezTo>
                  <a:cubicBezTo>
                    <a:pt x="651" y="1500"/>
                    <a:pt x="850" y="1573"/>
                    <a:pt x="1045" y="1573"/>
                  </a:cubicBezTo>
                  <a:cubicBezTo>
                    <a:pt x="1450" y="1573"/>
                    <a:pt x="1840" y="1258"/>
                    <a:pt x="1840" y="782"/>
                  </a:cubicBezTo>
                  <a:cubicBezTo>
                    <a:pt x="1840" y="353"/>
                    <a:pt x="1487" y="1"/>
                    <a:pt x="1046" y="1"/>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9"/>
            <p:cNvSpPr/>
            <p:nvPr/>
          </p:nvSpPr>
          <p:spPr>
            <a:xfrm>
              <a:off x="7059275" y="1035400"/>
              <a:ext cx="46025" cy="39450"/>
            </a:xfrm>
            <a:custGeom>
              <a:rect b="b" l="l" r="r" t="t"/>
              <a:pathLst>
                <a:path extrusionOk="0" h="1578" w="1841">
                  <a:moveTo>
                    <a:pt x="1059" y="0"/>
                  </a:moveTo>
                  <a:cubicBezTo>
                    <a:pt x="354" y="0"/>
                    <a:pt x="1" y="844"/>
                    <a:pt x="505" y="1348"/>
                  </a:cubicBezTo>
                  <a:cubicBezTo>
                    <a:pt x="663" y="1507"/>
                    <a:pt x="858" y="1577"/>
                    <a:pt x="1049" y="1577"/>
                  </a:cubicBezTo>
                  <a:cubicBezTo>
                    <a:pt x="1452" y="1577"/>
                    <a:pt x="1840" y="1264"/>
                    <a:pt x="1840" y="794"/>
                  </a:cubicBezTo>
                  <a:cubicBezTo>
                    <a:pt x="1840" y="353"/>
                    <a:pt x="1488" y="0"/>
                    <a:pt x="1059" y="0"/>
                  </a:cubicBez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39"/>
            <p:cNvSpPr/>
            <p:nvPr/>
          </p:nvSpPr>
          <p:spPr>
            <a:xfrm>
              <a:off x="4708275" y="856450"/>
              <a:ext cx="2575650" cy="667875"/>
            </a:xfrm>
            <a:custGeom>
              <a:rect b="b" l="l" r="r" t="t"/>
              <a:pathLst>
                <a:path extrusionOk="0" h="26715" w="103026">
                  <a:moveTo>
                    <a:pt x="55432" y="1"/>
                  </a:moveTo>
                  <a:lnTo>
                    <a:pt x="46271" y="7952"/>
                  </a:lnTo>
                  <a:lnTo>
                    <a:pt x="35938" y="5507"/>
                  </a:lnTo>
                  <a:lnTo>
                    <a:pt x="35913" y="5507"/>
                  </a:lnTo>
                  <a:lnTo>
                    <a:pt x="27294" y="11934"/>
                  </a:lnTo>
                  <a:lnTo>
                    <a:pt x="16382" y="6188"/>
                  </a:lnTo>
                  <a:lnTo>
                    <a:pt x="11480" y="23287"/>
                  </a:lnTo>
                  <a:lnTo>
                    <a:pt x="0" y="26526"/>
                  </a:lnTo>
                  <a:lnTo>
                    <a:pt x="38" y="26664"/>
                  </a:lnTo>
                  <a:lnTo>
                    <a:pt x="11593" y="23401"/>
                  </a:lnTo>
                  <a:lnTo>
                    <a:pt x="16470" y="6389"/>
                  </a:lnTo>
                  <a:lnTo>
                    <a:pt x="27306" y="12098"/>
                  </a:lnTo>
                  <a:lnTo>
                    <a:pt x="35938" y="5659"/>
                  </a:lnTo>
                  <a:lnTo>
                    <a:pt x="46309" y="8103"/>
                  </a:lnTo>
                  <a:lnTo>
                    <a:pt x="55419" y="215"/>
                  </a:lnTo>
                  <a:lnTo>
                    <a:pt x="64958" y="12186"/>
                  </a:lnTo>
                  <a:lnTo>
                    <a:pt x="64970" y="12211"/>
                  </a:lnTo>
                  <a:lnTo>
                    <a:pt x="79663" y="15815"/>
                  </a:lnTo>
                  <a:lnTo>
                    <a:pt x="79714" y="15827"/>
                  </a:lnTo>
                  <a:lnTo>
                    <a:pt x="87186" y="5293"/>
                  </a:lnTo>
                  <a:lnTo>
                    <a:pt x="90815" y="19368"/>
                  </a:lnTo>
                  <a:lnTo>
                    <a:pt x="90815" y="19394"/>
                  </a:lnTo>
                  <a:lnTo>
                    <a:pt x="102950" y="26715"/>
                  </a:lnTo>
                  <a:lnTo>
                    <a:pt x="103025" y="26589"/>
                  </a:lnTo>
                  <a:lnTo>
                    <a:pt x="90941" y="19305"/>
                  </a:lnTo>
                  <a:lnTo>
                    <a:pt x="87249" y="4966"/>
                  </a:lnTo>
                  <a:lnTo>
                    <a:pt x="79651" y="15664"/>
                  </a:lnTo>
                  <a:lnTo>
                    <a:pt x="65046" y="12085"/>
                  </a:lnTo>
                  <a:lnTo>
                    <a:pt x="5543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39"/>
            <p:cNvSpPr/>
            <p:nvPr/>
          </p:nvSpPr>
          <p:spPr>
            <a:xfrm>
              <a:off x="4558950" y="1523350"/>
              <a:ext cx="2813800" cy="3825"/>
            </a:xfrm>
            <a:custGeom>
              <a:rect b="b" l="l" r="r" t="t"/>
              <a:pathLst>
                <a:path extrusionOk="0" h="153" w="112552">
                  <a:moveTo>
                    <a:pt x="1" y="1"/>
                  </a:moveTo>
                  <a:lnTo>
                    <a:pt x="1" y="152"/>
                  </a:lnTo>
                  <a:lnTo>
                    <a:pt x="112552" y="152"/>
                  </a:lnTo>
                  <a:lnTo>
                    <a:pt x="112552"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39"/>
            <p:cNvSpPr/>
            <p:nvPr/>
          </p:nvSpPr>
          <p:spPr>
            <a:xfrm>
              <a:off x="4967225" y="1418775"/>
              <a:ext cx="46025" cy="39450"/>
            </a:xfrm>
            <a:custGeom>
              <a:rect b="b" l="l" r="r" t="t"/>
              <a:pathLst>
                <a:path extrusionOk="0" h="1578" w="1841">
                  <a:moveTo>
                    <a:pt x="1059" y="0"/>
                  </a:moveTo>
                  <a:cubicBezTo>
                    <a:pt x="353" y="0"/>
                    <a:pt x="0" y="845"/>
                    <a:pt x="492" y="1349"/>
                  </a:cubicBezTo>
                  <a:cubicBezTo>
                    <a:pt x="654" y="1506"/>
                    <a:pt x="850" y="1577"/>
                    <a:pt x="1043" y="1577"/>
                  </a:cubicBezTo>
                  <a:cubicBezTo>
                    <a:pt x="1451" y="1577"/>
                    <a:pt x="1840" y="1261"/>
                    <a:pt x="1840" y="782"/>
                  </a:cubicBezTo>
                  <a:cubicBezTo>
                    <a:pt x="1840" y="353"/>
                    <a:pt x="1487"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39"/>
            <p:cNvSpPr/>
            <p:nvPr/>
          </p:nvSpPr>
          <p:spPr>
            <a:xfrm>
              <a:off x="5101172" y="992325"/>
              <a:ext cx="42875" cy="39850"/>
            </a:xfrm>
            <a:custGeom>
              <a:rect b="b" l="l" r="r" t="t"/>
              <a:pathLst>
                <a:path extrusionOk="0" h="1594" w="1715">
                  <a:moveTo>
                    <a:pt x="849" y="1"/>
                  </a:moveTo>
                  <a:cubicBezTo>
                    <a:pt x="810" y="1"/>
                    <a:pt x="771" y="4"/>
                    <a:pt x="731" y="9"/>
                  </a:cubicBezTo>
                  <a:cubicBezTo>
                    <a:pt x="290" y="85"/>
                    <a:pt x="1" y="488"/>
                    <a:pt x="76" y="917"/>
                  </a:cubicBezTo>
                  <a:cubicBezTo>
                    <a:pt x="133" y="1317"/>
                    <a:pt x="482" y="1593"/>
                    <a:pt x="866" y="1593"/>
                  </a:cubicBezTo>
                  <a:cubicBezTo>
                    <a:pt x="905" y="1593"/>
                    <a:pt x="944" y="1590"/>
                    <a:pt x="983" y="1584"/>
                  </a:cubicBezTo>
                  <a:cubicBezTo>
                    <a:pt x="1412" y="1509"/>
                    <a:pt x="1714" y="1106"/>
                    <a:pt x="1639" y="665"/>
                  </a:cubicBezTo>
                  <a:cubicBezTo>
                    <a:pt x="1581" y="276"/>
                    <a:pt x="1233" y="1"/>
                    <a:pt x="84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39"/>
            <p:cNvSpPr/>
            <p:nvPr/>
          </p:nvSpPr>
          <p:spPr>
            <a:xfrm>
              <a:off x="5364775" y="1136200"/>
              <a:ext cx="46025" cy="39450"/>
            </a:xfrm>
            <a:custGeom>
              <a:rect b="b" l="l" r="r" t="t"/>
              <a:pathLst>
                <a:path extrusionOk="0" h="1578" w="1841">
                  <a:moveTo>
                    <a:pt x="1046" y="0"/>
                  </a:moveTo>
                  <a:cubicBezTo>
                    <a:pt x="353" y="0"/>
                    <a:pt x="1" y="845"/>
                    <a:pt x="492" y="1349"/>
                  </a:cubicBezTo>
                  <a:cubicBezTo>
                    <a:pt x="654" y="1507"/>
                    <a:pt x="852" y="1578"/>
                    <a:pt x="1045" y="1578"/>
                  </a:cubicBezTo>
                  <a:cubicBezTo>
                    <a:pt x="1452" y="1578"/>
                    <a:pt x="1840" y="1264"/>
                    <a:pt x="1840" y="794"/>
                  </a:cubicBezTo>
                  <a:cubicBezTo>
                    <a:pt x="1840" y="353"/>
                    <a:pt x="1488"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39"/>
            <p:cNvSpPr/>
            <p:nvPr/>
          </p:nvSpPr>
          <p:spPr>
            <a:xfrm>
              <a:off x="5581825" y="976800"/>
              <a:ext cx="46025" cy="39525"/>
            </a:xfrm>
            <a:custGeom>
              <a:rect b="b" l="l" r="r" t="t"/>
              <a:pathLst>
                <a:path extrusionOk="0" h="1581" w="1841">
                  <a:moveTo>
                    <a:pt x="1059" y="0"/>
                  </a:moveTo>
                  <a:cubicBezTo>
                    <a:pt x="353" y="0"/>
                    <a:pt x="1" y="857"/>
                    <a:pt x="505" y="1349"/>
                  </a:cubicBezTo>
                  <a:cubicBezTo>
                    <a:pt x="664" y="1508"/>
                    <a:pt x="861" y="1580"/>
                    <a:pt x="1055" y="1580"/>
                  </a:cubicBezTo>
                  <a:cubicBezTo>
                    <a:pt x="1456" y="1580"/>
                    <a:pt x="1840" y="1270"/>
                    <a:pt x="1840" y="794"/>
                  </a:cubicBezTo>
                  <a:cubicBezTo>
                    <a:pt x="1840"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39"/>
            <p:cNvSpPr/>
            <p:nvPr/>
          </p:nvSpPr>
          <p:spPr>
            <a:xfrm>
              <a:off x="5838875" y="1036025"/>
              <a:ext cx="46025" cy="39450"/>
            </a:xfrm>
            <a:custGeom>
              <a:rect b="b" l="l" r="r" t="t"/>
              <a:pathLst>
                <a:path extrusionOk="0" h="1578" w="1841">
                  <a:moveTo>
                    <a:pt x="1059" y="0"/>
                  </a:moveTo>
                  <a:cubicBezTo>
                    <a:pt x="354" y="0"/>
                    <a:pt x="1" y="845"/>
                    <a:pt x="492" y="1349"/>
                  </a:cubicBezTo>
                  <a:cubicBezTo>
                    <a:pt x="655" y="1507"/>
                    <a:pt x="852" y="1578"/>
                    <a:pt x="1046" y="1578"/>
                  </a:cubicBezTo>
                  <a:cubicBezTo>
                    <a:pt x="1453" y="1578"/>
                    <a:pt x="1841" y="1264"/>
                    <a:pt x="1841" y="794"/>
                  </a:cubicBezTo>
                  <a:cubicBezTo>
                    <a:pt x="1841" y="353"/>
                    <a:pt x="1488" y="0"/>
                    <a:pt x="1059"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39"/>
            <p:cNvSpPr/>
            <p:nvPr/>
          </p:nvSpPr>
          <p:spPr>
            <a:xfrm>
              <a:off x="6316150" y="1138400"/>
              <a:ext cx="39700" cy="39400"/>
            </a:xfrm>
            <a:custGeom>
              <a:rect b="b" l="l" r="r" t="t"/>
              <a:pathLst>
                <a:path extrusionOk="0" h="1576" w="1588">
                  <a:moveTo>
                    <a:pt x="794" y="1"/>
                  </a:moveTo>
                  <a:cubicBezTo>
                    <a:pt x="353" y="1"/>
                    <a:pt x="0" y="353"/>
                    <a:pt x="0" y="782"/>
                  </a:cubicBezTo>
                  <a:cubicBezTo>
                    <a:pt x="0" y="1223"/>
                    <a:pt x="353" y="1576"/>
                    <a:pt x="794" y="1576"/>
                  </a:cubicBezTo>
                  <a:cubicBezTo>
                    <a:pt x="1235" y="1576"/>
                    <a:pt x="1588" y="1223"/>
                    <a:pt x="1588" y="782"/>
                  </a:cubicBezTo>
                  <a:cubicBezTo>
                    <a:pt x="1588" y="353"/>
                    <a:pt x="1235" y="1"/>
                    <a:pt x="794"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9"/>
            <p:cNvSpPr/>
            <p:nvPr/>
          </p:nvSpPr>
          <p:spPr>
            <a:xfrm>
              <a:off x="6675275" y="1230075"/>
              <a:ext cx="46000" cy="39350"/>
            </a:xfrm>
            <a:custGeom>
              <a:rect b="b" l="l" r="r" t="t"/>
              <a:pathLst>
                <a:path extrusionOk="0" h="1574" w="1840">
                  <a:moveTo>
                    <a:pt x="1046" y="0"/>
                  </a:moveTo>
                  <a:cubicBezTo>
                    <a:pt x="353" y="0"/>
                    <a:pt x="0" y="845"/>
                    <a:pt x="492" y="1336"/>
                  </a:cubicBezTo>
                  <a:cubicBezTo>
                    <a:pt x="656" y="1500"/>
                    <a:pt x="856" y="1573"/>
                    <a:pt x="1051" y="1573"/>
                  </a:cubicBezTo>
                  <a:cubicBezTo>
                    <a:pt x="1456" y="1573"/>
                    <a:pt x="1840" y="1258"/>
                    <a:pt x="1840" y="782"/>
                  </a:cubicBezTo>
                  <a:cubicBezTo>
                    <a:pt x="1840" y="353"/>
                    <a:pt x="1487" y="0"/>
                    <a:pt x="1046" y="0"/>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9"/>
            <p:cNvSpPr/>
            <p:nvPr/>
          </p:nvSpPr>
          <p:spPr>
            <a:xfrm>
              <a:off x="6863325" y="967025"/>
              <a:ext cx="46350" cy="39350"/>
            </a:xfrm>
            <a:custGeom>
              <a:rect b="b" l="l" r="r" t="t"/>
              <a:pathLst>
                <a:path extrusionOk="0" h="1574" w="1854">
                  <a:moveTo>
                    <a:pt x="1059" y="1"/>
                  </a:moveTo>
                  <a:cubicBezTo>
                    <a:pt x="354" y="1"/>
                    <a:pt x="1" y="845"/>
                    <a:pt x="505" y="1336"/>
                  </a:cubicBezTo>
                  <a:cubicBezTo>
                    <a:pt x="665" y="1500"/>
                    <a:pt x="863" y="1574"/>
                    <a:pt x="1058" y="1574"/>
                  </a:cubicBezTo>
                  <a:cubicBezTo>
                    <a:pt x="1463" y="1574"/>
                    <a:pt x="1853" y="1258"/>
                    <a:pt x="1853" y="782"/>
                  </a:cubicBezTo>
                  <a:cubicBezTo>
                    <a:pt x="1853" y="341"/>
                    <a:pt x="1500"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39"/>
            <p:cNvSpPr/>
            <p:nvPr/>
          </p:nvSpPr>
          <p:spPr>
            <a:xfrm>
              <a:off x="6956275" y="1323000"/>
              <a:ext cx="46000" cy="39350"/>
            </a:xfrm>
            <a:custGeom>
              <a:rect b="b" l="l" r="r" t="t"/>
              <a:pathLst>
                <a:path extrusionOk="0" h="1574" w="1840">
                  <a:moveTo>
                    <a:pt x="1059" y="1"/>
                  </a:moveTo>
                  <a:cubicBezTo>
                    <a:pt x="353" y="1"/>
                    <a:pt x="0" y="845"/>
                    <a:pt x="504" y="1336"/>
                  </a:cubicBezTo>
                  <a:cubicBezTo>
                    <a:pt x="664" y="1500"/>
                    <a:pt x="861" y="1574"/>
                    <a:pt x="1055" y="1574"/>
                  </a:cubicBezTo>
                  <a:cubicBezTo>
                    <a:pt x="1456" y="1574"/>
                    <a:pt x="1840" y="1258"/>
                    <a:pt x="1840" y="782"/>
                  </a:cubicBezTo>
                  <a:cubicBezTo>
                    <a:pt x="1840" y="354"/>
                    <a:pt x="1487" y="1"/>
                    <a:pt x="1059" y="1"/>
                  </a:cubicBez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78" name="Shape 278"/>
        <p:cNvGrpSpPr/>
        <p:nvPr/>
      </p:nvGrpSpPr>
      <p:grpSpPr>
        <a:xfrm>
          <a:off x="0" y="0"/>
          <a:ext cx="0" cy="0"/>
          <a:chOff x="0" y="0"/>
          <a:chExt cx="0" cy="0"/>
        </a:xfrm>
      </p:grpSpPr>
      <p:sp>
        <p:nvSpPr>
          <p:cNvPr id="279" name="Google Shape;279;p40"/>
          <p:cNvSpPr txBox="1"/>
          <p:nvPr>
            <p:ph idx="1" type="subTitle"/>
          </p:nvPr>
        </p:nvSpPr>
        <p:spPr>
          <a:xfrm>
            <a:off x="6429027"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80" name="Google Shape;280;p40"/>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40"/>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40"/>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40"/>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40"/>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40"/>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0"/>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40"/>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40"/>
          <p:cNvSpPr/>
          <p:nvPr/>
        </p:nvSpPr>
        <p:spPr>
          <a:xfrm>
            <a:off x="285750" y="4542650"/>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40"/>
          <p:cNvSpPr/>
          <p:nvPr/>
        </p:nvSpPr>
        <p:spPr>
          <a:xfrm>
            <a:off x="439150" y="48034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40"/>
          <p:cNvSpPr txBox="1"/>
          <p:nvPr>
            <p:ph type="ctrTitle"/>
          </p:nvPr>
        </p:nvSpPr>
        <p:spPr>
          <a:xfrm>
            <a:off x="970814" y="3396800"/>
            <a:ext cx="21525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91" name="Google Shape;291;p40"/>
          <p:cNvSpPr txBox="1"/>
          <p:nvPr>
            <p:ph idx="2" type="subTitle"/>
          </p:nvPr>
        </p:nvSpPr>
        <p:spPr>
          <a:xfrm>
            <a:off x="970814"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92" name="Google Shape;292;p40"/>
          <p:cNvSpPr txBox="1"/>
          <p:nvPr>
            <p:ph idx="3" type="title"/>
          </p:nvPr>
        </p:nvSpPr>
        <p:spPr>
          <a:xfrm>
            <a:off x="970814"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2"/>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93" name="Google Shape;293;p40"/>
          <p:cNvSpPr txBox="1"/>
          <p:nvPr>
            <p:ph idx="4" type="ctrTitle"/>
          </p:nvPr>
        </p:nvSpPr>
        <p:spPr>
          <a:xfrm>
            <a:off x="3690348" y="3396800"/>
            <a:ext cx="13866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94" name="Google Shape;294;p40"/>
          <p:cNvSpPr txBox="1"/>
          <p:nvPr>
            <p:ph idx="5" type="subTitle"/>
          </p:nvPr>
        </p:nvSpPr>
        <p:spPr>
          <a:xfrm>
            <a:off x="3690341" y="3829680"/>
            <a:ext cx="24282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295" name="Google Shape;295;p40"/>
          <p:cNvSpPr txBox="1"/>
          <p:nvPr>
            <p:ph idx="6" type="title"/>
          </p:nvPr>
        </p:nvSpPr>
        <p:spPr>
          <a:xfrm>
            <a:off x="3690341"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3"/>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96" name="Google Shape;296;p40"/>
          <p:cNvSpPr txBox="1"/>
          <p:nvPr>
            <p:ph idx="7" type="ctrTitle"/>
          </p:nvPr>
        </p:nvSpPr>
        <p:spPr>
          <a:xfrm>
            <a:off x="618825" y="411675"/>
            <a:ext cx="4576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297" name="Google Shape;297;p40"/>
          <p:cNvSpPr txBox="1"/>
          <p:nvPr>
            <p:ph idx="8" type="ctrTitle"/>
          </p:nvPr>
        </p:nvSpPr>
        <p:spPr>
          <a:xfrm>
            <a:off x="6428436" y="3377738"/>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
        <p:nvSpPr>
          <p:cNvPr id="298" name="Google Shape;298;p40"/>
          <p:cNvSpPr txBox="1"/>
          <p:nvPr>
            <p:ph idx="9" type="title"/>
          </p:nvPr>
        </p:nvSpPr>
        <p:spPr>
          <a:xfrm>
            <a:off x="6428436" y="2645887"/>
            <a:ext cx="17538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00000"/>
              </a:buClr>
              <a:buSzPts val="4800"/>
              <a:buNone/>
              <a:defRPr sz="4800">
                <a:solidFill>
                  <a:schemeClr val="accent1"/>
                </a:solidFill>
              </a:defRPr>
            </a:lvl1pPr>
            <a:lvl2pPr lvl="1"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p:txBody>
      </p:sp>
      <p:sp>
        <p:nvSpPr>
          <p:cNvPr id="299" name="Google Shape;299;p40"/>
          <p:cNvSpPr txBox="1"/>
          <p:nvPr>
            <p:ph idx="13" type="ctrTitle"/>
          </p:nvPr>
        </p:nvSpPr>
        <p:spPr>
          <a:xfrm>
            <a:off x="6429027" y="3396800"/>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Font typeface="Advent Pro SemiBold"/>
              <a:buNone/>
              <a:defRPr sz="2000">
                <a:solidFill>
                  <a:schemeClr val="lt1"/>
                </a:solidFill>
                <a:latin typeface="Advent Pro SemiBold"/>
                <a:ea typeface="Advent Pro SemiBold"/>
                <a:cs typeface="Advent Pro SemiBold"/>
                <a:sym typeface="Advent Pro SemiBold"/>
              </a:defRPr>
            </a:lvl1pPr>
            <a:lvl2pPr lvl="1"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2pPr>
            <a:lvl3pPr lvl="2"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3pPr>
            <a:lvl4pPr lvl="3"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4pPr>
            <a:lvl5pPr lvl="4"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5pPr>
            <a:lvl6pPr lvl="5"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6pPr>
            <a:lvl7pPr lvl="6"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7pPr>
            <a:lvl8pPr lvl="7"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8pPr>
            <a:lvl9pPr lvl="8" algn="l">
              <a:lnSpc>
                <a:spcPct val="100000"/>
              </a:lnSpc>
              <a:spcBef>
                <a:spcPts val="0"/>
              </a:spcBef>
              <a:spcAft>
                <a:spcPts val="0"/>
              </a:spcAft>
              <a:buClr>
                <a:srgbClr val="000000"/>
              </a:buClr>
              <a:buSzPts val="1200"/>
              <a:buFont typeface="Advent Pro SemiBold"/>
              <a:buNone/>
              <a:defRPr sz="1200">
                <a:solidFill>
                  <a:srgbClr val="000000"/>
                </a:solidFill>
                <a:latin typeface="Advent Pro SemiBold"/>
                <a:ea typeface="Advent Pro SemiBold"/>
                <a:cs typeface="Advent Pro SemiBold"/>
                <a:sym typeface="Advent Pro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
    <p:spTree>
      <p:nvGrpSpPr>
        <p:cNvPr id="300" name="Shape 300"/>
        <p:cNvGrpSpPr/>
        <p:nvPr/>
      </p:nvGrpSpPr>
      <p:grpSpPr>
        <a:xfrm>
          <a:off x="0" y="0"/>
          <a:ext cx="0" cy="0"/>
          <a:chOff x="0" y="0"/>
          <a:chExt cx="0" cy="0"/>
        </a:xfrm>
      </p:grpSpPr>
      <p:sp>
        <p:nvSpPr>
          <p:cNvPr id="301" name="Google Shape;301;p41"/>
          <p:cNvSpPr txBox="1"/>
          <p:nvPr>
            <p:ph type="ctrTitle"/>
          </p:nvPr>
        </p:nvSpPr>
        <p:spPr>
          <a:xfrm>
            <a:off x="4696481" y="1365079"/>
            <a:ext cx="26556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2" name="Google Shape;302;p41"/>
          <p:cNvSpPr txBox="1"/>
          <p:nvPr>
            <p:ph idx="1" type="subTitle"/>
          </p:nvPr>
        </p:nvSpPr>
        <p:spPr>
          <a:xfrm>
            <a:off x="4696481" y="1835141"/>
            <a:ext cx="3039300" cy="9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03" name="Google Shape;303;p41"/>
          <p:cNvSpPr txBox="1"/>
          <p:nvPr>
            <p:ph idx="2" type="ctrTitle"/>
          </p:nvPr>
        </p:nvSpPr>
        <p:spPr>
          <a:xfrm>
            <a:off x="1900150" y="3127942"/>
            <a:ext cx="24729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Font typeface="Fira Sans Condensed Medium"/>
              <a:buNone/>
              <a:defRPr sz="24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04" name="Google Shape;304;p41"/>
          <p:cNvSpPr txBox="1"/>
          <p:nvPr>
            <p:ph idx="3" type="subTitle"/>
          </p:nvPr>
        </p:nvSpPr>
        <p:spPr>
          <a:xfrm>
            <a:off x="1333875" y="3598390"/>
            <a:ext cx="3039300" cy="11793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6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05" name="Google Shape;305;p41"/>
          <p:cNvSpPr/>
          <p:nvPr/>
        </p:nvSpPr>
        <p:spPr>
          <a:xfrm>
            <a:off x="7131388" y="36535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41"/>
          <p:cNvSpPr/>
          <p:nvPr/>
        </p:nvSpPr>
        <p:spPr>
          <a:xfrm>
            <a:off x="8403188" y="2183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41"/>
          <p:cNvSpPr/>
          <p:nvPr/>
        </p:nvSpPr>
        <p:spPr>
          <a:xfrm>
            <a:off x="7776788" y="3625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41"/>
          <p:cNvSpPr/>
          <p:nvPr/>
        </p:nvSpPr>
        <p:spPr>
          <a:xfrm>
            <a:off x="8539438" y="5409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9" name="Google Shape;309;p41"/>
          <p:cNvGrpSpPr/>
          <p:nvPr/>
        </p:nvGrpSpPr>
        <p:grpSpPr>
          <a:xfrm>
            <a:off x="6626134" y="-164562"/>
            <a:ext cx="121172" cy="760495"/>
            <a:chOff x="5245196" y="3136513"/>
            <a:chExt cx="121172" cy="760495"/>
          </a:xfrm>
        </p:grpSpPr>
        <p:sp>
          <p:nvSpPr>
            <p:cNvPr id="310" name="Google Shape;310;p41"/>
            <p:cNvSpPr/>
            <p:nvPr/>
          </p:nvSpPr>
          <p:spPr>
            <a:xfrm>
              <a:off x="5245196" y="3775810"/>
              <a:ext cx="121172" cy="121198"/>
            </a:xfrm>
            <a:custGeom>
              <a:rect b="b" l="l" r="r" t="t"/>
              <a:pathLst>
                <a:path extrusionOk="0" h="4625" w="4624">
                  <a:moveTo>
                    <a:pt x="0" y="1"/>
                  </a:moveTo>
                  <a:lnTo>
                    <a:pt x="0" y="4624"/>
                  </a:lnTo>
                  <a:lnTo>
                    <a:pt x="4624" y="4624"/>
                  </a:lnTo>
                  <a:lnTo>
                    <a:pt x="4624"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41"/>
            <p:cNvSpPr/>
            <p:nvPr/>
          </p:nvSpPr>
          <p:spPr>
            <a:xfrm>
              <a:off x="5309007" y="3136513"/>
              <a:ext cx="8464" cy="554288"/>
            </a:xfrm>
            <a:custGeom>
              <a:rect b="b" l="l" r="r" t="t"/>
              <a:pathLst>
                <a:path extrusionOk="0" h="21152" w="323">
                  <a:moveTo>
                    <a:pt x="166" y="1"/>
                  </a:moveTo>
                  <a:lnTo>
                    <a:pt x="0" y="21152"/>
                  </a:lnTo>
                  <a:lnTo>
                    <a:pt x="322" y="21152"/>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2" name="Google Shape;312;p41"/>
          <p:cNvSpPr/>
          <p:nvPr/>
        </p:nvSpPr>
        <p:spPr>
          <a:xfrm>
            <a:off x="318213" y="4418900"/>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41"/>
          <p:cNvSpPr/>
          <p:nvPr/>
        </p:nvSpPr>
        <p:spPr>
          <a:xfrm>
            <a:off x="454463" y="4741475"/>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1"/>
          <p:cNvSpPr txBox="1"/>
          <p:nvPr>
            <p:ph idx="4"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315" name="Shape 315"/>
        <p:cNvGrpSpPr/>
        <p:nvPr/>
      </p:nvGrpSpPr>
      <p:grpSpPr>
        <a:xfrm>
          <a:off x="0" y="0"/>
          <a:ext cx="0" cy="0"/>
          <a:chOff x="0" y="0"/>
          <a:chExt cx="0" cy="0"/>
        </a:xfrm>
      </p:grpSpPr>
      <p:sp>
        <p:nvSpPr>
          <p:cNvPr id="316" name="Google Shape;316;p42"/>
          <p:cNvSpPr txBox="1"/>
          <p:nvPr>
            <p:ph type="ctrTitle"/>
          </p:nvPr>
        </p:nvSpPr>
        <p:spPr>
          <a:xfrm>
            <a:off x="1121525"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7" name="Google Shape;317;p42"/>
          <p:cNvSpPr txBox="1"/>
          <p:nvPr>
            <p:ph idx="1" type="subTitle"/>
          </p:nvPr>
        </p:nvSpPr>
        <p:spPr>
          <a:xfrm>
            <a:off x="961925" y="16437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18" name="Google Shape;318;p42"/>
          <p:cNvSpPr txBox="1"/>
          <p:nvPr>
            <p:ph idx="2" type="ctrTitle"/>
          </p:nvPr>
        </p:nvSpPr>
        <p:spPr>
          <a:xfrm>
            <a:off x="3628263"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19" name="Google Shape;319;p42"/>
          <p:cNvSpPr txBox="1"/>
          <p:nvPr>
            <p:ph idx="3" type="subTitle"/>
          </p:nvPr>
        </p:nvSpPr>
        <p:spPr>
          <a:xfrm>
            <a:off x="3468663" y="1643759"/>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0" name="Google Shape;320;p42"/>
          <p:cNvSpPr txBox="1"/>
          <p:nvPr>
            <p:ph idx="4" type="ctrTitle"/>
          </p:nvPr>
        </p:nvSpPr>
        <p:spPr>
          <a:xfrm>
            <a:off x="6142624" y="23022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1" name="Google Shape;321;p42"/>
          <p:cNvSpPr txBox="1"/>
          <p:nvPr>
            <p:ph idx="5" type="subTitle"/>
          </p:nvPr>
        </p:nvSpPr>
        <p:spPr>
          <a:xfrm>
            <a:off x="5947924" y="16437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2" name="Google Shape;322;p42"/>
          <p:cNvSpPr txBox="1"/>
          <p:nvPr>
            <p:ph idx="6"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23" name="Google Shape;323;p42"/>
          <p:cNvSpPr txBox="1"/>
          <p:nvPr>
            <p:ph idx="7" type="ctrTitle"/>
          </p:nvPr>
        </p:nvSpPr>
        <p:spPr>
          <a:xfrm>
            <a:off x="1121525"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4" name="Google Shape;324;p42"/>
          <p:cNvSpPr txBox="1"/>
          <p:nvPr>
            <p:ph idx="8" type="subTitle"/>
          </p:nvPr>
        </p:nvSpPr>
        <p:spPr>
          <a:xfrm>
            <a:off x="961925" y="3479251"/>
            <a:ext cx="22005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5" name="Google Shape;325;p42"/>
          <p:cNvSpPr txBox="1"/>
          <p:nvPr>
            <p:ph idx="9" type="ctrTitle"/>
          </p:nvPr>
        </p:nvSpPr>
        <p:spPr>
          <a:xfrm>
            <a:off x="3628263"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6" name="Google Shape;326;p42"/>
          <p:cNvSpPr txBox="1"/>
          <p:nvPr>
            <p:ph idx="13" type="subTitle"/>
          </p:nvPr>
        </p:nvSpPr>
        <p:spPr>
          <a:xfrm>
            <a:off x="3533613" y="3479251"/>
            <a:ext cx="20706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7" name="Google Shape;327;p42"/>
          <p:cNvSpPr txBox="1"/>
          <p:nvPr>
            <p:ph idx="14" type="ctrTitle"/>
          </p:nvPr>
        </p:nvSpPr>
        <p:spPr>
          <a:xfrm>
            <a:off x="6142624" y="4134800"/>
            <a:ext cx="1881300" cy="459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16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28" name="Google Shape;328;p42"/>
          <p:cNvSpPr txBox="1"/>
          <p:nvPr>
            <p:ph idx="15" type="subTitle"/>
          </p:nvPr>
        </p:nvSpPr>
        <p:spPr>
          <a:xfrm>
            <a:off x="5947924" y="3479251"/>
            <a:ext cx="2270700" cy="824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3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29" name="Google Shape;329;p42"/>
          <p:cNvSpPr/>
          <p:nvPr/>
        </p:nvSpPr>
        <p:spPr>
          <a:xfrm>
            <a:off x="7573050" y="27737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42"/>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42"/>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42"/>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2"/>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42"/>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42"/>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42"/>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42"/>
          <p:cNvSpPr/>
          <p:nvPr/>
        </p:nvSpPr>
        <p:spPr>
          <a:xfrm>
            <a:off x="564075" y="475390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
    <p:spTree>
      <p:nvGrpSpPr>
        <p:cNvPr id="338" name="Shape 338"/>
        <p:cNvGrpSpPr/>
        <p:nvPr/>
      </p:nvGrpSpPr>
      <p:grpSpPr>
        <a:xfrm>
          <a:off x="0" y="0"/>
          <a:ext cx="0" cy="0"/>
          <a:chOff x="0" y="0"/>
          <a:chExt cx="0" cy="0"/>
        </a:xfrm>
      </p:grpSpPr>
      <p:sp>
        <p:nvSpPr>
          <p:cNvPr id="339" name="Google Shape;339;p43"/>
          <p:cNvSpPr txBox="1"/>
          <p:nvPr>
            <p:ph type="ctrTitle"/>
          </p:nvPr>
        </p:nvSpPr>
        <p:spPr>
          <a:xfrm>
            <a:off x="1218541"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0" name="Google Shape;340;p43"/>
          <p:cNvSpPr txBox="1"/>
          <p:nvPr>
            <p:ph idx="1" type="subTitle"/>
          </p:nvPr>
        </p:nvSpPr>
        <p:spPr>
          <a:xfrm>
            <a:off x="1218541"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1" name="Google Shape;341;p43"/>
          <p:cNvSpPr txBox="1"/>
          <p:nvPr>
            <p:ph idx="2" type="ctrTitle"/>
          </p:nvPr>
        </p:nvSpPr>
        <p:spPr>
          <a:xfrm>
            <a:off x="6054555" y="1373195"/>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2" name="Google Shape;342;p43"/>
          <p:cNvSpPr txBox="1"/>
          <p:nvPr>
            <p:ph idx="3" type="subTitle"/>
          </p:nvPr>
        </p:nvSpPr>
        <p:spPr>
          <a:xfrm>
            <a:off x="6054555" y="1865495"/>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3" name="Google Shape;343;p43"/>
          <p:cNvSpPr txBox="1"/>
          <p:nvPr>
            <p:ph idx="4" type="ctrTitle"/>
          </p:nvPr>
        </p:nvSpPr>
        <p:spPr>
          <a:xfrm>
            <a:off x="1218541"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4" name="Google Shape;344;p43"/>
          <p:cNvSpPr txBox="1"/>
          <p:nvPr>
            <p:ph idx="5" type="subTitle"/>
          </p:nvPr>
        </p:nvSpPr>
        <p:spPr>
          <a:xfrm>
            <a:off x="1116841" y="3271106"/>
            <a:ext cx="20847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5" name="Google Shape;345;p43"/>
          <p:cNvSpPr txBox="1"/>
          <p:nvPr>
            <p:ph idx="6" type="ctrTitle"/>
          </p:nvPr>
        </p:nvSpPr>
        <p:spPr>
          <a:xfrm>
            <a:off x="6054555" y="277880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800"/>
              <a:buFont typeface="Fira Sans Condensed Medium"/>
              <a:buNone/>
              <a:defRPr sz="2000">
                <a:solidFill>
                  <a:schemeClr val="lt1"/>
                </a:solidFill>
              </a:defRPr>
            </a:lvl1pPr>
            <a:lvl2pPr lvl="1"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2pPr>
            <a:lvl3pPr lvl="2"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3pPr>
            <a:lvl4pPr lvl="3"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4pPr>
            <a:lvl5pPr lvl="4"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5pPr>
            <a:lvl6pPr lvl="5"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6pPr>
            <a:lvl7pPr lvl="6"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7pPr>
            <a:lvl8pPr lvl="7"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8pPr>
            <a:lvl9pPr lvl="8" algn="ctr">
              <a:lnSpc>
                <a:spcPct val="100000"/>
              </a:lnSpc>
              <a:spcBef>
                <a:spcPts val="0"/>
              </a:spcBef>
              <a:spcAft>
                <a:spcPts val="0"/>
              </a:spcAft>
              <a:buClr>
                <a:srgbClr val="000000"/>
              </a:buClr>
              <a:buSzPts val="1800"/>
              <a:buFont typeface="Fira Sans Condensed Medium"/>
              <a:buNone/>
              <a:defRPr sz="1800">
                <a:solidFill>
                  <a:srgbClr val="000000"/>
                </a:solidFill>
                <a:latin typeface="Fira Sans Condensed Medium"/>
                <a:ea typeface="Fira Sans Condensed Medium"/>
                <a:cs typeface="Fira Sans Condensed Medium"/>
                <a:sym typeface="Fira Sans Condensed Medium"/>
              </a:defRPr>
            </a:lvl9pPr>
          </a:lstStyle>
          <a:p/>
        </p:txBody>
      </p:sp>
      <p:sp>
        <p:nvSpPr>
          <p:cNvPr id="346" name="Google Shape;346;p43"/>
          <p:cNvSpPr txBox="1"/>
          <p:nvPr>
            <p:ph idx="7" type="subTitle"/>
          </p:nvPr>
        </p:nvSpPr>
        <p:spPr>
          <a:xfrm>
            <a:off x="6054555" y="3271106"/>
            <a:ext cx="1881300" cy="644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47" name="Google Shape;347;p43"/>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48" name="Google Shape;348;p43"/>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43"/>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43"/>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43"/>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43"/>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43"/>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43"/>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43"/>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43"/>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43"/>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CUSTOM_2_1">
    <p:spTree>
      <p:nvGrpSpPr>
        <p:cNvPr id="358" name="Shape 358"/>
        <p:cNvGrpSpPr/>
        <p:nvPr/>
      </p:nvGrpSpPr>
      <p:grpSpPr>
        <a:xfrm>
          <a:off x="0" y="0"/>
          <a:ext cx="0" cy="0"/>
          <a:chOff x="0" y="0"/>
          <a:chExt cx="0" cy="0"/>
        </a:xfrm>
      </p:grpSpPr>
      <p:sp>
        <p:nvSpPr>
          <p:cNvPr id="359" name="Google Shape;359;p44"/>
          <p:cNvSpPr txBox="1"/>
          <p:nvPr>
            <p:ph type="ctrTitle"/>
          </p:nvPr>
        </p:nvSpPr>
        <p:spPr>
          <a:xfrm>
            <a:off x="915161" y="2299544"/>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0" name="Google Shape;360;p44"/>
          <p:cNvSpPr txBox="1"/>
          <p:nvPr>
            <p:ph idx="1" type="subTitle"/>
          </p:nvPr>
        </p:nvSpPr>
        <p:spPr>
          <a:xfrm>
            <a:off x="879139" y="1777397"/>
            <a:ext cx="1917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1" name="Google Shape;361;p44"/>
          <p:cNvSpPr txBox="1"/>
          <p:nvPr>
            <p:ph idx="2" type="ctrTitle"/>
          </p:nvPr>
        </p:nvSpPr>
        <p:spPr>
          <a:xfrm>
            <a:off x="6345518" y="2299544"/>
            <a:ext cx="18813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2" name="Google Shape;362;p44"/>
          <p:cNvSpPr txBox="1"/>
          <p:nvPr>
            <p:ph idx="3" type="subTitle"/>
          </p:nvPr>
        </p:nvSpPr>
        <p:spPr>
          <a:xfrm>
            <a:off x="6345518" y="1777397"/>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3" name="Google Shape;363;p44"/>
          <p:cNvSpPr txBox="1"/>
          <p:nvPr>
            <p:ph idx="4" type="ctrTitle"/>
          </p:nvPr>
        </p:nvSpPr>
        <p:spPr>
          <a:xfrm>
            <a:off x="915161" y="2861525"/>
            <a:ext cx="1881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4" name="Google Shape;364;p44"/>
          <p:cNvSpPr txBox="1"/>
          <p:nvPr>
            <p:ph idx="5" type="subTitle"/>
          </p:nvPr>
        </p:nvSpPr>
        <p:spPr>
          <a:xfrm>
            <a:off x="915161" y="3353275"/>
            <a:ext cx="1881300" cy="644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5" name="Google Shape;365;p44"/>
          <p:cNvSpPr txBox="1"/>
          <p:nvPr>
            <p:ph idx="6" type="ctrTitle"/>
          </p:nvPr>
        </p:nvSpPr>
        <p:spPr>
          <a:xfrm>
            <a:off x="6345518" y="2861525"/>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800"/>
              <a:buNone/>
              <a:defRPr sz="2000">
                <a:solidFill>
                  <a:schemeClr val="lt1"/>
                </a:solidFill>
                <a:latin typeface="Advent Pro SemiBold"/>
                <a:ea typeface="Advent Pro SemiBold"/>
                <a:cs typeface="Advent Pro SemiBold"/>
                <a:sym typeface="Advent Pro SemiBold"/>
              </a:defRPr>
            </a:lvl1pPr>
            <a:lvl2pPr lvl="1" algn="ctr">
              <a:lnSpc>
                <a:spcPct val="100000"/>
              </a:lnSpc>
              <a:spcBef>
                <a:spcPts val="0"/>
              </a:spcBef>
              <a:spcAft>
                <a:spcPts val="0"/>
              </a:spcAft>
              <a:buClr>
                <a:srgbClr val="000000"/>
              </a:buClr>
              <a:buSzPts val="1800"/>
              <a:buNone/>
              <a:defRPr sz="1800">
                <a:solidFill>
                  <a:srgbClr val="000000"/>
                </a:solidFill>
              </a:defRPr>
            </a:lvl2pPr>
            <a:lvl3pPr lvl="2" algn="ctr">
              <a:lnSpc>
                <a:spcPct val="100000"/>
              </a:lnSpc>
              <a:spcBef>
                <a:spcPts val="0"/>
              </a:spcBef>
              <a:spcAft>
                <a:spcPts val="0"/>
              </a:spcAft>
              <a:buClr>
                <a:srgbClr val="000000"/>
              </a:buClr>
              <a:buSzPts val="1800"/>
              <a:buNone/>
              <a:defRPr sz="1800">
                <a:solidFill>
                  <a:srgbClr val="000000"/>
                </a:solidFill>
              </a:defRPr>
            </a:lvl3pPr>
            <a:lvl4pPr lvl="3" algn="ctr">
              <a:lnSpc>
                <a:spcPct val="100000"/>
              </a:lnSpc>
              <a:spcBef>
                <a:spcPts val="0"/>
              </a:spcBef>
              <a:spcAft>
                <a:spcPts val="0"/>
              </a:spcAft>
              <a:buClr>
                <a:srgbClr val="000000"/>
              </a:buClr>
              <a:buSzPts val="1800"/>
              <a:buNone/>
              <a:defRPr sz="1800">
                <a:solidFill>
                  <a:srgbClr val="000000"/>
                </a:solidFill>
              </a:defRPr>
            </a:lvl4pPr>
            <a:lvl5pPr lvl="4" algn="ctr">
              <a:lnSpc>
                <a:spcPct val="100000"/>
              </a:lnSpc>
              <a:spcBef>
                <a:spcPts val="0"/>
              </a:spcBef>
              <a:spcAft>
                <a:spcPts val="0"/>
              </a:spcAft>
              <a:buClr>
                <a:srgbClr val="000000"/>
              </a:buClr>
              <a:buSzPts val="1800"/>
              <a:buNone/>
              <a:defRPr sz="1800">
                <a:solidFill>
                  <a:srgbClr val="000000"/>
                </a:solidFill>
              </a:defRPr>
            </a:lvl5pPr>
            <a:lvl6pPr lvl="5" algn="ctr">
              <a:lnSpc>
                <a:spcPct val="100000"/>
              </a:lnSpc>
              <a:spcBef>
                <a:spcPts val="0"/>
              </a:spcBef>
              <a:spcAft>
                <a:spcPts val="0"/>
              </a:spcAft>
              <a:buClr>
                <a:srgbClr val="000000"/>
              </a:buClr>
              <a:buSzPts val="1800"/>
              <a:buNone/>
              <a:defRPr sz="1800">
                <a:solidFill>
                  <a:srgbClr val="000000"/>
                </a:solidFill>
              </a:defRPr>
            </a:lvl6pPr>
            <a:lvl7pPr lvl="6" algn="ctr">
              <a:lnSpc>
                <a:spcPct val="100000"/>
              </a:lnSpc>
              <a:spcBef>
                <a:spcPts val="0"/>
              </a:spcBef>
              <a:spcAft>
                <a:spcPts val="0"/>
              </a:spcAft>
              <a:buClr>
                <a:srgbClr val="000000"/>
              </a:buClr>
              <a:buSzPts val="1800"/>
              <a:buNone/>
              <a:defRPr sz="1800">
                <a:solidFill>
                  <a:srgbClr val="000000"/>
                </a:solidFill>
              </a:defRPr>
            </a:lvl7pPr>
            <a:lvl8pPr lvl="7" algn="ctr">
              <a:lnSpc>
                <a:spcPct val="100000"/>
              </a:lnSpc>
              <a:spcBef>
                <a:spcPts val="0"/>
              </a:spcBef>
              <a:spcAft>
                <a:spcPts val="0"/>
              </a:spcAft>
              <a:buClr>
                <a:srgbClr val="000000"/>
              </a:buClr>
              <a:buSzPts val="1800"/>
              <a:buNone/>
              <a:defRPr sz="1800">
                <a:solidFill>
                  <a:srgbClr val="000000"/>
                </a:solidFill>
              </a:defRPr>
            </a:lvl8pPr>
            <a:lvl9pPr lvl="8" algn="ctr">
              <a:lnSpc>
                <a:spcPct val="100000"/>
              </a:lnSpc>
              <a:spcBef>
                <a:spcPts val="0"/>
              </a:spcBef>
              <a:spcAft>
                <a:spcPts val="0"/>
              </a:spcAft>
              <a:buClr>
                <a:srgbClr val="000000"/>
              </a:buClr>
              <a:buSzPts val="1800"/>
              <a:buNone/>
              <a:defRPr sz="1800">
                <a:solidFill>
                  <a:srgbClr val="000000"/>
                </a:solidFill>
              </a:defRPr>
            </a:lvl9pPr>
          </a:lstStyle>
          <a:p/>
        </p:txBody>
      </p:sp>
      <p:sp>
        <p:nvSpPr>
          <p:cNvPr id="366" name="Google Shape;366;p44"/>
          <p:cNvSpPr txBox="1"/>
          <p:nvPr>
            <p:ph idx="7" type="subTitle"/>
          </p:nvPr>
        </p:nvSpPr>
        <p:spPr>
          <a:xfrm>
            <a:off x="6345518" y="3353275"/>
            <a:ext cx="1656600" cy="64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400"/>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367" name="Google Shape;367;p44"/>
          <p:cNvSpPr txBox="1"/>
          <p:nvPr>
            <p:ph idx="8"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368" name="Google Shape;368;p44"/>
          <p:cNvSpPr/>
          <p:nvPr/>
        </p:nvSpPr>
        <p:spPr>
          <a:xfrm>
            <a:off x="7647375" y="949600"/>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44"/>
          <p:cNvSpPr/>
          <p:nvPr/>
        </p:nvSpPr>
        <p:spPr>
          <a:xfrm>
            <a:off x="8985850" y="411675"/>
            <a:ext cx="108650" cy="108650"/>
          </a:xfrm>
          <a:custGeom>
            <a:rect b="b" l="l" r="r" t="t"/>
            <a:pathLst>
              <a:path extrusionOk="0" h="4346" w="4346">
                <a:moveTo>
                  <a:pt x="4008" y="356"/>
                </a:moveTo>
                <a:lnTo>
                  <a:pt x="4008" y="4027"/>
                </a:lnTo>
                <a:lnTo>
                  <a:pt x="338" y="4027"/>
                </a:lnTo>
                <a:lnTo>
                  <a:pt x="338" y="356"/>
                </a:lnTo>
                <a:close/>
                <a:moveTo>
                  <a:pt x="1" y="1"/>
                </a:moveTo>
                <a:lnTo>
                  <a:pt x="1" y="4345"/>
                </a:lnTo>
                <a:lnTo>
                  <a:pt x="4346" y="4345"/>
                </a:lnTo>
                <a:lnTo>
                  <a:pt x="4346"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44"/>
          <p:cNvSpPr/>
          <p:nvPr/>
        </p:nvSpPr>
        <p:spPr>
          <a:xfrm>
            <a:off x="8359450" y="555875"/>
            <a:ext cx="52475" cy="52450"/>
          </a:xfrm>
          <a:custGeom>
            <a:rect b="b" l="l" r="r" t="t"/>
            <a:pathLst>
              <a:path extrusionOk="0" h="2098" w="2099">
                <a:moveTo>
                  <a:pt x="1761" y="319"/>
                </a:moveTo>
                <a:lnTo>
                  <a:pt x="1761" y="1761"/>
                </a:lnTo>
                <a:lnTo>
                  <a:pt x="319" y="1761"/>
                </a:lnTo>
                <a:lnTo>
                  <a:pt x="319" y="319"/>
                </a:lnTo>
                <a:close/>
                <a:moveTo>
                  <a:pt x="1" y="0"/>
                </a:moveTo>
                <a:lnTo>
                  <a:pt x="1" y="2098"/>
                </a:lnTo>
                <a:lnTo>
                  <a:pt x="2098" y="2098"/>
                </a:lnTo>
                <a:lnTo>
                  <a:pt x="209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44"/>
          <p:cNvSpPr/>
          <p:nvPr/>
        </p:nvSpPr>
        <p:spPr>
          <a:xfrm>
            <a:off x="9122100" y="734250"/>
            <a:ext cx="164350" cy="164350"/>
          </a:xfrm>
          <a:custGeom>
            <a:rect b="b" l="l" r="r" t="t"/>
            <a:pathLst>
              <a:path extrusionOk="0" h="6574" w="6574">
                <a:moveTo>
                  <a:pt x="6218" y="337"/>
                </a:moveTo>
                <a:lnTo>
                  <a:pt x="6218" y="6236"/>
                </a:lnTo>
                <a:lnTo>
                  <a:pt x="319" y="6236"/>
                </a:lnTo>
                <a:lnTo>
                  <a:pt x="319" y="337"/>
                </a:lnTo>
                <a:close/>
                <a:moveTo>
                  <a:pt x="0" y="0"/>
                </a:moveTo>
                <a:lnTo>
                  <a:pt x="0" y="6573"/>
                </a:lnTo>
                <a:lnTo>
                  <a:pt x="6555" y="6573"/>
                </a:lnTo>
                <a:lnTo>
                  <a:pt x="6573"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44"/>
          <p:cNvSpPr/>
          <p:nvPr/>
        </p:nvSpPr>
        <p:spPr>
          <a:xfrm>
            <a:off x="8798600" y="1088650"/>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44"/>
          <p:cNvSpPr/>
          <p:nvPr/>
        </p:nvSpPr>
        <p:spPr>
          <a:xfrm>
            <a:off x="6099342" y="-150600"/>
            <a:ext cx="96045" cy="95462"/>
          </a:xfrm>
          <a:custGeom>
            <a:rect b="b" l="l" r="r" t="t"/>
            <a:pathLst>
              <a:path extrusionOk="0" h="3109" w="3128">
                <a:moveTo>
                  <a:pt x="2678" y="431"/>
                </a:moveTo>
                <a:lnTo>
                  <a:pt x="2678" y="2659"/>
                </a:lnTo>
                <a:lnTo>
                  <a:pt x="450" y="2659"/>
                </a:lnTo>
                <a:lnTo>
                  <a:pt x="450" y="431"/>
                </a:lnTo>
                <a:close/>
                <a:moveTo>
                  <a:pt x="0" y="0"/>
                </a:moveTo>
                <a:lnTo>
                  <a:pt x="0" y="3109"/>
                </a:lnTo>
                <a:lnTo>
                  <a:pt x="3128" y="3109"/>
                </a:lnTo>
                <a:lnTo>
                  <a:pt x="312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44"/>
          <p:cNvSpPr/>
          <p:nvPr/>
        </p:nvSpPr>
        <p:spPr>
          <a:xfrm>
            <a:off x="6702523" y="444536"/>
            <a:ext cx="95493" cy="95462"/>
          </a:xfrm>
          <a:custGeom>
            <a:rect b="b" l="l" r="r" t="t"/>
            <a:pathLst>
              <a:path extrusionOk="0" h="3109" w="3110">
                <a:moveTo>
                  <a:pt x="2678" y="450"/>
                </a:moveTo>
                <a:lnTo>
                  <a:pt x="2678" y="2678"/>
                </a:lnTo>
                <a:lnTo>
                  <a:pt x="450" y="2678"/>
                </a:lnTo>
                <a:lnTo>
                  <a:pt x="450" y="450"/>
                </a:lnTo>
                <a:close/>
                <a:moveTo>
                  <a:pt x="1" y="0"/>
                </a:moveTo>
                <a:lnTo>
                  <a:pt x="1" y="3109"/>
                </a:lnTo>
                <a:lnTo>
                  <a:pt x="3109" y="3109"/>
                </a:lnTo>
                <a:lnTo>
                  <a:pt x="3109"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44"/>
          <p:cNvSpPr/>
          <p:nvPr/>
        </p:nvSpPr>
        <p:spPr>
          <a:xfrm>
            <a:off x="5904975" y="143222"/>
            <a:ext cx="82259" cy="82259"/>
          </a:xfrm>
          <a:custGeom>
            <a:rect b="b" l="l" r="r" t="t"/>
            <a:pathLst>
              <a:path extrusionOk="0" h="2679" w="2679">
                <a:moveTo>
                  <a:pt x="1" y="1"/>
                </a:moveTo>
                <a:lnTo>
                  <a:pt x="1" y="2679"/>
                </a:lnTo>
                <a:lnTo>
                  <a:pt x="2679" y="2679"/>
                </a:lnTo>
                <a:lnTo>
                  <a:pt x="2679"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44"/>
          <p:cNvSpPr/>
          <p:nvPr/>
        </p:nvSpPr>
        <p:spPr>
          <a:xfrm>
            <a:off x="303600" y="4401725"/>
            <a:ext cx="167150" cy="167150"/>
          </a:xfrm>
          <a:custGeom>
            <a:rect b="b" l="l" r="r" t="t"/>
            <a:pathLst>
              <a:path extrusionOk="0" h="6686" w="6686">
                <a:moveTo>
                  <a:pt x="6236" y="450"/>
                </a:moveTo>
                <a:lnTo>
                  <a:pt x="6236" y="6236"/>
                </a:lnTo>
                <a:lnTo>
                  <a:pt x="450" y="6236"/>
                </a:lnTo>
                <a:lnTo>
                  <a:pt x="450" y="450"/>
                </a:lnTo>
                <a:close/>
                <a:moveTo>
                  <a:pt x="0" y="0"/>
                </a:moveTo>
                <a:lnTo>
                  <a:pt x="0" y="6686"/>
                </a:lnTo>
                <a:lnTo>
                  <a:pt x="6686" y="6686"/>
                </a:lnTo>
                <a:lnTo>
                  <a:pt x="668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44"/>
          <p:cNvSpPr/>
          <p:nvPr/>
        </p:nvSpPr>
        <p:spPr>
          <a:xfrm>
            <a:off x="816650" y="4612675"/>
            <a:ext cx="155925" cy="156375"/>
          </a:xfrm>
          <a:custGeom>
            <a:rect b="b" l="l" r="r" t="t"/>
            <a:pathLst>
              <a:path extrusionOk="0" h="6255" w="6237">
                <a:moveTo>
                  <a:pt x="0" y="0"/>
                </a:moveTo>
                <a:lnTo>
                  <a:pt x="0" y="6255"/>
                </a:lnTo>
                <a:lnTo>
                  <a:pt x="6236" y="6255"/>
                </a:lnTo>
                <a:lnTo>
                  <a:pt x="623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78" name="Shape 378"/>
        <p:cNvGrpSpPr/>
        <p:nvPr/>
      </p:nvGrpSpPr>
      <p:grpSpPr>
        <a:xfrm>
          <a:off x="0" y="0"/>
          <a:ext cx="0" cy="0"/>
          <a:chOff x="0" y="0"/>
          <a:chExt cx="0" cy="0"/>
        </a:xfrm>
      </p:grpSpPr>
      <p:sp>
        <p:nvSpPr>
          <p:cNvPr id="379" name="Google Shape;379;p45"/>
          <p:cNvSpPr txBox="1"/>
          <p:nvPr>
            <p:ph type="title"/>
          </p:nvPr>
        </p:nvSpPr>
        <p:spPr>
          <a:xfrm>
            <a:off x="2471150" y="1830075"/>
            <a:ext cx="3823200" cy="1121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7200">
                <a:solidFill>
                  <a:schemeClr val="lt1"/>
                </a:solidFill>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0" name="Google Shape;380;p45"/>
          <p:cNvSpPr txBox="1"/>
          <p:nvPr>
            <p:ph idx="1" type="subTitle"/>
          </p:nvPr>
        </p:nvSpPr>
        <p:spPr>
          <a:xfrm>
            <a:off x="2902550" y="540000"/>
            <a:ext cx="2960400" cy="1353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1" name="Google Shape;381;p45"/>
          <p:cNvSpPr txBox="1"/>
          <p:nvPr/>
        </p:nvSpPr>
        <p:spPr>
          <a:xfrm>
            <a:off x="2289500" y="3592806"/>
            <a:ext cx="4186500" cy="931500"/>
          </a:xfrm>
          <a:prstGeom prst="rect">
            <a:avLst/>
          </a:prstGeom>
          <a:noFill/>
          <a:ln>
            <a:noFill/>
          </a:ln>
        </p:spPr>
        <p:txBody>
          <a:bodyPr anchorCtr="0" anchor="b" bIns="91425" lIns="91425" spcFirstLastPara="1" rIns="91425" wrap="square" tIns="91425">
            <a:noAutofit/>
          </a:bodyPr>
          <a:lstStyle/>
          <a:p>
            <a:pPr indent="0" lvl="0" marL="0" marR="0" rtl="0" algn="ctr">
              <a:lnSpc>
                <a:spcPct val="115000"/>
              </a:lnSpc>
              <a:spcBef>
                <a:spcPts val="300"/>
              </a:spcBef>
              <a:spcAft>
                <a:spcPts val="0"/>
              </a:spcAft>
              <a:buClr>
                <a:srgbClr val="000000"/>
              </a:buClr>
              <a:buSzPts val="1000"/>
              <a:buFont typeface="Arial"/>
              <a:buNone/>
            </a:pPr>
            <a:r>
              <a:rPr b="0" i="0" lang="en" sz="1000" u="none" cap="none" strike="noStrike">
                <a:solidFill>
                  <a:schemeClr val="lt1"/>
                </a:solidFill>
                <a:latin typeface="Maven Pro"/>
                <a:ea typeface="Maven Pro"/>
                <a:cs typeface="Maven Pro"/>
                <a:sym typeface="Maven Pro"/>
              </a:rPr>
              <a:t>CREDITS: This presentation template was created by </a:t>
            </a:r>
            <a:r>
              <a:rPr b="0" i="0" lang="en" sz="1000" u="none" cap="none" strike="noStrike">
                <a:solidFill>
                  <a:schemeClr val="accent1"/>
                </a:solidFill>
                <a:uFill>
                  <a:noFill/>
                </a:uFill>
                <a:latin typeface="Maven Pro"/>
                <a:ea typeface="Maven Pro"/>
                <a:cs typeface="Maven Pro"/>
                <a:sym typeface="Maven Pro"/>
                <a:hlinkClick r:id="rId2">
                  <a:extLst>
                    <a:ext uri="{A12FA001-AC4F-418D-AE19-62706E023703}">
                      <ahyp:hlinkClr val="tx"/>
                    </a:ext>
                  </a:extLst>
                </a:hlinkClick>
              </a:rPr>
              <a:t>Slidesgo</a:t>
            </a:r>
            <a:r>
              <a:rPr b="0" i="0" lang="en" sz="1000" u="none" cap="none" strike="noStrike">
                <a:solidFill>
                  <a:schemeClr val="lt1"/>
                </a:solidFill>
                <a:latin typeface="Maven Pro"/>
                <a:ea typeface="Maven Pro"/>
                <a:cs typeface="Maven Pro"/>
                <a:sym typeface="Maven Pro"/>
              </a:rPr>
              <a:t>, including icons by </a:t>
            </a:r>
            <a:r>
              <a:rPr b="0" i="0" lang="en" sz="1000" u="none" cap="none" strike="noStrike">
                <a:solidFill>
                  <a:schemeClr val="accent2"/>
                </a:solidFill>
                <a:uFill>
                  <a:noFill/>
                </a:uFill>
                <a:latin typeface="Maven Pro"/>
                <a:ea typeface="Maven Pro"/>
                <a:cs typeface="Maven Pro"/>
                <a:sym typeface="Maven Pro"/>
                <a:hlinkClick r:id="rId3">
                  <a:extLst>
                    <a:ext uri="{A12FA001-AC4F-418D-AE19-62706E023703}">
                      <ahyp:hlinkClr val="tx"/>
                    </a:ext>
                  </a:extLst>
                </a:hlinkClick>
              </a:rPr>
              <a:t>Flaticon</a:t>
            </a:r>
            <a:r>
              <a:rPr b="0" i="0" lang="en" sz="1000" u="none" cap="none" strike="noStrike">
                <a:solidFill>
                  <a:schemeClr val="lt1"/>
                </a:solidFill>
                <a:latin typeface="Maven Pro"/>
                <a:ea typeface="Maven Pro"/>
                <a:cs typeface="Maven Pro"/>
                <a:sym typeface="Maven Pro"/>
              </a:rPr>
              <a:t>, and infographics &amp; images by </a:t>
            </a:r>
            <a:r>
              <a:rPr b="0" i="0" lang="en" sz="1000" u="none" cap="none" strike="noStrike">
                <a:solidFill>
                  <a:schemeClr val="accent3"/>
                </a:solidFill>
                <a:uFill>
                  <a:noFill/>
                </a:uFill>
                <a:latin typeface="Maven Pro"/>
                <a:ea typeface="Maven Pro"/>
                <a:cs typeface="Maven Pro"/>
                <a:sym typeface="Maven Pro"/>
                <a:hlinkClick r:id="rId4">
                  <a:extLst>
                    <a:ext uri="{A12FA001-AC4F-418D-AE19-62706E023703}">
                      <ahyp:hlinkClr val="tx"/>
                    </a:ext>
                  </a:extLst>
                </a:hlinkClick>
              </a:rPr>
              <a:t>Freepik</a:t>
            </a:r>
            <a:endParaRPr b="0" i="0" sz="1000" u="none" cap="none" strike="noStrike">
              <a:solidFill>
                <a:schemeClr val="accent3"/>
              </a:solidFill>
              <a:latin typeface="Maven Pro"/>
              <a:ea typeface="Maven Pro"/>
              <a:cs typeface="Maven Pro"/>
              <a:sym typeface="Maven Pro"/>
            </a:endParaRPr>
          </a:p>
        </p:txBody>
      </p:sp>
      <p:sp>
        <p:nvSpPr>
          <p:cNvPr id="382" name="Google Shape;382;p45"/>
          <p:cNvSpPr/>
          <p:nvPr/>
        </p:nvSpPr>
        <p:spPr>
          <a:xfrm>
            <a:off x="858247" y="1380669"/>
            <a:ext cx="130760" cy="131015"/>
          </a:xfrm>
          <a:custGeom>
            <a:rect b="b" l="l" r="r" t="t"/>
            <a:pathLst>
              <a:path extrusionOk="0" h="4634" w="4625">
                <a:moveTo>
                  <a:pt x="1" y="0"/>
                </a:moveTo>
                <a:lnTo>
                  <a:pt x="1" y="4633"/>
                </a:lnTo>
                <a:lnTo>
                  <a:pt x="4625" y="4633"/>
                </a:lnTo>
                <a:lnTo>
                  <a:pt x="462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45"/>
          <p:cNvSpPr/>
          <p:nvPr/>
        </p:nvSpPr>
        <p:spPr>
          <a:xfrm>
            <a:off x="1802448" y="4340187"/>
            <a:ext cx="131015" cy="131015"/>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45"/>
          <p:cNvSpPr/>
          <p:nvPr/>
        </p:nvSpPr>
        <p:spPr>
          <a:xfrm>
            <a:off x="7196621" y="809541"/>
            <a:ext cx="131015" cy="131015"/>
          </a:xfrm>
          <a:custGeom>
            <a:rect b="b" l="l" r="r" t="t"/>
            <a:pathLst>
              <a:path extrusionOk="0" h="4634" w="4634">
                <a:moveTo>
                  <a:pt x="0" y="1"/>
                </a:moveTo>
                <a:lnTo>
                  <a:pt x="0" y="4634"/>
                </a:lnTo>
                <a:lnTo>
                  <a:pt x="4633" y="463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45"/>
          <p:cNvSpPr/>
          <p:nvPr/>
        </p:nvSpPr>
        <p:spPr>
          <a:xfrm>
            <a:off x="7826485" y="4005523"/>
            <a:ext cx="105796" cy="106050"/>
          </a:xfrm>
          <a:custGeom>
            <a:rect b="b" l="l" r="r" t="t"/>
            <a:pathLst>
              <a:path extrusionOk="0" fill="none" h="3751" w="3742">
                <a:moveTo>
                  <a:pt x="1" y="0"/>
                </a:moveTo>
                <a:lnTo>
                  <a:pt x="3742" y="0"/>
                </a:lnTo>
                <a:lnTo>
                  <a:pt x="3742" y="3750"/>
                </a:lnTo>
                <a:lnTo>
                  <a:pt x="1" y="3750"/>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45"/>
          <p:cNvSpPr/>
          <p:nvPr/>
        </p:nvSpPr>
        <p:spPr>
          <a:xfrm>
            <a:off x="6669747" y="3108456"/>
            <a:ext cx="62397" cy="62397"/>
          </a:xfrm>
          <a:custGeom>
            <a:rect b="b" l="l" r="r" t="t"/>
            <a:pathLst>
              <a:path extrusionOk="0" fill="none" h="2207" w="2207">
                <a:moveTo>
                  <a:pt x="0" y="1"/>
                </a:moveTo>
                <a:lnTo>
                  <a:pt x="2206" y="1"/>
                </a:lnTo>
                <a:lnTo>
                  <a:pt x="2206" y="2207"/>
                </a:lnTo>
                <a:lnTo>
                  <a:pt x="0" y="2207"/>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5"/>
          <p:cNvSpPr/>
          <p:nvPr/>
        </p:nvSpPr>
        <p:spPr>
          <a:xfrm>
            <a:off x="2127273" y="2530788"/>
            <a:ext cx="112298" cy="112553"/>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5"/>
          <p:cNvSpPr/>
          <p:nvPr/>
        </p:nvSpPr>
        <p:spPr>
          <a:xfrm>
            <a:off x="7418926" y="3240515"/>
            <a:ext cx="112298" cy="112553"/>
          </a:xfrm>
          <a:custGeom>
            <a:rect b="b" l="l" r="r" t="t"/>
            <a:pathLst>
              <a:path extrusionOk="0" h="3981" w="3972">
                <a:moveTo>
                  <a:pt x="0" y="1"/>
                </a:moveTo>
                <a:lnTo>
                  <a:pt x="0" y="3981"/>
                </a:lnTo>
                <a:lnTo>
                  <a:pt x="3972" y="3981"/>
                </a:lnTo>
                <a:lnTo>
                  <a:pt x="397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5"/>
          <p:cNvSpPr/>
          <p:nvPr/>
        </p:nvSpPr>
        <p:spPr>
          <a:xfrm>
            <a:off x="7751274" y="1218584"/>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0" name="Google Shape;390;p45"/>
          <p:cNvGrpSpPr/>
          <p:nvPr/>
        </p:nvGrpSpPr>
        <p:grpSpPr>
          <a:xfrm>
            <a:off x="6669747" y="-389684"/>
            <a:ext cx="143766" cy="2106420"/>
            <a:chOff x="6780548" y="337714"/>
            <a:chExt cx="133252" cy="1952377"/>
          </a:xfrm>
        </p:grpSpPr>
        <p:sp>
          <p:nvSpPr>
            <p:cNvPr id="391" name="Google Shape;391;p45"/>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45"/>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3" name="Google Shape;393;p45"/>
          <p:cNvGrpSpPr/>
          <p:nvPr/>
        </p:nvGrpSpPr>
        <p:grpSpPr>
          <a:xfrm>
            <a:off x="1510029" y="507749"/>
            <a:ext cx="203534" cy="2663108"/>
            <a:chOff x="250617" y="2402301"/>
            <a:chExt cx="188650" cy="2468355"/>
          </a:xfrm>
        </p:grpSpPr>
        <p:sp>
          <p:nvSpPr>
            <p:cNvPr id="394" name="Google Shape;394;p45"/>
            <p:cNvSpPr/>
            <p:nvPr/>
          </p:nvSpPr>
          <p:spPr>
            <a:xfrm>
              <a:off x="250617" y="4681770"/>
              <a:ext cx="188650" cy="188886"/>
            </a:xfrm>
            <a:custGeom>
              <a:rect b="b" l="l" r="r" t="t"/>
              <a:pathLst>
                <a:path extrusionOk="0" fill="none" h="7208" w="7199">
                  <a:moveTo>
                    <a:pt x="0" y="1"/>
                  </a:moveTo>
                  <a:lnTo>
                    <a:pt x="7198" y="1"/>
                  </a:lnTo>
                  <a:lnTo>
                    <a:pt x="7198" y="7207"/>
                  </a:lnTo>
                  <a:lnTo>
                    <a:pt x="0" y="7207"/>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45"/>
            <p:cNvSpPr/>
            <p:nvPr/>
          </p:nvSpPr>
          <p:spPr>
            <a:xfrm>
              <a:off x="278316" y="4166291"/>
              <a:ext cx="133226" cy="133226"/>
            </a:xfrm>
            <a:custGeom>
              <a:rect b="b" l="l" r="r" t="t"/>
              <a:pathLst>
                <a:path extrusionOk="0" fill="none" h="5084" w="5084">
                  <a:moveTo>
                    <a:pt x="1" y="0"/>
                  </a:moveTo>
                  <a:lnTo>
                    <a:pt x="5084" y="0"/>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45"/>
            <p:cNvSpPr/>
            <p:nvPr/>
          </p:nvSpPr>
          <p:spPr>
            <a:xfrm>
              <a:off x="304573" y="3689098"/>
              <a:ext cx="80476" cy="80476"/>
            </a:xfrm>
            <a:custGeom>
              <a:rect b="b" l="l" r="r" t="t"/>
              <a:pathLst>
                <a:path extrusionOk="0" fill="none" h="3071" w="3071">
                  <a:moveTo>
                    <a:pt x="1" y="0"/>
                  </a:moveTo>
                  <a:lnTo>
                    <a:pt x="3071" y="0"/>
                  </a:lnTo>
                  <a:lnTo>
                    <a:pt x="3071" y="3071"/>
                  </a:lnTo>
                  <a:lnTo>
                    <a:pt x="1" y="3071"/>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5"/>
            <p:cNvSpPr/>
            <p:nvPr/>
          </p:nvSpPr>
          <p:spPr>
            <a:xfrm>
              <a:off x="340710" y="2402301"/>
              <a:ext cx="8464" cy="1011487"/>
            </a:xfrm>
            <a:custGeom>
              <a:rect b="b" l="l" r="r" t="t"/>
              <a:pathLst>
                <a:path extrusionOk="0" h="38599" w="323">
                  <a:moveTo>
                    <a:pt x="157" y="1"/>
                  </a:moveTo>
                  <a:lnTo>
                    <a:pt x="0" y="38599"/>
                  </a:lnTo>
                  <a:lnTo>
                    <a:pt x="322" y="38599"/>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8" name="Google Shape;398;p45"/>
          <p:cNvGrpSpPr/>
          <p:nvPr/>
        </p:nvGrpSpPr>
        <p:grpSpPr>
          <a:xfrm>
            <a:off x="385355" y="1380671"/>
            <a:ext cx="199237" cy="2828935"/>
            <a:chOff x="1608717" y="1280046"/>
            <a:chExt cx="199237" cy="2828935"/>
          </a:xfrm>
        </p:grpSpPr>
        <p:sp>
          <p:nvSpPr>
            <p:cNvPr id="399" name="Google Shape;399;p45"/>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5"/>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45"/>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2" name="Google Shape;402;p45"/>
          <p:cNvSpPr/>
          <p:nvPr/>
        </p:nvSpPr>
        <p:spPr>
          <a:xfrm>
            <a:off x="1050592" y="3209646"/>
            <a:ext cx="9132" cy="2718457"/>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5"/>
          <p:cNvSpPr/>
          <p:nvPr/>
        </p:nvSpPr>
        <p:spPr>
          <a:xfrm>
            <a:off x="7090326" y="2590809"/>
            <a:ext cx="9132" cy="1822361"/>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4" name="Google Shape;404;p45"/>
          <p:cNvGrpSpPr/>
          <p:nvPr/>
        </p:nvGrpSpPr>
        <p:grpSpPr>
          <a:xfrm>
            <a:off x="989005" y="-389666"/>
            <a:ext cx="62143" cy="897428"/>
            <a:chOff x="2038689" y="173907"/>
            <a:chExt cx="57599" cy="831799"/>
          </a:xfrm>
        </p:grpSpPr>
        <p:sp>
          <p:nvSpPr>
            <p:cNvPr id="405" name="Google Shape;405;p45"/>
            <p:cNvSpPr/>
            <p:nvPr/>
          </p:nvSpPr>
          <p:spPr>
            <a:xfrm>
              <a:off x="2038689" y="947872"/>
              <a:ext cx="57599" cy="57834"/>
            </a:xfrm>
            <a:custGeom>
              <a:rect b="b" l="l" r="r" t="t"/>
              <a:pathLst>
                <a:path extrusionOk="0" fill="none" h="2207" w="2198">
                  <a:moveTo>
                    <a:pt x="1" y="0"/>
                  </a:moveTo>
                  <a:lnTo>
                    <a:pt x="2197" y="0"/>
                  </a:lnTo>
                  <a:lnTo>
                    <a:pt x="2197" y="2206"/>
                  </a:lnTo>
                  <a:lnTo>
                    <a:pt x="1" y="2206"/>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45"/>
            <p:cNvSpPr/>
            <p:nvPr/>
          </p:nvSpPr>
          <p:spPr>
            <a:xfrm>
              <a:off x="2063269" y="173907"/>
              <a:ext cx="8438" cy="692074"/>
            </a:xfrm>
            <a:custGeom>
              <a:rect b="b" l="l" r="r" t="t"/>
              <a:pathLst>
                <a:path extrusionOk="0" h="26410" w="322">
                  <a:moveTo>
                    <a:pt x="166" y="1"/>
                  </a:moveTo>
                  <a:lnTo>
                    <a:pt x="0" y="26410"/>
                  </a:lnTo>
                  <a:lnTo>
                    <a:pt x="322" y="26410"/>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7" name="Google Shape;407;p45"/>
          <p:cNvGrpSpPr/>
          <p:nvPr/>
        </p:nvGrpSpPr>
        <p:grpSpPr>
          <a:xfrm>
            <a:off x="8568723" y="2184809"/>
            <a:ext cx="214702" cy="2308598"/>
            <a:chOff x="8008096" y="2108910"/>
            <a:chExt cx="199001" cy="2139770"/>
          </a:xfrm>
        </p:grpSpPr>
        <p:sp>
          <p:nvSpPr>
            <p:cNvPr id="408" name="Google Shape;408;p45"/>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5"/>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0" name="Google Shape;410;p45"/>
          <p:cNvSpPr/>
          <p:nvPr/>
        </p:nvSpPr>
        <p:spPr>
          <a:xfrm>
            <a:off x="6423211" y="3192659"/>
            <a:ext cx="86853" cy="86825"/>
          </a:xfrm>
          <a:custGeom>
            <a:rect b="b" l="l" r="r" t="t"/>
            <a:pathLst>
              <a:path extrusionOk="0" h="3071" w="3072">
                <a:moveTo>
                  <a:pt x="1" y="0"/>
                </a:moveTo>
                <a:lnTo>
                  <a:pt x="1" y="3070"/>
                </a:lnTo>
                <a:lnTo>
                  <a:pt x="3071" y="3070"/>
                </a:lnTo>
                <a:lnTo>
                  <a:pt x="3071"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1" name="Google Shape;411;p45"/>
          <p:cNvGrpSpPr/>
          <p:nvPr/>
        </p:nvGrpSpPr>
        <p:grpSpPr>
          <a:xfrm>
            <a:off x="8221223" y="9"/>
            <a:ext cx="214702" cy="2308598"/>
            <a:chOff x="8008096" y="2108910"/>
            <a:chExt cx="199001" cy="2139770"/>
          </a:xfrm>
        </p:grpSpPr>
        <p:sp>
          <p:nvSpPr>
            <p:cNvPr id="412" name="Google Shape;412;p45"/>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5"/>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CUSTOM_4">
    <p:spTree>
      <p:nvGrpSpPr>
        <p:cNvPr id="414" name="Shape 414"/>
        <p:cNvGrpSpPr/>
        <p:nvPr/>
      </p:nvGrpSpPr>
      <p:grpSpPr>
        <a:xfrm>
          <a:off x="0" y="0"/>
          <a:ext cx="0" cy="0"/>
          <a:chOff x="0" y="0"/>
          <a:chExt cx="0" cy="0"/>
        </a:xfrm>
      </p:grpSpPr>
      <p:sp>
        <p:nvSpPr>
          <p:cNvPr id="415" name="Google Shape;415;p46"/>
          <p:cNvSpPr txBox="1"/>
          <p:nvPr>
            <p:ph idx="1" type="body"/>
          </p:nvPr>
        </p:nvSpPr>
        <p:spPr>
          <a:xfrm>
            <a:off x="59737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SzPts val="1000"/>
              <a:buFont typeface="Livvic Light"/>
              <a:buChar char="●"/>
              <a:defRPr sz="1200"/>
            </a:lvl1pPr>
            <a:lvl2pPr indent="-292100" lvl="1" marL="914400" algn="l">
              <a:lnSpc>
                <a:spcPct val="115000"/>
              </a:lnSpc>
              <a:spcBef>
                <a:spcPts val="1600"/>
              </a:spcBef>
              <a:spcAft>
                <a:spcPts val="0"/>
              </a:spcAft>
              <a:buSzPts val="1000"/>
              <a:buFont typeface="Nunito Light"/>
              <a:buChar char="○"/>
              <a:defRPr/>
            </a:lvl2pPr>
            <a:lvl3pPr indent="-292100" lvl="2" marL="1371600" algn="l">
              <a:lnSpc>
                <a:spcPct val="115000"/>
              </a:lnSpc>
              <a:spcBef>
                <a:spcPts val="1600"/>
              </a:spcBef>
              <a:spcAft>
                <a:spcPts val="0"/>
              </a:spcAft>
              <a:buSzPts val="1000"/>
              <a:buFont typeface="Nunito Light"/>
              <a:buChar char="■"/>
              <a:defRPr/>
            </a:lvl3pPr>
            <a:lvl4pPr indent="-292100" lvl="3" marL="1828800" algn="l">
              <a:lnSpc>
                <a:spcPct val="115000"/>
              </a:lnSpc>
              <a:spcBef>
                <a:spcPts val="1600"/>
              </a:spcBef>
              <a:spcAft>
                <a:spcPts val="0"/>
              </a:spcAft>
              <a:buSzPts val="1000"/>
              <a:buFont typeface="Nunito Light"/>
              <a:buChar char="●"/>
              <a:defRPr/>
            </a:lvl4pPr>
            <a:lvl5pPr indent="-292100" lvl="4" marL="2286000" algn="l">
              <a:lnSpc>
                <a:spcPct val="115000"/>
              </a:lnSpc>
              <a:spcBef>
                <a:spcPts val="1600"/>
              </a:spcBef>
              <a:spcAft>
                <a:spcPts val="0"/>
              </a:spcAft>
              <a:buSzPts val="1000"/>
              <a:buFont typeface="Nunito Light"/>
              <a:buChar char="○"/>
              <a:defRPr/>
            </a:lvl5pPr>
            <a:lvl6pPr indent="-292100" lvl="5" marL="2743200" algn="l">
              <a:lnSpc>
                <a:spcPct val="115000"/>
              </a:lnSpc>
              <a:spcBef>
                <a:spcPts val="1600"/>
              </a:spcBef>
              <a:spcAft>
                <a:spcPts val="0"/>
              </a:spcAft>
              <a:buSzPts val="1000"/>
              <a:buFont typeface="Nunito Light"/>
              <a:buChar char="■"/>
              <a:defRPr/>
            </a:lvl6pPr>
            <a:lvl7pPr indent="-292100" lvl="6" marL="3200400" algn="l">
              <a:lnSpc>
                <a:spcPct val="115000"/>
              </a:lnSpc>
              <a:spcBef>
                <a:spcPts val="1600"/>
              </a:spcBef>
              <a:spcAft>
                <a:spcPts val="0"/>
              </a:spcAft>
              <a:buSzPts val="1000"/>
              <a:buFont typeface="Nunito Light"/>
              <a:buChar char="●"/>
              <a:defRPr/>
            </a:lvl7pPr>
            <a:lvl8pPr indent="-292100" lvl="7" marL="3657600" algn="l">
              <a:lnSpc>
                <a:spcPct val="115000"/>
              </a:lnSpc>
              <a:spcBef>
                <a:spcPts val="1600"/>
              </a:spcBef>
              <a:spcAft>
                <a:spcPts val="0"/>
              </a:spcAft>
              <a:buSzPts val="1000"/>
              <a:buFont typeface="Nunito Light"/>
              <a:buChar char="○"/>
              <a:defRPr/>
            </a:lvl8pPr>
            <a:lvl9pPr indent="-292100" lvl="8" marL="4114800" algn="l">
              <a:lnSpc>
                <a:spcPct val="115000"/>
              </a:lnSpc>
              <a:spcBef>
                <a:spcPts val="1600"/>
              </a:spcBef>
              <a:spcAft>
                <a:spcPts val="1600"/>
              </a:spcAft>
              <a:buSzPts val="1000"/>
              <a:buFont typeface="Nunito Light"/>
              <a:buChar char="■"/>
              <a:defRPr/>
            </a:lvl9pPr>
          </a:lstStyle>
          <a:p/>
        </p:txBody>
      </p:sp>
      <p:sp>
        <p:nvSpPr>
          <p:cNvPr id="416" name="Google Shape;416;p46"/>
          <p:cNvSpPr txBox="1"/>
          <p:nvPr>
            <p:ph type="ctrTitle"/>
          </p:nvPr>
        </p:nvSpPr>
        <p:spPr>
          <a:xfrm>
            <a:off x="618825" y="411675"/>
            <a:ext cx="47277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3600"/>
              <a:buNone/>
              <a:defRPr sz="3000"/>
            </a:lvl1pPr>
            <a:lvl2pPr lvl="1" algn="ctr">
              <a:lnSpc>
                <a:spcPct val="100000"/>
              </a:lnSpc>
              <a:spcBef>
                <a:spcPts val="0"/>
              </a:spcBef>
              <a:spcAft>
                <a:spcPts val="0"/>
              </a:spcAft>
              <a:buClr>
                <a:srgbClr val="D9D9D9"/>
              </a:buClr>
              <a:buSzPts val="1800"/>
              <a:buNone/>
              <a:defRPr sz="1800">
                <a:solidFill>
                  <a:srgbClr val="D9D9D9"/>
                </a:solidFill>
              </a:defRPr>
            </a:lvl2pPr>
            <a:lvl3pPr lvl="2" algn="ctr">
              <a:lnSpc>
                <a:spcPct val="100000"/>
              </a:lnSpc>
              <a:spcBef>
                <a:spcPts val="0"/>
              </a:spcBef>
              <a:spcAft>
                <a:spcPts val="0"/>
              </a:spcAft>
              <a:buClr>
                <a:srgbClr val="D9D9D9"/>
              </a:buClr>
              <a:buSzPts val="1800"/>
              <a:buNone/>
              <a:defRPr sz="1800">
                <a:solidFill>
                  <a:srgbClr val="D9D9D9"/>
                </a:solidFill>
              </a:defRPr>
            </a:lvl3pPr>
            <a:lvl4pPr lvl="3" algn="ctr">
              <a:lnSpc>
                <a:spcPct val="100000"/>
              </a:lnSpc>
              <a:spcBef>
                <a:spcPts val="0"/>
              </a:spcBef>
              <a:spcAft>
                <a:spcPts val="0"/>
              </a:spcAft>
              <a:buClr>
                <a:srgbClr val="D9D9D9"/>
              </a:buClr>
              <a:buSzPts val="1800"/>
              <a:buNone/>
              <a:defRPr sz="1800">
                <a:solidFill>
                  <a:srgbClr val="D9D9D9"/>
                </a:solidFill>
              </a:defRPr>
            </a:lvl4pPr>
            <a:lvl5pPr lvl="4" algn="ctr">
              <a:lnSpc>
                <a:spcPct val="100000"/>
              </a:lnSpc>
              <a:spcBef>
                <a:spcPts val="0"/>
              </a:spcBef>
              <a:spcAft>
                <a:spcPts val="0"/>
              </a:spcAft>
              <a:buClr>
                <a:srgbClr val="D9D9D9"/>
              </a:buClr>
              <a:buSzPts val="1800"/>
              <a:buNone/>
              <a:defRPr sz="1800">
                <a:solidFill>
                  <a:srgbClr val="D9D9D9"/>
                </a:solidFill>
              </a:defRPr>
            </a:lvl5pPr>
            <a:lvl6pPr lvl="5" algn="ctr">
              <a:lnSpc>
                <a:spcPct val="100000"/>
              </a:lnSpc>
              <a:spcBef>
                <a:spcPts val="0"/>
              </a:spcBef>
              <a:spcAft>
                <a:spcPts val="0"/>
              </a:spcAft>
              <a:buClr>
                <a:srgbClr val="D9D9D9"/>
              </a:buClr>
              <a:buSzPts val="1800"/>
              <a:buNone/>
              <a:defRPr sz="1800">
                <a:solidFill>
                  <a:srgbClr val="D9D9D9"/>
                </a:solidFill>
              </a:defRPr>
            </a:lvl6pPr>
            <a:lvl7pPr lvl="6" algn="ctr">
              <a:lnSpc>
                <a:spcPct val="100000"/>
              </a:lnSpc>
              <a:spcBef>
                <a:spcPts val="0"/>
              </a:spcBef>
              <a:spcAft>
                <a:spcPts val="0"/>
              </a:spcAft>
              <a:buClr>
                <a:srgbClr val="D9D9D9"/>
              </a:buClr>
              <a:buSzPts val="1800"/>
              <a:buNone/>
              <a:defRPr sz="1800">
                <a:solidFill>
                  <a:srgbClr val="D9D9D9"/>
                </a:solidFill>
              </a:defRPr>
            </a:lvl7pPr>
            <a:lvl8pPr lvl="7" algn="ctr">
              <a:lnSpc>
                <a:spcPct val="100000"/>
              </a:lnSpc>
              <a:spcBef>
                <a:spcPts val="0"/>
              </a:spcBef>
              <a:spcAft>
                <a:spcPts val="0"/>
              </a:spcAft>
              <a:buClr>
                <a:srgbClr val="D9D9D9"/>
              </a:buClr>
              <a:buSzPts val="1800"/>
              <a:buNone/>
              <a:defRPr sz="1800">
                <a:solidFill>
                  <a:srgbClr val="D9D9D9"/>
                </a:solidFill>
              </a:defRPr>
            </a:lvl8pPr>
            <a:lvl9pPr lvl="8" algn="ctr">
              <a:lnSpc>
                <a:spcPct val="100000"/>
              </a:lnSpc>
              <a:spcBef>
                <a:spcPts val="0"/>
              </a:spcBef>
              <a:spcAft>
                <a:spcPts val="0"/>
              </a:spcAft>
              <a:buClr>
                <a:srgbClr val="D9D9D9"/>
              </a:buClr>
              <a:buSzPts val="1800"/>
              <a:buNone/>
              <a:defRPr sz="1800">
                <a:solidFill>
                  <a:srgbClr val="D9D9D9"/>
                </a:solidFill>
              </a:defRPr>
            </a:lvl9pPr>
          </a:lstStyle>
          <a:p/>
        </p:txBody>
      </p:sp>
      <p:sp>
        <p:nvSpPr>
          <p:cNvPr id="417" name="Google Shape;417;p46"/>
          <p:cNvSpPr txBox="1"/>
          <p:nvPr>
            <p:ph idx="2" type="body"/>
          </p:nvPr>
        </p:nvSpPr>
        <p:spPr>
          <a:xfrm>
            <a:off x="4690125" y="1063525"/>
            <a:ext cx="3908700" cy="37869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rgbClr val="EC5D37"/>
              </a:buClr>
              <a:buSzPts val="1000"/>
              <a:buFont typeface="Livvic Light"/>
              <a:buChar char="●"/>
              <a:defRPr sz="1200"/>
            </a:lvl1pPr>
            <a:lvl2pPr indent="-292100" lvl="1" marL="914400" algn="l">
              <a:lnSpc>
                <a:spcPct val="115000"/>
              </a:lnSpc>
              <a:spcBef>
                <a:spcPts val="1600"/>
              </a:spcBef>
              <a:spcAft>
                <a:spcPts val="0"/>
              </a:spcAft>
              <a:buClr>
                <a:srgbClr val="FFC800"/>
              </a:buClr>
              <a:buSzPts val="1000"/>
              <a:buFont typeface="Nunito Light"/>
              <a:buChar char="○"/>
              <a:defRPr/>
            </a:lvl2pPr>
            <a:lvl3pPr indent="-292100" lvl="2" marL="1371600" algn="l">
              <a:lnSpc>
                <a:spcPct val="115000"/>
              </a:lnSpc>
              <a:spcBef>
                <a:spcPts val="1600"/>
              </a:spcBef>
              <a:spcAft>
                <a:spcPts val="0"/>
              </a:spcAft>
              <a:buClr>
                <a:srgbClr val="FFC800"/>
              </a:buClr>
              <a:buSzPts val="1000"/>
              <a:buFont typeface="Nunito Light"/>
              <a:buChar char="■"/>
              <a:defRPr/>
            </a:lvl3pPr>
            <a:lvl4pPr indent="-292100" lvl="3" marL="1828800" algn="l">
              <a:lnSpc>
                <a:spcPct val="115000"/>
              </a:lnSpc>
              <a:spcBef>
                <a:spcPts val="1600"/>
              </a:spcBef>
              <a:spcAft>
                <a:spcPts val="0"/>
              </a:spcAft>
              <a:buClr>
                <a:srgbClr val="FFC800"/>
              </a:buClr>
              <a:buSzPts val="1000"/>
              <a:buFont typeface="Nunito Light"/>
              <a:buChar char="●"/>
              <a:defRPr/>
            </a:lvl4pPr>
            <a:lvl5pPr indent="-292100" lvl="4" marL="2286000" algn="l">
              <a:lnSpc>
                <a:spcPct val="115000"/>
              </a:lnSpc>
              <a:spcBef>
                <a:spcPts val="1600"/>
              </a:spcBef>
              <a:spcAft>
                <a:spcPts val="0"/>
              </a:spcAft>
              <a:buClr>
                <a:srgbClr val="434343"/>
              </a:buClr>
              <a:buSzPts val="1000"/>
              <a:buFont typeface="Nunito Light"/>
              <a:buChar char="○"/>
              <a:defRPr/>
            </a:lvl5pPr>
            <a:lvl6pPr indent="-292100" lvl="5" marL="2743200" algn="l">
              <a:lnSpc>
                <a:spcPct val="115000"/>
              </a:lnSpc>
              <a:spcBef>
                <a:spcPts val="1600"/>
              </a:spcBef>
              <a:spcAft>
                <a:spcPts val="0"/>
              </a:spcAft>
              <a:buClr>
                <a:srgbClr val="434343"/>
              </a:buClr>
              <a:buSzPts val="1000"/>
              <a:buFont typeface="Nunito Light"/>
              <a:buChar char="■"/>
              <a:defRPr/>
            </a:lvl6pPr>
            <a:lvl7pPr indent="-292100" lvl="6" marL="3200400" algn="l">
              <a:lnSpc>
                <a:spcPct val="115000"/>
              </a:lnSpc>
              <a:spcBef>
                <a:spcPts val="1600"/>
              </a:spcBef>
              <a:spcAft>
                <a:spcPts val="0"/>
              </a:spcAft>
              <a:buClr>
                <a:srgbClr val="434343"/>
              </a:buClr>
              <a:buSzPts val="1000"/>
              <a:buFont typeface="Nunito Light"/>
              <a:buChar char="●"/>
              <a:defRPr/>
            </a:lvl7pPr>
            <a:lvl8pPr indent="-292100" lvl="7" marL="3657600" algn="l">
              <a:lnSpc>
                <a:spcPct val="115000"/>
              </a:lnSpc>
              <a:spcBef>
                <a:spcPts val="1600"/>
              </a:spcBef>
              <a:spcAft>
                <a:spcPts val="0"/>
              </a:spcAft>
              <a:buClr>
                <a:srgbClr val="434343"/>
              </a:buClr>
              <a:buSzPts val="1000"/>
              <a:buFont typeface="Nunito Light"/>
              <a:buChar char="○"/>
              <a:defRPr/>
            </a:lvl8pPr>
            <a:lvl9pPr indent="-292100" lvl="8" marL="4114800" algn="l">
              <a:lnSpc>
                <a:spcPct val="115000"/>
              </a:lnSpc>
              <a:spcBef>
                <a:spcPts val="1600"/>
              </a:spcBef>
              <a:spcAft>
                <a:spcPts val="1600"/>
              </a:spcAft>
              <a:buClr>
                <a:srgbClr val="434343"/>
              </a:buClr>
              <a:buSzPts val="1000"/>
              <a:buFont typeface="Nunito Light"/>
              <a:buChar char="■"/>
              <a:defRPr/>
            </a:lvl9pPr>
          </a:lstStyle>
          <a:p/>
        </p:txBody>
      </p:sp>
      <p:sp>
        <p:nvSpPr>
          <p:cNvPr id="418" name="Google Shape;418;p46"/>
          <p:cNvSpPr/>
          <p:nvPr/>
        </p:nvSpPr>
        <p:spPr>
          <a:xfrm>
            <a:off x="8829925" y="1123700"/>
            <a:ext cx="108650" cy="108625"/>
          </a:xfrm>
          <a:custGeom>
            <a:rect b="b" l="l" r="r" t="t"/>
            <a:pathLst>
              <a:path extrusionOk="0" h="4345" w="4346">
                <a:moveTo>
                  <a:pt x="4027" y="337"/>
                </a:moveTo>
                <a:lnTo>
                  <a:pt x="4027" y="4008"/>
                </a:lnTo>
                <a:lnTo>
                  <a:pt x="338" y="4008"/>
                </a:lnTo>
                <a:lnTo>
                  <a:pt x="338" y="337"/>
                </a:lnTo>
                <a:close/>
                <a:moveTo>
                  <a:pt x="1" y="0"/>
                </a:moveTo>
                <a:lnTo>
                  <a:pt x="1" y="4345"/>
                </a:lnTo>
                <a:lnTo>
                  <a:pt x="4346" y="4345"/>
                </a:lnTo>
                <a:lnTo>
                  <a:pt x="4346"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46"/>
          <p:cNvSpPr/>
          <p:nvPr/>
        </p:nvSpPr>
        <p:spPr>
          <a:xfrm>
            <a:off x="9156250" y="1340450"/>
            <a:ext cx="111450" cy="110975"/>
          </a:xfrm>
          <a:custGeom>
            <a:rect b="b" l="l" r="r" t="t"/>
            <a:pathLst>
              <a:path extrusionOk="0" h="4439" w="4458">
                <a:moveTo>
                  <a:pt x="4008" y="431"/>
                </a:moveTo>
                <a:lnTo>
                  <a:pt x="4008" y="4008"/>
                </a:lnTo>
                <a:lnTo>
                  <a:pt x="431" y="4008"/>
                </a:lnTo>
                <a:lnTo>
                  <a:pt x="431" y="431"/>
                </a:lnTo>
                <a:close/>
                <a:moveTo>
                  <a:pt x="0" y="1"/>
                </a:moveTo>
                <a:lnTo>
                  <a:pt x="0" y="4439"/>
                </a:lnTo>
                <a:lnTo>
                  <a:pt x="4457" y="4439"/>
                </a:lnTo>
                <a:lnTo>
                  <a:pt x="4457"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6"/>
          <p:cNvSpPr/>
          <p:nvPr/>
        </p:nvSpPr>
        <p:spPr>
          <a:xfrm>
            <a:off x="5809850" y="214400"/>
            <a:ext cx="108625" cy="108625"/>
          </a:xfrm>
          <a:custGeom>
            <a:rect b="b" l="l" r="r" t="t"/>
            <a:pathLst>
              <a:path extrusionOk="0" h="4345" w="4345">
                <a:moveTo>
                  <a:pt x="4008" y="337"/>
                </a:moveTo>
                <a:lnTo>
                  <a:pt x="4008" y="4008"/>
                </a:lnTo>
                <a:lnTo>
                  <a:pt x="337" y="4008"/>
                </a:lnTo>
                <a:lnTo>
                  <a:pt x="337" y="337"/>
                </a:lnTo>
                <a:close/>
                <a:moveTo>
                  <a:pt x="0" y="0"/>
                </a:moveTo>
                <a:lnTo>
                  <a:pt x="0" y="4345"/>
                </a:lnTo>
                <a:lnTo>
                  <a:pt x="4345" y="4345"/>
                </a:lnTo>
                <a:lnTo>
                  <a:pt x="4345"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6"/>
          <p:cNvSpPr/>
          <p:nvPr/>
        </p:nvSpPr>
        <p:spPr>
          <a:xfrm>
            <a:off x="7079800" y="420088"/>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6"/>
          <p:cNvSpPr/>
          <p:nvPr/>
        </p:nvSpPr>
        <p:spPr>
          <a:xfrm>
            <a:off x="7952700" y="278513"/>
            <a:ext cx="44975" cy="44500"/>
          </a:xfrm>
          <a:custGeom>
            <a:rect b="b" l="l" r="r" t="t"/>
            <a:pathLst>
              <a:path extrusionOk="0" h="1780" w="1799">
                <a:moveTo>
                  <a:pt x="1" y="1"/>
                </a:moveTo>
                <a:lnTo>
                  <a:pt x="1" y="1780"/>
                </a:lnTo>
                <a:lnTo>
                  <a:pt x="1798" y="1780"/>
                </a:lnTo>
                <a:lnTo>
                  <a:pt x="1798"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6"/>
          <p:cNvSpPr/>
          <p:nvPr/>
        </p:nvSpPr>
        <p:spPr>
          <a:xfrm>
            <a:off x="7372450" y="-69325"/>
            <a:ext cx="155925" cy="155925"/>
          </a:xfrm>
          <a:custGeom>
            <a:rect b="b" l="l" r="r" t="t"/>
            <a:pathLst>
              <a:path extrusionOk="0" h="6237" w="6237">
                <a:moveTo>
                  <a:pt x="0" y="0"/>
                </a:moveTo>
                <a:lnTo>
                  <a:pt x="0" y="6236"/>
                </a:lnTo>
                <a:lnTo>
                  <a:pt x="6236" y="6236"/>
                </a:lnTo>
                <a:lnTo>
                  <a:pt x="6236"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6"/>
          <p:cNvSpPr/>
          <p:nvPr/>
        </p:nvSpPr>
        <p:spPr>
          <a:xfrm>
            <a:off x="8464275" y="355050"/>
            <a:ext cx="155925" cy="156400"/>
          </a:xfrm>
          <a:custGeom>
            <a:rect b="b" l="l" r="r" t="t"/>
            <a:pathLst>
              <a:path extrusionOk="0" h="6256" w="6237">
                <a:moveTo>
                  <a:pt x="1" y="1"/>
                </a:moveTo>
                <a:lnTo>
                  <a:pt x="1" y="6256"/>
                </a:lnTo>
                <a:lnTo>
                  <a:pt x="6237" y="6256"/>
                </a:lnTo>
                <a:lnTo>
                  <a:pt x="623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6"/>
          <p:cNvSpPr/>
          <p:nvPr/>
        </p:nvSpPr>
        <p:spPr>
          <a:xfrm>
            <a:off x="7264275" y="607363"/>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6"/>
          <p:cNvSpPr/>
          <p:nvPr/>
        </p:nvSpPr>
        <p:spPr>
          <a:xfrm>
            <a:off x="6298850" y="907625"/>
            <a:ext cx="155925" cy="155900"/>
          </a:xfrm>
          <a:custGeom>
            <a:rect b="b" l="l" r="r" t="t"/>
            <a:pathLst>
              <a:path extrusionOk="0" h="6236" w="6237">
                <a:moveTo>
                  <a:pt x="1" y="0"/>
                </a:moveTo>
                <a:lnTo>
                  <a:pt x="1" y="6236"/>
                </a:lnTo>
                <a:lnTo>
                  <a:pt x="6237" y="6236"/>
                </a:lnTo>
                <a:lnTo>
                  <a:pt x="6237"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6"/>
          <p:cNvSpPr/>
          <p:nvPr/>
        </p:nvSpPr>
        <p:spPr>
          <a:xfrm>
            <a:off x="-83000" y="4540463"/>
            <a:ext cx="164825" cy="164375"/>
          </a:xfrm>
          <a:custGeom>
            <a:rect b="b" l="l" r="r" t="t"/>
            <a:pathLst>
              <a:path extrusionOk="0" h="6575" w="6593">
                <a:moveTo>
                  <a:pt x="6256" y="338"/>
                </a:moveTo>
                <a:lnTo>
                  <a:pt x="6256" y="6237"/>
                </a:lnTo>
                <a:lnTo>
                  <a:pt x="338" y="6237"/>
                </a:lnTo>
                <a:lnTo>
                  <a:pt x="338" y="338"/>
                </a:lnTo>
                <a:close/>
                <a:moveTo>
                  <a:pt x="1" y="1"/>
                </a:moveTo>
                <a:lnTo>
                  <a:pt x="1" y="6574"/>
                </a:lnTo>
                <a:lnTo>
                  <a:pt x="6593" y="6574"/>
                </a:lnTo>
                <a:lnTo>
                  <a:pt x="6593"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6"/>
          <p:cNvSpPr/>
          <p:nvPr/>
        </p:nvSpPr>
        <p:spPr>
          <a:xfrm>
            <a:off x="101475" y="4727738"/>
            <a:ext cx="122675" cy="122675"/>
          </a:xfrm>
          <a:custGeom>
            <a:rect b="b" l="l" r="r" t="t"/>
            <a:pathLst>
              <a:path extrusionOk="0" h="4907" w="4907">
                <a:moveTo>
                  <a:pt x="0" y="1"/>
                </a:moveTo>
                <a:lnTo>
                  <a:pt x="0" y="4907"/>
                </a:lnTo>
                <a:lnTo>
                  <a:pt x="4907" y="4907"/>
                </a:lnTo>
                <a:lnTo>
                  <a:pt x="4907"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5">
    <p:spTree>
      <p:nvGrpSpPr>
        <p:cNvPr id="429" name="Shape 429"/>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30" name="Shape 4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1pPr>
            <a:lvl2pPr lvl="1"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2pPr>
            <a:lvl3pPr lvl="2"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3pPr>
            <a:lvl4pPr lvl="3"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4pPr>
            <a:lvl5pPr lvl="4"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5pPr>
            <a:lvl6pPr lvl="5"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6pPr>
            <a:lvl7pPr lvl="6"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7pPr>
            <a:lvl8pPr lvl="7"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8pPr>
            <a:lvl9pPr lvl="8" marR="0" rtl="0" algn="l">
              <a:lnSpc>
                <a:spcPct val="100000"/>
              </a:lnSpc>
              <a:spcBef>
                <a:spcPts val="0"/>
              </a:spcBef>
              <a:spcAft>
                <a:spcPts val="0"/>
              </a:spcAft>
              <a:buClr>
                <a:schemeClr val="lt1"/>
              </a:buClr>
              <a:buSzPts val="2800"/>
              <a:buFont typeface="Share Tech"/>
              <a:buNone/>
              <a:defRPr b="0" i="0" sz="2800" u="none" cap="none" strike="noStrike">
                <a:solidFill>
                  <a:schemeClr val="lt1"/>
                </a:solidFill>
                <a:latin typeface="Share Tech"/>
                <a:ea typeface="Share Tech"/>
                <a:cs typeface="Share Tech"/>
                <a:sym typeface="Share Tech"/>
              </a:defRPr>
            </a:lvl9pPr>
          </a:lstStyle>
          <a:p/>
        </p:txBody>
      </p:sp>
      <p:sp>
        <p:nvSpPr>
          <p:cNvPr id="7" name="Google Shape;7;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Maven Pro"/>
              <a:buChar char="●"/>
              <a:defRPr b="0" i="0" sz="1800" u="none" cap="none" strike="noStrike">
                <a:solidFill>
                  <a:schemeClr val="lt1"/>
                </a:solidFill>
                <a:latin typeface="Maven Pro"/>
                <a:ea typeface="Maven Pro"/>
                <a:cs typeface="Maven Pro"/>
                <a:sym typeface="Maven Pro"/>
              </a:defRPr>
            </a:lvl1pPr>
            <a:lvl2pPr indent="-317500" lvl="1" marL="914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2pPr>
            <a:lvl3pPr indent="-317500" lvl="2" marL="1371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3pPr>
            <a:lvl4pPr indent="-317500" lvl="3" marL="18288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4pPr>
            <a:lvl5pPr indent="-317500" lvl="4" marL="22860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5pPr>
            <a:lvl6pPr indent="-317500" lvl="5" marL="27432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6pPr>
            <a:lvl7pPr indent="-317500" lvl="6" marL="32004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7pPr>
            <a:lvl8pPr indent="-317500" lvl="7" marL="3657600" marR="0" rtl="0" algn="l">
              <a:lnSpc>
                <a:spcPct val="115000"/>
              </a:lnSpc>
              <a:spcBef>
                <a:spcPts val="1600"/>
              </a:spcBef>
              <a:spcAft>
                <a:spcPts val="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8pPr>
            <a:lvl9pPr indent="-317500" lvl="8" marL="4114800" marR="0" rtl="0" algn="l">
              <a:lnSpc>
                <a:spcPct val="115000"/>
              </a:lnSpc>
              <a:spcBef>
                <a:spcPts val="1600"/>
              </a:spcBef>
              <a:spcAft>
                <a:spcPts val="1600"/>
              </a:spcAft>
              <a:buClr>
                <a:schemeClr val="lt1"/>
              </a:buClr>
              <a:buSzPts val="1400"/>
              <a:buFont typeface="Maven Pro"/>
              <a:buChar char="■"/>
              <a:defRPr b="0" i="0" sz="1400" u="none" cap="none" strike="noStrike">
                <a:solidFill>
                  <a:schemeClr val="lt1"/>
                </a:solidFill>
                <a:latin typeface="Maven Pro"/>
                <a:ea typeface="Maven Pro"/>
                <a:cs typeface="Maven Pro"/>
                <a:sym typeface="Maven Pro"/>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interactivebrokers.co.in/en/home.php"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algebra.com/algebra/homework/Rate-of-work-word-problems/Rate-of-work-word-problems.faq.question.561355.amp" TargetMode="External"/><Relationship Id="rId4" Type="http://schemas.openxmlformats.org/officeDocument/2006/relationships/hyperlink" Target="https://www.algebra.com/algebra/homework/word/misc/Miscellaneous_Word_Problems.faq.question.205101.html" TargetMode="External"/><Relationship Id="rId5" Type="http://schemas.openxmlformats.org/officeDocument/2006/relationships/hyperlink" Target="https://www.quora.com/A-brick-weighs-1kg-plus-half-the-bricks-weight-How-much-does-the-brick-weigh"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www.javatpoint.com/java-tutorial" TargetMode="External"/><Relationship Id="rId4" Type="http://schemas.openxmlformats.org/officeDocument/2006/relationships/hyperlink" Target="https://www.geeksforgeeks.org/introduction-to-java/?ref=lbp" TargetMode="External"/><Relationship Id="rId5" Type="http://schemas.openxmlformats.org/officeDocument/2006/relationships/hyperlink" Target="https://www.youtube.com/playlist?list=PL9gnSGHSqcno1G3XjUbwzXHL8_EttOuKk"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https://www.geeksforgeeks.org/find-the-maximum-element-in-an-array-which-is-first-increasing-and-then-decreasing/" TargetMode="External"/><Relationship Id="rId4" Type="http://schemas.openxmlformats.org/officeDocument/2006/relationships/hyperlink" Target="https://www.geeksforgeeks.org/count-possible-paths-top-left-bottom-right-nxm-matrix/"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0" Type="http://schemas.openxmlformats.org/officeDocument/2006/relationships/hyperlink" Target="https://www.youtube.com/@Telusko" TargetMode="External"/><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s://www.indiabix.com/" TargetMode="External"/><Relationship Id="rId4" Type="http://schemas.openxmlformats.org/officeDocument/2006/relationships/hyperlink" Target="https://www.geeksforgeeks.org/puzzles/" TargetMode="External"/><Relationship Id="rId9" Type="http://schemas.openxmlformats.org/officeDocument/2006/relationships/hyperlink" Target="https://www.geeksforgeeks.org/introduction-to-java/" TargetMode="External"/><Relationship Id="rId5" Type="http://schemas.openxmlformats.org/officeDocument/2006/relationships/hyperlink" Target="https://takeuforward.org/interviews/strivers-sde-sheet-top-coding-interview-problems/" TargetMode="External"/><Relationship Id="rId6" Type="http://schemas.openxmlformats.org/officeDocument/2006/relationships/hyperlink" Target="https://drive.google.com/file/d/1FMdN_OCfOI0iAeDlqswCiC2DZzD4nPsb/view" TargetMode="External"/><Relationship Id="rId7" Type="http://schemas.openxmlformats.org/officeDocument/2006/relationships/hyperlink" Target="https://www.youtube.com/watch?v=z9bZufPHFLU&amp;list=PLfqMhTWNBTe0b2nM6JHVCnAkhQRGiZMSJ&amp;ab_channel=ApnaCollege" TargetMode="External"/><Relationship Id="rId8" Type="http://schemas.openxmlformats.org/officeDocument/2006/relationships/hyperlink" Target="https://www.javatpoint.com/java-tutoria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hyperlink" Target="https://leetcode.com/problems/best-time-to-buy-and-sell-stock/" TargetMode="External"/><Relationship Id="rId4" Type="http://schemas.openxmlformats.org/officeDocument/2006/relationships/hyperlink" Target="https://www.geeksforgeeks.org/puzzle-27-hourglasses-puzzle/" TargetMode="External"/><Relationship Id="rId5" Type="http://schemas.openxmlformats.org/officeDocument/2006/relationships/hyperlink" Target="https://www.glassdoor.co.in/Interview/Two-people-are-each-stuck-on-their-own-island-connected-by-a-ferryman-with-a-lockable-box-Each-person-has-their-own-lock-QTN_254692.ht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hyperlink" Target="https://brainly.in/question/2865149" TargetMode="External"/><Relationship Id="rId4" Type="http://schemas.openxmlformats.org/officeDocument/2006/relationships/hyperlink" Target="https://erich-friedman.github.io/puzzle/robot/" TargetMode="External"/></Relationships>
</file>

<file path=ppt/slides/_rels/slide22.xml.rels><?xml version="1.0" encoding="UTF-8" standalone="yes"?><Relationships xmlns="http://schemas.openxmlformats.org/package/2006/relationships"><Relationship Id="rId11" Type="http://schemas.openxmlformats.org/officeDocument/2006/relationships/hyperlink" Target="https://www.youtube.com/@Telusko" TargetMode="External"/><Relationship Id="rId10" Type="http://schemas.openxmlformats.org/officeDocument/2006/relationships/hyperlink" Target="https://www.youtube.com/@KeepOnCoding" TargetMode="External"/><Relationship Id="rId13" Type="http://schemas.openxmlformats.org/officeDocument/2006/relationships/hyperlink" Target="https://www.w3schools.com/sql/default.asp" TargetMode="External"/><Relationship Id="rId12" Type="http://schemas.openxmlformats.org/officeDocument/2006/relationships/hyperlink" Target="https://www.sql-practice.com/" TargetMode="External"/><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https://www.indiabix.com/" TargetMode="External"/><Relationship Id="rId4" Type="http://schemas.openxmlformats.org/officeDocument/2006/relationships/hyperlink" Target="https://www.geeksforgeeks.org/puzzles/" TargetMode="External"/><Relationship Id="rId9" Type="http://schemas.openxmlformats.org/officeDocument/2006/relationships/hyperlink" Target="https://www.geeksforgeeks.org/introduction-to-java/" TargetMode="External"/><Relationship Id="rId5" Type="http://schemas.openxmlformats.org/officeDocument/2006/relationships/hyperlink" Target="https://www.youtube.com/@takeUforward" TargetMode="External"/><Relationship Id="rId6" Type="http://schemas.openxmlformats.org/officeDocument/2006/relationships/hyperlink" Target="https://www.youtube.com/@programmingwithmosh" TargetMode="External"/><Relationship Id="rId7" Type="http://schemas.openxmlformats.org/officeDocument/2006/relationships/hyperlink" Target="https://www.youtube.com/@AnujBhaiya" TargetMode="External"/><Relationship Id="rId8" Type="http://schemas.openxmlformats.org/officeDocument/2006/relationships/hyperlink" Target="https://www.javatpoint.com/java-tutoria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mailto:2019prithvi.kumar@ves.ac.in" TargetMode="External"/><Relationship Id="rId4" Type="http://schemas.openxmlformats.org/officeDocument/2006/relationships/hyperlink" Target="mailto:2019guruakaash.janthalur@ves.ac.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1"/>
          <p:cNvSpPr/>
          <p:nvPr/>
        </p:nvSpPr>
        <p:spPr>
          <a:xfrm>
            <a:off x="1917281" y="4715495"/>
            <a:ext cx="121434" cy="121434"/>
          </a:xfrm>
          <a:custGeom>
            <a:rect b="b" l="l" r="r" t="t"/>
            <a:pathLst>
              <a:path extrusionOk="0" h="4634" w="4634">
                <a:moveTo>
                  <a:pt x="1" y="0"/>
                </a:moveTo>
                <a:lnTo>
                  <a:pt x="1" y="4633"/>
                </a:lnTo>
                <a:lnTo>
                  <a:pt x="4634" y="4633"/>
                </a:lnTo>
                <a:lnTo>
                  <a:pt x="4634" y="0"/>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
          <p:cNvSpPr/>
          <p:nvPr/>
        </p:nvSpPr>
        <p:spPr>
          <a:xfrm>
            <a:off x="7047944" y="3537816"/>
            <a:ext cx="57834" cy="57834"/>
          </a:xfrm>
          <a:custGeom>
            <a:rect b="b" l="l" r="r" t="t"/>
            <a:pathLst>
              <a:path extrusionOk="0" fill="none" h="2207" w="2207">
                <a:moveTo>
                  <a:pt x="0" y="1"/>
                </a:moveTo>
                <a:lnTo>
                  <a:pt x="2206" y="1"/>
                </a:lnTo>
                <a:lnTo>
                  <a:pt x="2206" y="2207"/>
                </a:lnTo>
                <a:lnTo>
                  <a:pt x="0" y="2207"/>
                </a:lnTo>
                <a:close/>
              </a:path>
            </a:pathLst>
          </a:custGeom>
          <a:noFill/>
          <a:ln cap="flat" cmpd="sng" w="9525">
            <a:solidFill>
              <a:srgbClr val="E898A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
          <p:cNvSpPr/>
          <p:nvPr/>
        </p:nvSpPr>
        <p:spPr>
          <a:xfrm>
            <a:off x="2307882" y="3002386"/>
            <a:ext cx="104086" cy="104322"/>
          </a:xfrm>
          <a:custGeom>
            <a:rect b="b" l="l" r="r" t="t"/>
            <a:pathLst>
              <a:path extrusionOk="0" fill="none" h="3981" w="3972">
                <a:moveTo>
                  <a:pt x="1" y="1"/>
                </a:moveTo>
                <a:lnTo>
                  <a:pt x="3972" y="1"/>
                </a:lnTo>
                <a:lnTo>
                  <a:pt x="3972" y="3981"/>
                </a:lnTo>
                <a:lnTo>
                  <a:pt x="1" y="3981"/>
                </a:lnTo>
                <a:close/>
              </a:path>
            </a:pathLst>
          </a:custGeom>
          <a:noFill/>
          <a:ln cap="flat" cmpd="sng" w="9525">
            <a:solidFill>
              <a:srgbClr val="00CFCC"/>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
          <p:cNvSpPr/>
          <p:nvPr/>
        </p:nvSpPr>
        <p:spPr>
          <a:xfrm>
            <a:off x="6293004" y="835609"/>
            <a:ext cx="80476" cy="80476"/>
          </a:xfrm>
          <a:custGeom>
            <a:rect b="b" l="l" r="r" t="t"/>
            <a:pathLst>
              <a:path extrusionOk="0" h="3071" w="3071">
                <a:moveTo>
                  <a:pt x="1" y="1"/>
                </a:moveTo>
                <a:lnTo>
                  <a:pt x="1" y="3071"/>
                </a:lnTo>
                <a:lnTo>
                  <a:pt x="3071" y="3071"/>
                </a:lnTo>
                <a:lnTo>
                  <a:pt x="3071"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
          <p:cNvSpPr/>
          <p:nvPr/>
        </p:nvSpPr>
        <p:spPr>
          <a:xfrm>
            <a:off x="5969504" y="3118803"/>
            <a:ext cx="119993" cy="119966"/>
          </a:xfrm>
          <a:custGeom>
            <a:rect b="b" l="l" r="r" t="t"/>
            <a:pathLst>
              <a:path extrusionOk="0" h="4578" w="4579">
                <a:moveTo>
                  <a:pt x="1" y="0"/>
                </a:moveTo>
                <a:lnTo>
                  <a:pt x="1" y="4578"/>
                </a:lnTo>
                <a:lnTo>
                  <a:pt x="4578" y="4578"/>
                </a:lnTo>
                <a:lnTo>
                  <a:pt x="4578" y="0"/>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
          <p:cNvSpPr/>
          <p:nvPr/>
        </p:nvSpPr>
        <p:spPr>
          <a:xfrm>
            <a:off x="2924242" y="4302208"/>
            <a:ext cx="119993" cy="119993"/>
          </a:xfrm>
          <a:custGeom>
            <a:rect b="b" l="l" r="r" t="t"/>
            <a:pathLst>
              <a:path extrusionOk="0" h="4579" w="4579">
                <a:moveTo>
                  <a:pt x="0" y="1"/>
                </a:moveTo>
                <a:lnTo>
                  <a:pt x="0" y="4578"/>
                </a:lnTo>
                <a:lnTo>
                  <a:pt x="4578" y="4578"/>
                </a:lnTo>
                <a:lnTo>
                  <a:pt x="4578" y="1"/>
                </a:lnTo>
                <a:close/>
              </a:path>
            </a:pathLst>
          </a:custGeom>
          <a:solidFill>
            <a:srgbClr val="FF99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1" name="Google Shape;441;p1"/>
          <p:cNvGrpSpPr/>
          <p:nvPr/>
        </p:nvGrpSpPr>
        <p:grpSpPr>
          <a:xfrm>
            <a:off x="6232314" y="3696331"/>
            <a:ext cx="121434" cy="1073147"/>
            <a:chOff x="6232314" y="3696331"/>
            <a:chExt cx="121434" cy="1073147"/>
          </a:xfrm>
        </p:grpSpPr>
        <p:sp>
          <p:nvSpPr>
            <p:cNvPr id="442" name="Google Shape;442;p1"/>
            <p:cNvSpPr/>
            <p:nvPr/>
          </p:nvSpPr>
          <p:spPr>
            <a:xfrm>
              <a:off x="6232314" y="4648280"/>
              <a:ext cx="121434" cy="121198"/>
            </a:xfrm>
            <a:custGeom>
              <a:rect b="b" l="l" r="r" t="t"/>
              <a:pathLst>
                <a:path extrusionOk="0" h="4625" w="4634">
                  <a:moveTo>
                    <a:pt x="0" y="1"/>
                  </a:moveTo>
                  <a:lnTo>
                    <a:pt x="0" y="4624"/>
                  </a:lnTo>
                  <a:lnTo>
                    <a:pt x="4633" y="4624"/>
                  </a:lnTo>
                  <a:lnTo>
                    <a:pt x="4633" y="1"/>
                  </a:lnTo>
                  <a:close/>
                </a:path>
              </a:pathLst>
            </a:custGeom>
            <a:solidFill>
              <a:srgbClr val="E898A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1"/>
            <p:cNvSpPr/>
            <p:nvPr/>
          </p:nvSpPr>
          <p:spPr>
            <a:xfrm>
              <a:off x="6288681" y="3696331"/>
              <a:ext cx="8700" cy="872731"/>
            </a:xfrm>
            <a:custGeom>
              <a:rect b="b" l="l" r="r" t="t"/>
              <a:pathLst>
                <a:path extrusionOk="0" h="33304" w="332">
                  <a:moveTo>
                    <a:pt x="166" y="0"/>
                  </a:moveTo>
                  <a:lnTo>
                    <a:pt x="0" y="33304"/>
                  </a:lnTo>
                  <a:lnTo>
                    <a:pt x="331" y="33304"/>
                  </a:lnTo>
                  <a:lnTo>
                    <a:pt x="166"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4" name="Google Shape;444;p1"/>
          <p:cNvGrpSpPr/>
          <p:nvPr/>
        </p:nvGrpSpPr>
        <p:grpSpPr>
          <a:xfrm>
            <a:off x="6780548" y="337714"/>
            <a:ext cx="133252" cy="1952377"/>
            <a:chOff x="6780548" y="337714"/>
            <a:chExt cx="133252" cy="1952377"/>
          </a:xfrm>
        </p:grpSpPr>
        <p:sp>
          <p:nvSpPr>
            <p:cNvPr id="445" name="Google Shape;445;p1"/>
            <p:cNvSpPr/>
            <p:nvPr/>
          </p:nvSpPr>
          <p:spPr>
            <a:xfrm>
              <a:off x="6780548" y="2156839"/>
              <a:ext cx="133252" cy="133252"/>
            </a:xfrm>
            <a:custGeom>
              <a:rect b="b" l="l" r="r" t="t"/>
              <a:pathLst>
                <a:path extrusionOk="0" fill="none" h="5085" w="5085">
                  <a:moveTo>
                    <a:pt x="1" y="1"/>
                  </a:moveTo>
                  <a:lnTo>
                    <a:pt x="5084" y="1"/>
                  </a:lnTo>
                  <a:lnTo>
                    <a:pt x="5084" y="5084"/>
                  </a:lnTo>
                  <a:lnTo>
                    <a:pt x="1" y="5084"/>
                  </a:lnTo>
                  <a:close/>
                </a:path>
              </a:pathLst>
            </a:custGeom>
            <a:noFill/>
            <a:ln cap="flat" cmpd="sng" w="9525">
              <a:solidFill>
                <a:srgbClr val="FF9973"/>
              </a:solidFill>
              <a:prstDash val="solid"/>
              <a:miter lim="919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
            <p:cNvSpPr/>
            <p:nvPr/>
          </p:nvSpPr>
          <p:spPr>
            <a:xfrm>
              <a:off x="6842943" y="337714"/>
              <a:ext cx="8464" cy="1695359"/>
            </a:xfrm>
            <a:custGeom>
              <a:rect b="b" l="l" r="r" t="t"/>
              <a:pathLst>
                <a:path extrusionOk="0" h="64696" w="323">
                  <a:moveTo>
                    <a:pt x="157" y="0"/>
                  </a:moveTo>
                  <a:lnTo>
                    <a:pt x="1" y="64695"/>
                  </a:lnTo>
                  <a:lnTo>
                    <a:pt x="322" y="64695"/>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7" name="Google Shape;447;p1"/>
          <p:cNvGrpSpPr/>
          <p:nvPr/>
        </p:nvGrpSpPr>
        <p:grpSpPr>
          <a:xfrm>
            <a:off x="1608717" y="1280046"/>
            <a:ext cx="199237" cy="2828935"/>
            <a:chOff x="1608717" y="1280046"/>
            <a:chExt cx="199237" cy="2828935"/>
          </a:xfrm>
        </p:grpSpPr>
        <p:sp>
          <p:nvSpPr>
            <p:cNvPr id="448" name="Google Shape;448;p1"/>
            <p:cNvSpPr/>
            <p:nvPr/>
          </p:nvSpPr>
          <p:spPr>
            <a:xfrm>
              <a:off x="1608717" y="3909744"/>
              <a:ext cx="199237" cy="199237"/>
            </a:xfrm>
            <a:custGeom>
              <a:rect b="b" l="l" r="r" t="t"/>
              <a:pathLst>
                <a:path extrusionOk="0" h="7603" w="7603">
                  <a:moveTo>
                    <a:pt x="0" y="1"/>
                  </a:moveTo>
                  <a:lnTo>
                    <a:pt x="0" y="7602"/>
                  </a:lnTo>
                  <a:lnTo>
                    <a:pt x="7602" y="7602"/>
                  </a:lnTo>
                  <a:lnTo>
                    <a:pt x="7602"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1"/>
            <p:cNvSpPr/>
            <p:nvPr/>
          </p:nvSpPr>
          <p:spPr>
            <a:xfrm>
              <a:off x="1656175" y="3269477"/>
              <a:ext cx="104086" cy="104086"/>
            </a:xfrm>
            <a:custGeom>
              <a:rect b="b" l="l" r="r" t="t"/>
              <a:pathLst>
                <a:path extrusionOk="0" h="3972" w="3972">
                  <a:moveTo>
                    <a:pt x="0" y="1"/>
                  </a:moveTo>
                  <a:lnTo>
                    <a:pt x="0" y="3972"/>
                  </a:lnTo>
                  <a:lnTo>
                    <a:pt x="3971" y="3972"/>
                  </a:lnTo>
                  <a:lnTo>
                    <a:pt x="3971" y="1"/>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
            <p:cNvSpPr/>
            <p:nvPr/>
          </p:nvSpPr>
          <p:spPr>
            <a:xfrm>
              <a:off x="1704104" y="1280046"/>
              <a:ext cx="8464" cy="1794099"/>
            </a:xfrm>
            <a:custGeom>
              <a:rect b="b" l="l" r="r" t="t"/>
              <a:pathLst>
                <a:path extrusionOk="0" h="68464" w="323">
                  <a:moveTo>
                    <a:pt x="157" y="0"/>
                  </a:moveTo>
                  <a:lnTo>
                    <a:pt x="0" y="68464"/>
                  </a:lnTo>
                  <a:lnTo>
                    <a:pt x="322" y="68464"/>
                  </a:lnTo>
                  <a:lnTo>
                    <a:pt x="157" y="0"/>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1" name="Google Shape;451;p1"/>
          <p:cNvSpPr/>
          <p:nvPr/>
        </p:nvSpPr>
        <p:spPr>
          <a:xfrm>
            <a:off x="2355692" y="3696328"/>
            <a:ext cx="8464" cy="2519663"/>
          </a:xfrm>
          <a:custGeom>
            <a:rect b="b" l="l" r="r" t="t"/>
            <a:pathLst>
              <a:path extrusionOk="0" h="96152" w="323">
                <a:moveTo>
                  <a:pt x="166" y="1"/>
                </a:moveTo>
                <a:lnTo>
                  <a:pt x="1" y="96151"/>
                </a:lnTo>
                <a:lnTo>
                  <a:pt x="322" y="96151"/>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1"/>
          <p:cNvSpPr/>
          <p:nvPr/>
        </p:nvSpPr>
        <p:spPr>
          <a:xfrm>
            <a:off x="7446601" y="3454956"/>
            <a:ext cx="8464" cy="1689096"/>
          </a:xfrm>
          <a:custGeom>
            <a:rect b="b" l="l" r="r" t="t"/>
            <a:pathLst>
              <a:path extrusionOk="0" h="64457" w="323">
                <a:moveTo>
                  <a:pt x="157" y="1"/>
                </a:moveTo>
                <a:lnTo>
                  <a:pt x="0" y="64456"/>
                </a:lnTo>
                <a:lnTo>
                  <a:pt x="322" y="64456"/>
                </a:lnTo>
                <a:lnTo>
                  <a:pt x="157"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3" name="Google Shape;453;p1"/>
          <p:cNvGrpSpPr/>
          <p:nvPr/>
        </p:nvGrpSpPr>
        <p:grpSpPr>
          <a:xfrm>
            <a:off x="8008096" y="2108910"/>
            <a:ext cx="199001" cy="2139770"/>
            <a:chOff x="8008096" y="2108910"/>
            <a:chExt cx="199001" cy="2139770"/>
          </a:xfrm>
        </p:grpSpPr>
        <p:sp>
          <p:nvSpPr>
            <p:cNvPr id="454" name="Google Shape;454;p1"/>
            <p:cNvSpPr/>
            <p:nvPr/>
          </p:nvSpPr>
          <p:spPr>
            <a:xfrm>
              <a:off x="8008096" y="4049705"/>
              <a:ext cx="199001" cy="198975"/>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
            <p:cNvSpPr/>
            <p:nvPr/>
          </p:nvSpPr>
          <p:spPr>
            <a:xfrm>
              <a:off x="8103246" y="2108910"/>
              <a:ext cx="8464" cy="1793863"/>
            </a:xfrm>
            <a:custGeom>
              <a:rect b="b" l="l" r="r" t="t"/>
              <a:pathLst>
                <a:path extrusionOk="0" h="68455" w="323">
                  <a:moveTo>
                    <a:pt x="166" y="1"/>
                  </a:moveTo>
                  <a:lnTo>
                    <a:pt x="0" y="68455"/>
                  </a:lnTo>
                  <a:lnTo>
                    <a:pt x="322" y="68455"/>
                  </a:lnTo>
                  <a:lnTo>
                    <a:pt x="166" y="1"/>
                  </a:lnTo>
                  <a:close/>
                </a:path>
              </a:pathLst>
            </a:custGeom>
            <a:solidFill>
              <a:srgbClr val="FFD6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6" name="Google Shape;456;p1"/>
          <p:cNvGrpSpPr/>
          <p:nvPr/>
        </p:nvGrpSpPr>
        <p:grpSpPr>
          <a:xfrm>
            <a:off x="4472500" y="3928605"/>
            <a:ext cx="199001" cy="867199"/>
            <a:chOff x="4475150" y="4052605"/>
            <a:chExt cx="199001" cy="867199"/>
          </a:xfrm>
        </p:grpSpPr>
        <p:sp>
          <p:nvSpPr>
            <p:cNvPr id="457" name="Google Shape;457;p1"/>
            <p:cNvSpPr/>
            <p:nvPr/>
          </p:nvSpPr>
          <p:spPr>
            <a:xfrm>
              <a:off x="4475150" y="4052605"/>
              <a:ext cx="199001" cy="220121"/>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
            <p:cNvSpPr/>
            <p:nvPr/>
          </p:nvSpPr>
          <p:spPr>
            <a:xfrm>
              <a:off x="4522600" y="4494201"/>
              <a:ext cx="104095" cy="115148"/>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
            <p:cNvSpPr/>
            <p:nvPr/>
          </p:nvSpPr>
          <p:spPr>
            <a:xfrm>
              <a:off x="4534403" y="4830814"/>
              <a:ext cx="80477" cy="88990"/>
            </a:xfrm>
            <a:custGeom>
              <a:rect b="b" l="l" r="r" t="t"/>
              <a:pathLst>
                <a:path extrusionOk="0" h="7593" w="7594">
                  <a:moveTo>
                    <a:pt x="1" y="0"/>
                  </a:moveTo>
                  <a:lnTo>
                    <a:pt x="1" y="7593"/>
                  </a:lnTo>
                  <a:lnTo>
                    <a:pt x="7593" y="7593"/>
                  </a:lnTo>
                  <a:lnTo>
                    <a:pt x="7593" y="0"/>
                  </a:lnTo>
                  <a:close/>
                </a:path>
              </a:pathLst>
            </a:custGeom>
            <a:solidFill>
              <a:srgbClr val="00CF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0" name="Google Shape;460;p1"/>
          <p:cNvSpPr txBox="1"/>
          <p:nvPr/>
        </p:nvSpPr>
        <p:spPr>
          <a:xfrm>
            <a:off x="2029650" y="455300"/>
            <a:ext cx="5084700" cy="1046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Montserrat"/>
                <a:ea typeface="Montserrat"/>
                <a:cs typeface="Montserrat"/>
                <a:sym typeface="Montserrat"/>
              </a:rPr>
              <a:t>VIVEKANAND EDUCATION SOCIETY INSTITUTE OF TECHNOLOGY (MUMBAI UNIVERSITY)</a:t>
            </a:r>
            <a:endParaRPr b="1" i="0" sz="14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Montserrat"/>
                <a:ea typeface="Montserrat"/>
                <a:cs typeface="Montserrat"/>
                <a:sym typeface="Montserrat"/>
              </a:rPr>
              <a:t>Department of Computer Engineering</a:t>
            </a:r>
            <a:endParaRPr b="0" i="0" sz="1400" u="none" cap="none" strike="noStrike">
              <a:solidFill>
                <a:srgbClr val="FFFFFF"/>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FFFF"/>
              </a:solidFill>
              <a:latin typeface="Montserrat"/>
              <a:ea typeface="Montserrat"/>
              <a:cs typeface="Montserrat"/>
              <a:sym typeface="Montserrat"/>
            </a:endParaRPr>
          </a:p>
        </p:txBody>
      </p:sp>
      <p:pic>
        <p:nvPicPr>
          <p:cNvPr id="461" name="Google Shape;461;p1"/>
          <p:cNvPicPr preferRelativeResize="0"/>
          <p:nvPr/>
        </p:nvPicPr>
        <p:blipFill rotWithShape="1">
          <a:blip r:embed="rId3">
            <a:alphaModFix/>
          </a:blip>
          <a:srcRect b="0" l="0" r="0" t="0"/>
          <a:stretch/>
        </p:blipFill>
        <p:spPr>
          <a:xfrm>
            <a:off x="345200" y="245250"/>
            <a:ext cx="1462750" cy="1466788"/>
          </a:xfrm>
          <a:prstGeom prst="rect">
            <a:avLst/>
          </a:prstGeom>
          <a:noFill/>
          <a:ln>
            <a:noFill/>
          </a:ln>
        </p:spPr>
      </p:pic>
      <p:sp>
        <p:nvSpPr>
          <p:cNvPr id="462" name="Google Shape;462;p1"/>
          <p:cNvSpPr txBox="1"/>
          <p:nvPr/>
        </p:nvSpPr>
        <p:spPr>
          <a:xfrm>
            <a:off x="482700" y="881600"/>
            <a:ext cx="8178600" cy="20526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500"/>
              <a:buFont typeface="Arial"/>
              <a:buNone/>
            </a:pPr>
            <a:r>
              <a:rPr b="0" i="0" lang="en" sz="7500" u="none" cap="none" strike="noStrike">
                <a:solidFill>
                  <a:srgbClr val="FFFFFF"/>
                </a:solidFill>
                <a:latin typeface="Share Tech"/>
                <a:ea typeface="Share Tech"/>
                <a:cs typeface="Share Tech"/>
                <a:sym typeface="Share Tech"/>
              </a:rPr>
              <a:t>Interactive Brokers</a:t>
            </a:r>
            <a:endParaRPr b="0" i="0" sz="7500" u="none" cap="none" strike="noStrike">
              <a:solidFill>
                <a:srgbClr val="FFFFFF"/>
              </a:solidFill>
              <a:latin typeface="Share Tech"/>
              <a:ea typeface="Share Tech"/>
              <a:cs typeface="Share Tech"/>
              <a:sym typeface="Share Tech"/>
            </a:endParaRPr>
          </a:p>
        </p:txBody>
      </p:sp>
      <p:sp>
        <p:nvSpPr>
          <p:cNvPr id="463" name="Google Shape;463;p1"/>
          <p:cNvSpPr txBox="1"/>
          <p:nvPr/>
        </p:nvSpPr>
        <p:spPr>
          <a:xfrm>
            <a:off x="671250" y="3174874"/>
            <a:ext cx="7801500" cy="139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Placement Interview Experience by</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Pranav Gadhave D17C</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Shreyas Poojari D17B</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Ashwin Pansare D17B</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Maven Pro"/>
              <a:ea typeface="Maven Pro"/>
              <a:cs typeface="Maven Pro"/>
              <a:sym typeface="Maven Pro"/>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Maven Pro"/>
                <a:ea typeface="Maven Pro"/>
                <a:cs typeface="Maven Pro"/>
                <a:sym typeface="Maven Pro"/>
              </a:rPr>
              <a:t>Computer Engineering Department, 2023 Batch</a:t>
            </a:r>
            <a:endParaRPr b="0" i="0" sz="1800" u="none" cap="none" strike="noStrike">
              <a:solidFill>
                <a:srgbClr val="FFFFFF"/>
              </a:solidFill>
              <a:latin typeface="Maven Pro"/>
              <a:ea typeface="Maven Pro"/>
              <a:cs typeface="Maven Pro"/>
              <a:sym typeface="Maven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2"/>
          <p:cNvSpPr txBox="1"/>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FFFFFF"/>
                </a:solidFill>
                <a:latin typeface="Share Tech"/>
                <a:ea typeface="Share Tech"/>
                <a:cs typeface="Share Tech"/>
                <a:sym typeface="Share Tech"/>
              </a:rPr>
              <a:t>Company Details</a:t>
            </a:r>
            <a:endParaRPr b="0" i="0" sz="3000" u="none" cap="none" strike="noStrike">
              <a:solidFill>
                <a:srgbClr val="FFFFFF"/>
              </a:solidFill>
              <a:latin typeface="Roboto Slab"/>
              <a:ea typeface="Roboto Slab"/>
              <a:cs typeface="Roboto Slab"/>
              <a:sym typeface="Roboto Slab"/>
            </a:endParaRPr>
          </a:p>
        </p:txBody>
      </p:sp>
      <p:sp>
        <p:nvSpPr>
          <p:cNvPr id="469" name="Google Shape;469;p2"/>
          <p:cNvSpPr txBox="1"/>
          <p:nvPr/>
        </p:nvSpPr>
        <p:spPr>
          <a:xfrm>
            <a:off x="387900" y="1289225"/>
            <a:ext cx="8368200" cy="3639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0" i="0" lang="en" sz="1600" u="none" cap="none" strike="noStrike">
                <a:solidFill>
                  <a:srgbClr val="FFFFFF"/>
                </a:solidFill>
                <a:latin typeface="Arial"/>
                <a:ea typeface="Arial"/>
                <a:cs typeface="Arial"/>
                <a:sym typeface="Arial"/>
              </a:rPr>
              <a:t>Name of Company: Interactive Brokers</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rgbClr val="FFFFFF"/>
                </a:solidFill>
                <a:latin typeface="Arial"/>
                <a:ea typeface="Arial"/>
                <a:cs typeface="Arial"/>
                <a:sym typeface="Arial"/>
              </a:rPr>
              <a:t>Date of Recruitment Drive: 2nd and 4th August 2022(PPT and Online Assessments)</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rgbClr val="FFFFFF"/>
                </a:solidFill>
                <a:latin typeface="Arial"/>
                <a:ea typeface="Arial"/>
                <a:cs typeface="Arial"/>
                <a:sym typeface="Arial"/>
              </a:rPr>
              <a:t>Branches Eligible: BE(INFT/CMPN/EXTC) and MCA /ME</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rgbClr val="FFFFFF"/>
                </a:solidFill>
                <a:latin typeface="Arial"/>
                <a:ea typeface="Arial"/>
                <a:cs typeface="Arial"/>
                <a:sym typeface="Arial"/>
              </a:rPr>
              <a:t>Eligibility : Eng. Avg CGPA &gt;= </a:t>
            </a:r>
            <a:r>
              <a:rPr lang="en" sz="1600">
                <a:solidFill>
                  <a:srgbClr val="FFFFFF"/>
                </a:solidFill>
              </a:rPr>
              <a:t>9</a:t>
            </a:r>
            <a:r>
              <a:rPr b="0" i="0" lang="en" sz="1600" u="none" cap="none" strike="noStrike">
                <a:solidFill>
                  <a:srgbClr val="FFFFFF"/>
                </a:solidFill>
                <a:latin typeface="Arial"/>
                <a:ea typeface="Arial"/>
                <a:cs typeface="Arial"/>
                <a:sym typeface="Arial"/>
              </a:rPr>
              <a:t> CGPA and no Live ATKT, 75% and above in 10th, 70% and above in 12th / diploma, Dead ATKT &lt;=4 </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rgbClr val="FFFFFF"/>
                </a:solidFill>
                <a:latin typeface="Arial"/>
                <a:ea typeface="Arial"/>
                <a:cs typeface="Arial"/>
                <a:sym typeface="Arial"/>
              </a:rPr>
              <a:t>CTC : 1,041,908/-LPA + Bonus</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rgbClr val="FFFFFF"/>
                </a:solidFill>
                <a:latin typeface="Arial"/>
                <a:ea typeface="Arial"/>
                <a:cs typeface="Arial"/>
                <a:sym typeface="Arial"/>
              </a:rPr>
              <a:t>Position: Junior Software Engineer</a:t>
            </a:r>
            <a:endParaRPr b="0" i="0" sz="2700" u="none" cap="none" strike="noStrike">
              <a:solidFill>
                <a:srgbClr val="FFFFFF"/>
              </a:solidFill>
              <a:latin typeface="Roboto"/>
              <a:ea typeface="Roboto"/>
              <a:cs typeface="Roboto"/>
              <a:sym typeface="Roboto"/>
            </a:endParaRPr>
          </a:p>
          <a:p>
            <a:pPr indent="0" lvl="0" marL="0" marR="0" rtl="0" algn="l">
              <a:lnSpc>
                <a:spcPct val="115000"/>
              </a:lnSpc>
              <a:spcBef>
                <a:spcPts val="1200"/>
              </a:spcBef>
              <a:spcAft>
                <a:spcPts val="1200"/>
              </a:spcAft>
              <a:buClr>
                <a:srgbClr val="000000"/>
              </a:buClr>
              <a:buSzPts val="1600"/>
              <a:buFont typeface="Arial"/>
              <a:buNone/>
            </a:pPr>
            <a:r>
              <a:t/>
            </a:r>
            <a:endParaRPr b="0" i="0" sz="1600" u="none" cap="none" strike="noStrike">
              <a:solidFill>
                <a:srgbClr val="FFFFFF"/>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FFFFFF"/>
                </a:solidFill>
                <a:latin typeface="Share Tech"/>
                <a:ea typeface="Share Tech"/>
                <a:cs typeface="Share Tech"/>
                <a:sym typeface="Share Tech"/>
              </a:rPr>
              <a:t>About The Company</a:t>
            </a:r>
            <a:endParaRPr b="0" i="0" sz="2800" u="none" cap="none" strike="noStrike">
              <a:solidFill>
                <a:srgbClr val="FFFFFF"/>
              </a:solidFill>
              <a:latin typeface="Share Tech"/>
              <a:ea typeface="Share Tech"/>
              <a:cs typeface="Share Tech"/>
              <a:sym typeface="Share Tech"/>
            </a:endParaRPr>
          </a:p>
        </p:txBody>
      </p:sp>
      <p:sp>
        <p:nvSpPr>
          <p:cNvPr id="475" name="Google Shape;475;p3"/>
          <p:cNvSpPr txBox="1"/>
          <p:nvPr/>
        </p:nvSpPr>
        <p:spPr>
          <a:xfrm>
            <a:off x="387900" y="1269724"/>
            <a:ext cx="8368200" cy="30789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1600"/>
              <a:buFont typeface="Arial"/>
              <a:buNone/>
            </a:pPr>
            <a:r>
              <a:rPr b="0" i="0" lang="en" sz="1600" u="none" cap="none" strike="noStrike">
                <a:solidFill>
                  <a:srgbClr val="FFFFFF"/>
                </a:solidFill>
                <a:latin typeface="Arial"/>
                <a:ea typeface="Arial"/>
                <a:cs typeface="Arial"/>
                <a:sym typeface="Arial"/>
              </a:rPr>
              <a:t>Interactive Brokers LLC is an American multinational brokerage firm.</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rgbClr val="FFFFFF"/>
                </a:solidFill>
                <a:latin typeface="Arial"/>
                <a:ea typeface="Arial"/>
                <a:cs typeface="Arial"/>
                <a:sym typeface="Arial"/>
              </a:rPr>
              <a:t>Interactive Brokers conducts its broker/dealer business on over 135 market destinations worldwide.</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rgbClr val="FFFFFF"/>
                </a:solidFill>
                <a:latin typeface="Arial"/>
                <a:ea typeface="Arial"/>
                <a:cs typeface="Arial"/>
                <a:sym typeface="Arial"/>
              </a:rPr>
              <a:t>Thomas Peterffy: Founder &amp; Chairman of the Board of Directors</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600"/>
              <a:buFont typeface="Arial"/>
              <a:buNone/>
            </a:pPr>
            <a:r>
              <a:rPr b="0" i="0" lang="en" sz="1600" u="none" cap="none" strike="noStrike">
                <a:solidFill>
                  <a:srgbClr val="FFFFFF"/>
                </a:solidFill>
                <a:latin typeface="Arial"/>
                <a:ea typeface="Arial"/>
                <a:cs typeface="Arial"/>
                <a:sym typeface="Arial"/>
              </a:rPr>
              <a:t>Milan Galik: Chief Executive Officer, President and Director</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600"/>
              <a:buFont typeface="Arial"/>
              <a:buNone/>
            </a:pPr>
            <a:r>
              <a:rPr b="0" i="0" lang="en" sz="1600" u="sng" cap="none" strike="noStrike">
                <a:solidFill>
                  <a:srgbClr val="8BC34A"/>
                </a:solidFill>
                <a:latin typeface="Arial"/>
                <a:ea typeface="Arial"/>
                <a:cs typeface="Arial"/>
                <a:sym typeface="Arial"/>
                <a:hlinkClick r:id="rId3">
                  <a:extLst>
                    <a:ext uri="{A12FA001-AC4F-418D-AE19-62706E023703}">
                      <ahyp:hlinkClr val="tx"/>
                    </a:ext>
                  </a:extLst>
                </a:hlinkClick>
              </a:rPr>
              <a:t>https://www.interactivebrokers.co.in/en/home.php</a:t>
            </a:r>
            <a:endParaRPr b="0" i="0" sz="1600" u="none" cap="none" strike="noStrike">
              <a:solidFill>
                <a:srgbClr val="FFFFFF"/>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
          <p:cNvSpPr txBox="1"/>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Share Tech"/>
                <a:ea typeface="Share Tech"/>
                <a:cs typeface="Share Tech"/>
                <a:sym typeface="Share Tech"/>
              </a:rPr>
              <a:t>Placement Process</a:t>
            </a:r>
            <a:endParaRPr b="0" i="0" sz="3000" u="none" cap="none" strike="noStrike">
              <a:solidFill>
                <a:srgbClr val="FFFFFF"/>
              </a:solidFill>
              <a:latin typeface="Share Tech"/>
              <a:ea typeface="Share Tech"/>
              <a:cs typeface="Share Tech"/>
              <a:sym typeface="Share Tech"/>
            </a:endParaRPr>
          </a:p>
        </p:txBody>
      </p:sp>
      <p:sp>
        <p:nvSpPr>
          <p:cNvPr id="481" name="Google Shape;481;p4"/>
          <p:cNvSpPr txBox="1"/>
          <p:nvPr/>
        </p:nvSpPr>
        <p:spPr>
          <a:xfrm>
            <a:off x="387900" y="1246824"/>
            <a:ext cx="8368200" cy="30789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FFFFFF"/>
                </a:solidFill>
                <a:latin typeface="Roboto"/>
                <a:ea typeface="Roboto"/>
                <a:cs typeface="Roboto"/>
                <a:sym typeface="Roboto"/>
              </a:rPr>
              <a:t>Round 1: Technical Online Test (120 Minutes)</a:t>
            </a:r>
            <a:endParaRPr b="0" i="0" sz="1800" u="none" cap="none" strike="noStrike">
              <a:solidFill>
                <a:srgbClr val="FFFFFF"/>
              </a:solidFill>
              <a:latin typeface="Roboto"/>
              <a:ea typeface="Roboto"/>
              <a:cs typeface="Roboto"/>
              <a:sym typeface="Roboto"/>
            </a:endParaRPr>
          </a:p>
          <a:p>
            <a:pPr indent="0" lvl="0" marL="0" marR="0" rtl="0" algn="l">
              <a:lnSpc>
                <a:spcPct val="115000"/>
              </a:lnSpc>
              <a:spcBef>
                <a:spcPts val="1200"/>
              </a:spcBef>
              <a:spcAft>
                <a:spcPts val="0"/>
              </a:spcAft>
              <a:buClr>
                <a:srgbClr val="000000"/>
              </a:buClr>
              <a:buSzPts val="1800"/>
              <a:buFont typeface="Arial"/>
              <a:buNone/>
            </a:pPr>
            <a:r>
              <a:rPr b="0" i="0" lang="en" sz="1800" u="none" cap="none" strike="noStrike">
                <a:solidFill>
                  <a:srgbClr val="FFFFFF"/>
                </a:solidFill>
                <a:latin typeface="Roboto"/>
                <a:ea typeface="Roboto"/>
                <a:cs typeface="Roboto"/>
                <a:sym typeface="Roboto"/>
              </a:rPr>
              <a:t>Round 2: Psychometric Index Test</a:t>
            </a:r>
            <a:endParaRPr b="0" i="0" sz="1800" u="none" cap="none" strike="noStrike">
              <a:solidFill>
                <a:srgbClr val="FFFFFF"/>
              </a:solidFill>
              <a:latin typeface="Roboto"/>
              <a:ea typeface="Roboto"/>
              <a:cs typeface="Roboto"/>
              <a:sym typeface="Roboto"/>
            </a:endParaRPr>
          </a:p>
          <a:p>
            <a:pPr indent="0" lvl="0" marL="0" marR="0" rtl="0" algn="l">
              <a:lnSpc>
                <a:spcPct val="115000"/>
              </a:lnSpc>
              <a:spcBef>
                <a:spcPts val="1200"/>
              </a:spcBef>
              <a:spcAft>
                <a:spcPts val="0"/>
              </a:spcAft>
              <a:buClr>
                <a:srgbClr val="000000"/>
              </a:buClr>
              <a:buSzPts val="1800"/>
              <a:buFont typeface="Arial"/>
              <a:buNone/>
            </a:pPr>
            <a:r>
              <a:rPr b="0" i="0" lang="en" sz="1800" u="none" cap="none" strike="noStrike">
                <a:solidFill>
                  <a:srgbClr val="FFFFFF"/>
                </a:solidFill>
                <a:latin typeface="Roboto"/>
                <a:ea typeface="Roboto"/>
                <a:cs typeface="Roboto"/>
                <a:sym typeface="Roboto"/>
              </a:rPr>
              <a:t>Round 3: Technical Interview (60 Minutes)</a:t>
            </a:r>
            <a:endParaRPr b="0" i="0" sz="1800" u="none" cap="none" strike="noStrike">
              <a:solidFill>
                <a:srgbClr val="FFFFFF"/>
              </a:solidFill>
              <a:latin typeface="Roboto"/>
              <a:ea typeface="Roboto"/>
              <a:cs typeface="Roboto"/>
              <a:sym typeface="Roboto"/>
            </a:endParaRPr>
          </a:p>
          <a:p>
            <a:pPr indent="0" lvl="0" marL="0" marR="0" rtl="0" algn="l">
              <a:lnSpc>
                <a:spcPct val="115000"/>
              </a:lnSpc>
              <a:spcBef>
                <a:spcPts val="1200"/>
              </a:spcBef>
              <a:spcAft>
                <a:spcPts val="1200"/>
              </a:spcAft>
              <a:buClr>
                <a:srgbClr val="000000"/>
              </a:buClr>
              <a:buSzPts val="1800"/>
              <a:buFont typeface="Arial"/>
              <a:buNone/>
            </a:pPr>
            <a:r>
              <a:rPr b="0" i="0" lang="en" sz="1800" u="none" cap="none" strike="noStrike">
                <a:solidFill>
                  <a:srgbClr val="FFFFFF"/>
                </a:solidFill>
                <a:latin typeface="Roboto"/>
                <a:ea typeface="Roboto"/>
                <a:cs typeface="Roboto"/>
                <a:sym typeface="Roboto"/>
              </a:rPr>
              <a:t>Round 4: Technical Interview (60 Minutes)</a:t>
            </a:r>
            <a:endParaRPr b="0" i="0" sz="1800" u="none" cap="none" strike="noStrike">
              <a:solidFill>
                <a:srgbClr val="FFFFFF"/>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
          <p:cNvSpPr txBox="1"/>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Slab"/>
                <a:ea typeface="Roboto Slab"/>
                <a:cs typeface="Roboto Slab"/>
                <a:sym typeface="Roboto Slab"/>
              </a:rPr>
              <a:t>Round 1</a:t>
            </a:r>
            <a:endParaRPr b="0" i="0" sz="3000" u="none" cap="none" strike="noStrike">
              <a:solidFill>
                <a:srgbClr val="FFFFFF"/>
              </a:solidFill>
              <a:latin typeface="Roboto Slab"/>
              <a:ea typeface="Roboto Slab"/>
              <a:cs typeface="Roboto Slab"/>
              <a:sym typeface="Roboto Slab"/>
            </a:endParaRPr>
          </a:p>
        </p:txBody>
      </p:sp>
      <p:sp>
        <p:nvSpPr>
          <p:cNvPr id="487" name="Google Shape;487;p5"/>
          <p:cNvSpPr txBox="1"/>
          <p:nvPr/>
        </p:nvSpPr>
        <p:spPr>
          <a:xfrm>
            <a:off x="516300" y="1312400"/>
            <a:ext cx="8111400" cy="2485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Times New Roman"/>
                <a:ea typeface="Times New Roman"/>
                <a:cs typeface="Times New Roman"/>
                <a:sym typeface="Times New Roman"/>
              </a:rPr>
              <a:t>150 students were selected for Round 1 based on some criteria(10th,12th and CGPA)</a:t>
            </a:r>
            <a:endParaRPr b="0" i="0" sz="21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Maven Pro"/>
              <a:ea typeface="Maven Pro"/>
              <a:cs typeface="Maven Pro"/>
              <a:sym typeface="Maven Pro"/>
            </a:endParaRPr>
          </a:p>
          <a:p>
            <a:pPr indent="0" lvl="0" marL="0" marR="0" rtl="0" algn="l">
              <a:lnSpc>
                <a:spcPct val="115000"/>
              </a:lnSpc>
              <a:spcBef>
                <a:spcPts val="0"/>
              </a:spcBef>
              <a:spcAft>
                <a:spcPts val="0"/>
              </a:spcAft>
              <a:buClr>
                <a:srgbClr val="000000"/>
              </a:buClr>
              <a:buSzPts val="2100"/>
              <a:buFont typeface="Arial"/>
              <a:buNone/>
            </a:pPr>
            <a:r>
              <a:rPr b="0" i="0" lang="en" sz="2100" u="none" cap="none" strike="noStrike">
                <a:solidFill>
                  <a:schemeClr val="lt1"/>
                </a:solidFill>
                <a:latin typeface="Times New Roman"/>
                <a:ea typeface="Times New Roman"/>
                <a:cs typeface="Times New Roman"/>
                <a:sym typeface="Times New Roman"/>
              </a:rPr>
              <a:t>There were 3 quants questions and 4 coding questions which were to be solved within 2 hours.</a:t>
            </a:r>
            <a:endParaRPr b="0" i="0" sz="2100" u="none" cap="none" strike="noStrike">
              <a:solidFill>
                <a:schemeClr val="lt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100"/>
              <a:buFont typeface="Arial"/>
              <a:buNone/>
            </a:pPr>
            <a:r>
              <a:t/>
            </a:r>
            <a:endParaRPr b="0" i="0" sz="2100" u="none" cap="none" strike="noStrike">
              <a:solidFill>
                <a:schemeClr val="lt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100"/>
              <a:buFont typeface="Arial"/>
              <a:buNone/>
            </a:pPr>
            <a:r>
              <a:rPr b="0" i="0" lang="en" sz="2100" u="none" cap="none" strike="noStrike">
                <a:solidFill>
                  <a:schemeClr val="lt1"/>
                </a:solidFill>
                <a:latin typeface="Times New Roman"/>
                <a:ea typeface="Times New Roman"/>
                <a:cs typeface="Times New Roman"/>
                <a:sym typeface="Times New Roman"/>
              </a:rPr>
              <a:t>Test was conducted on Codility Platform.</a:t>
            </a:r>
            <a:endParaRPr b="0" i="0" sz="21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
          <p:cNvSpPr txBox="1"/>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Slab"/>
                <a:ea typeface="Roboto Slab"/>
                <a:cs typeface="Roboto Slab"/>
                <a:sym typeface="Roboto Slab"/>
              </a:rPr>
              <a:t>Quants</a:t>
            </a:r>
            <a:endParaRPr b="0" i="0" sz="3000" u="none" cap="none" strike="noStrike">
              <a:solidFill>
                <a:srgbClr val="FFFFFF"/>
              </a:solidFill>
              <a:latin typeface="Roboto Slab"/>
              <a:ea typeface="Roboto Slab"/>
              <a:cs typeface="Roboto Slab"/>
              <a:sym typeface="Roboto Slab"/>
            </a:endParaRPr>
          </a:p>
        </p:txBody>
      </p:sp>
      <p:sp>
        <p:nvSpPr>
          <p:cNvPr id="493" name="Google Shape;493;p6"/>
          <p:cNvSpPr txBox="1"/>
          <p:nvPr/>
        </p:nvSpPr>
        <p:spPr>
          <a:xfrm>
            <a:off x="516300" y="1312400"/>
            <a:ext cx="8111400" cy="3780000"/>
          </a:xfrm>
          <a:prstGeom prst="rect">
            <a:avLst/>
          </a:prstGeom>
          <a:noFill/>
          <a:ln>
            <a:noFill/>
          </a:ln>
        </p:spPr>
        <p:txBody>
          <a:bodyPr anchorCtr="0" anchor="t" bIns="91425" lIns="91425" spcFirstLastPara="1" rIns="91425" wrap="square" tIns="91425">
            <a:spAutoFit/>
          </a:bodyPr>
          <a:lstStyle/>
          <a:p>
            <a:pPr indent="-306435" lvl="0" marL="457200" marR="0" rtl="0" algn="l">
              <a:lnSpc>
                <a:spcPct val="115000"/>
              </a:lnSpc>
              <a:spcBef>
                <a:spcPts val="1000"/>
              </a:spcBef>
              <a:spcAft>
                <a:spcPts val="0"/>
              </a:spcAft>
              <a:buClr>
                <a:schemeClr val="lt1"/>
              </a:buClr>
              <a:buSzPts val="1226"/>
              <a:buFont typeface="Arial"/>
              <a:buChar char="●"/>
            </a:pPr>
            <a:r>
              <a:rPr b="0" i="0" lang="en" sz="1225" u="none" cap="none" strike="noStrike">
                <a:solidFill>
                  <a:schemeClr val="lt1"/>
                </a:solidFill>
                <a:latin typeface="Arial"/>
                <a:ea typeface="Arial"/>
                <a:cs typeface="Arial"/>
                <a:sym typeface="Arial"/>
              </a:rPr>
              <a:t>A contractor estimated that one of his two bricklayers would take 9 hours to build a certain wall and the other 10 hours. However, he knew from experience that when they worked together, 10 fewer bricks got laid per hour. Since he was in a hurry, he put both men on the job and found it took exactly 5 hours to build the wall. How many bricks did it contain? </a:t>
            </a:r>
            <a:r>
              <a:rPr b="0" i="0" lang="en" sz="1225" u="sng" cap="none" strike="noStrike">
                <a:solidFill>
                  <a:srgbClr val="8BC34A"/>
                </a:solidFill>
                <a:latin typeface="Arial"/>
                <a:ea typeface="Arial"/>
                <a:cs typeface="Arial"/>
                <a:sym typeface="Arial"/>
                <a:hlinkClick r:id="rId3">
                  <a:extLst>
                    <a:ext uri="{A12FA001-AC4F-418D-AE19-62706E023703}">
                      <ahyp:hlinkClr val="tx"/>
                    </a:ext>
                  </a:extLst>
                </a:hlinkClick>
              </a:rPr>
              <a:t>https://www.algebra.com/algebra/homework/Rate-of-work-word-problems/Rate-of-work-word-problems.faq.question.561355.amp</a:t>
            </a:r>
            <a:endParaRPr b="0" i="0" sz="1225" u="none" cap="none" strike="noStrike">
              <a:solidFill>
                <a:schemeClr val="lt1"/>
              </a:solidFill>
              <a:latin typeface="Arial"/>
              <a:ea typeface="Arial"/>
              <a:cs typeface="Arial"/>
              <a:sym typeface="Arial"/>
            </a:endParaRPr>
          </a:p>
          <a:p>
            <a:pPr indent="-306435" lvl="0" marL="457200" marR="0" rtl="0" algn="l">
              <a:lnSpc>
                <a:spcPct val="115000"/>
              </a:lnSpc>
              <a:spcBef>
                <a:spcPts val="1000"/>
              </a:spcBef>
              <a:spcAft>
                <a:spcPts val="0"/>
              </a:spcAft>
              <a:buClr>
                <a:schemeClr val="lt1"/>
              </a:buClr>
              <a:buSzPts val="1226"/>
              <a:buFont typeface="Arial"/>
              <a:buChar char="●"/>
            </a:pPr>
            <a:r>
              <a:rPr b="0" i="0" lang="en" sz="1225" u="none" cap="none" strike="noStrike">
                <a:solidFill>
                  <a:schemeClr val="lt1"/>
                </a:solidFill>
                <a:latin typeface="Arial"/>
                <a:ea typeface="Arial"/>
                <a:cs typeface="Arial"/>
                <a:sym typeface="Arial"/>
              </a:rPr>
              <a:t>When I am as old as my father is now, I will be five times as old as my son is now. By then my son will be eight years older than I am now. The combined ages of my father and me are 100 years. How old is my son?</a:t>
            </a:r>
            <a:endParaRPr b="0" i="0" sz="1225" u="none" cap="none" strike="noStrike">
              <a:solidFill>
                <a:schemeClr val="lt1"/>
              </a:solidFill>
              <a:latin typeface="Arial"/>
              <a:ea typeface="Arial"/>
              <a:cs typeface="Arial"/>
              <a:sym typeface="Arial"/>
            </a:endParaRPr>
          </a:p>
          <a:p>
            <a:pPr indent="0" lvl="0" marL="457200" marR="0" rtl="0" algn="l">
              <a:lnSpc>
                <a:spcPct val="115000"/>
              </a:lnSpc>
              <a:spcBef>
                <a:spcPts val="1000"/>
              </a:spcBef>
              <a:spcAft>
                <a:spcPts val="0"/>
              </a:spcAft>
              <a:buClr>
                <a:srgbClr val="000000"/>
              </a:buClr>
              <a:buSzPts val="1225"/>
              <a:buFont typeface="Arial"/>
              <a:buNone/>
            </a:pPr>
            <a:r>
              <a:rPr b="0" i="0" lang="en" sz="1225" u="sng" cap="none" strike="noStrike">
                <a:solidFill>
                  <a:srgbClr val="8BC34A"/>
                </a:solidFill>
                <a:latin typeface="Arial"/>
                <a:ea typeface="Arial"/>
                <a:cs typeface="Arial"/>
                <a:sym typeface="Arial"/>
                <a:hlinkClick r:id="rId4">
                  <a:extLst>
                    <a:ext uri="{A12FA001-AC4F-418D-AE19-62706E023703}">
                      <ahyp:hlinkClr val="tx"/>
                    </a:ext>
                  </a:extLst>
                </a:hlinkClick>
              </a:rPr>
              <a:t>https://www.algebra.com/algebra/homework/word/misc/MiscellaneousWordProblems.faq.question.205101.html</a:t>
            </a:r>
            <a:endParaRPr b="0" i="0" sz="1225" u="none" cap="none" strike="noStrike">
              <a:solidFill>
                <a:schemeClr val="lt1"/>
              </a:solidFill>
              <a:latin typeface="Arial"/>
              <a:ea typeface="Arial"/>
              <a:cs typeface="Arial"/>
              <a:sym typeface="Arial"/>
            </a:endParaRPr>
          </a:p>
          <a:p>
            <a:pPr indent="-306435" lvl="0" marL="457200" marR="0" rtl="0" algn="l">
              <a:lnSpc>
                <a:spcPct val="115000"/>
              </a:lnSpc>
              <a:spcBef>
                <a:spcPts val="1000"/>
              </a:spcBef>
              <a:spcAft>
                <a:spcPts val="0"/>
              </a:spcAft>
              <a:buClr>
                <a:schemeClr val="lt1"/>
              </a:buClr>
              <a:buSzPts val="1226"/>
              <a:buFont typeface="Arial"/>
              <a:buChar char="●"/>
            </a:pPr>
            <a:r>
              <a:rPr b="0" i="0" lang="en" sz="1225" u="none" cap="none" strike="noStrike">
                <a:solidFill>
                  <a:schemeClr val="lt1"/>
                </a:solidFill>
                <a:latin typeface="Arial"/>
                <a:ea typeface="Arial"/>
                <a:cs typeface="Arial"/>
                <a:sym typeface="Arial"/>
              </a:rPr>
              <a:t>A brick weighs a pound plus half a brick. How much does a brick weigh?</a:t>
            </a:r>
            <a:endParaRPr b="0" i="0" sz="1225" u="none" cap="none" strike="noStrike">
              <a:solidFill>
                <a:schemeClr val="lt1"/>
              </a:solidFill>
              <a:latin typeface="Arial"/>
              <a:ea typeface="Arial"/>
              <a:cs typeface="Arial"/>
              <a:sym typeface="Arial"/>
            </a:endParaRPr>
          </a:p>
          <a:p>
            <a:pPr indent="0" lvl="0" marL="457200" marR="0" rtl="0" algn="just">
              <a:lnSpc>
                <a:spcPct val="115000"/>
              </a:lnSpc>
              <a:spcBef>
                <a:spcPts val="1000"/>
              </a:spcBef>
              <a:spcAft>
                <a:spcPts val="0"/>
              </a:spcAft>
              <a:buClr>
                <a:srgbClr val="000000"/>
              </a:buClr>
              <a:buSzPts val="1225"/>
              <a:buFont typeface="Arial"/>
              <a:buNone/>
            </a:pPr>
            <a:r>
              <a:rPr b="0" i="0" lang="en" sz="1225" u="sng" cap="none" strike="noStrike">
                <a:solidFill>
                  <a:srgbClr val="8BC34A"/>
                </a:solidFill>
                <a:latin typeface="Arial"/>
                <a:ea typeface="Arial"/>
                <a:cs typeface="Arial"/>
                <a:sym typeface="Arial"/>
                <a:hlinkClick r:id="rId5">
                  <a:extLst>
                    <a:ext uri="{A12FA001-AC4F-418D-AE19-62706E023703}">
                      <ahyp:hlinkClr val="tx"/>
                    </a:ext>
                  </a:extLst>
                </a:hlinkClick>
              </a:rPr>
              <a:t>https://www.quora.com/A-brick-weighs-1kg-plus-half-the-bricks-weight-How-much-does-the-brick-weigh</a:t>
            </a:r>
            <a:endParaRPr b="0" i="0" sz="1225"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700"/>
              <a:buFont typeface="Arial"/>
              <a:buNone/>
            </a:pPr>
            <a:r>
              <a:t/>
            </a:r>
            <a:endParaRPr b="0" i="0" sz="17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
          <p:cNvSpPr txBox="1"/>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Slab"/>
                <a:ea typeface="Roboto Slab"/>
                <a:cs typeface="Roboto Slab"/>
                <a:sym typeface="Roboto Slab"/>
              </a:rPr>
              <a:t>Coding Question</a:t>
            </a:r>
            <a:endParaRPr b="0" i="0" sz="3000" u="none" cap="none" strike="noStrike">
              <a:solidFill>
                <a:srgbClr val="FFFFFF"/>
              </a:solidFill>
              <a:latin typeface="Roboto Slab"/>
              <a:ea typeface="Roboto Slab"/>
              <a:cs typeface="Roboto Slab"/>
              <a:sym typeface="Roboto Slab"/>
            </a:endParaRPr>
          </a:p>
        </p:txBody>
      </p:sp>
      <p:sp>
        <p:nvSpPr>
          <p:cNvPr id="499" name="Google Shape;499;p7"/>
          <p:cNvSpPr txBox="1"/>
          <p:nvPr/>
        </p:nvSpPr>
        <p:spPr>
          <a:xfrm>
            <a:off x="516300" y="1312400"/>
            <a:ext cx="8111400" cy="36219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15000"/>
              </a:lnSpc>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Given an array of integers, calculate the product</a:t>
            </a:r>
            <a:endParaRPr b="0" i="0" sz="1400" u="none" cap="none" strike="noStrike">
              <a:solidFill>
                <a:schemeClr val="lt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If product &gt; 0 return 1</a:t>
            </a:r>
            <a:endParaRPr b="0" i="0" sz="1400" u="none" cap="none" strike="noStrike">
              <a:solidFill>
                <a:schemeClr val="lt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Else if product &lt; 0 return -1</a:t>
            </a:r>
            <a:endParaRPr b="0" i="0" sz="1400" u="none" cap="none" strike="noStrike">
              <a:solidFill>
                <a:schemeClr val="lt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Else return 0</a:t>
            </a:r>
            <a:endParaRPr b="0" i="0" sz="1400" u="none" cap="none" strike="noStrike">
              <a:solidFill>
                <a:schemeClr val="lt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317500" lvl="0" marL="457200" marR="0" rtl="0" algn="l">
              <a:lnSpc>
                <a:spcPct val="115000"/>
              </a:lnSpc>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Find the minimum changes required to make the integer array alternate between 0 and 1. </a:t>
            </a:r>
            <a:endParaRPr b="0" i="0" sz="1400" u="none" cap="none" strike="noStrike">
              <a:solidFill>
                <a:schemeClr val="lt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317500" lvl="0" marL="457200" marR="0" rtl="0" algn="l">
              <a:lnSpc>
                <a:spcPct val="115000"/>
              </a:lnSpc>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Write a function solution that, given an array A of N integers, returns the largest integer K &gt; 0 such that both values K and -K(the opposite number) exist in array A. If there is no such integer, the function should return 0.</a:t>
            </a:r>
            <a:endParaRPr b="0" i="0" sz="1400" u="none" cap="none" strike="noStrike">
              <a:solidFill>
                <a:schemeClr val="lt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a:p>
            <a:pPr indent="-317500" lvl="0" marL="457200" marR="0" rtl="0" algn="l">
              <a:lnSpc>
                <a:spcPct val="115000"/>
              </a:lnSpc>
              <a:spcBef>
                <a:spcPts val="0"/>
              </a:spcBef>
              <a:spcAft>
                <a:spcPts val="0"/>
              </a:spcAft>
              <a:buClr>
                <a:schemeClr val="lt1"/>
              </a:buClr>
              <a:buSzPts val="1400"/>
              <a:buFont typeface="Arial"/>
              <a:buChar char="●"/>
            </a:pPr>
            <a:r>
              <a:rPr b="0" i="0" lang="en" sz="1400" u="none" cap="none" strike="noStrike">
                <a:solidFill>
                  <a:schemeClr val="lt1"/>
                </a:solidFill>
                <a:latin typeface="Arial"/>
                <a:ea typeface="Arial"/>
                <a:cs typeface="Arial"/>
                <a:sym typeface="Arial"/>
              </a:rPr>
              <a:t>The bug solving question was based on the maximum number in the array which too was quite easy.</a:t>
            </a:r>
            <a:endParaRPr b="0" i="0" sz="1400" u="none" cap="none" strike="noStrike">
              <a:solidFill>
                <a:schemeClr val="lt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8"/>
          <p:cNvSpPr txBox="1"/>
          <p:nvPr>
            <p:ph idx="4294967295" type="body"/>
          </p:nvPr>
        </p:nvSpPr>
        <p:spPr>
          <a:xfrm>
            <a:off x="387900" y="1060925"/>
            <a:ext cx="8368200" cy="381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600">
                <a:solidFill>
                  <a:srgbClr val="FFFFFF"/>
                </a:solidFill>
                <a:latin typeface="Arial"/>
                <a:ea typeface="Arial"/>
                <a:cs typeface="Arial"/>
                <a:sym typeface="Arial"/>
              </a:rPr>
              <a:t>38 students were shortlisted for this round</a:t>
            </a:r>
            <a:endParaRPr sz="1600">
              <a:solidFill>
                <a:srgbClr val="FFFFFF"/>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sz="1600">
              <a:solidFill>
                <a:srgbClr val="FFFFFF"/>
              </a:solidFill>
              <a:latin typeface="Arial"/>
              <a:ea typeface="Arial"/>
              <a:cs typeface="Arial"/>
              <a:sym typeface="Arial"/>
            </a:endParaRPr>
          </a:p>
          <a:p>
            <a:pPr indent="0" lvl="0" marL="0" rtl="0" algn="l">
              <a:lnSpc>
                <a:spcPct val="100000"/>
              </a:lnSpc>
              <a:spcBef>
                <a:spcPts val="0"/>
              </a:spcBef>
              <a:spcAft>
                <a:spcPts val="0"/>
              </a:spcAft>
              <a:buSzPts val="1800"/>
              <a:buNone/>
            </a:pPr>
            <a:r>
              <a:rPr lang="en" sz="1600">
                <a:solidFill>
                  <a:srgbClr val="FFFFFF"/>
                </a:solidFill>
                <a:latin typeface="Arial"/>
                <a:ea typeface="Arial"/>
                <a:cs typeface="Arial"/>
                <a:sym typeface="Arial"/>
              </a:rPr>
              <a:t>In this round there were 2 questions</a:t>
            </a:r>
            <a:endParaRPr sz="1600">
              <a:solidFill>
                <a:srgbClr val="FFFFFF"/>
              </a:solidFill>
              <a:latin typeface="Arial"/>
              <a:ea typeface="Arial"/>
              <a:cs typeface="Arial"/>
              <a:sym typeface="Arial"/>
            </a:endParaRPr>
          </a:p>
          <a:p>
            <a:pPr indent="-330200" lvl="0" marL="457200" rtl="0" algn="l">
              <a:lnSpc>
                <a:spcPct val="100000"/>
              </a:lnSpc>
              <a:spcBef>
                <a:spcPts val="0"/>
              </a:spcBef>
              <a:spcAft>
                <a:spcPts val="0"/>
              </a:spcAft>
              <a:buClr>
                <a:srgbClr val="FFFFFF"/>
              </a:buClr>
              <a:buSzPts val="1600"/>
              <a:buFont typeface="Arial"/>
              <a:buAutoNum type="arabicPeriod"/>
            </a:pPr>
            <a:r>
              <a:rPr lang="en" sz="1600">
                <a:solidFill>
                  <a:srgbClr val="FFFFFF"/>
                </a:solidFill>
                <a:latin typeface="Arial"/>
                <a:ea typeface="Arial"/>
                <a:cs typeface="Arial"/>
                <a:sym typeface="Arial"/>
              </a:rPr>
              <a:t>How the co-workers expect you to behave in a  professional environment?</a:t>
            </a:r>
            <a:endParaRPr sz="1600">
              <a:solidFill>
                <a:srgbClr val="FFFFFF"/>
              </a:solidFill>
              <a:latin typeface="Arial"/>
              <a:ea typeface="Arial"/>
              <a:cs typeface="Arial"/>
              <a:sym typeface="Arial"/>
            </a:endParaRPr>
          </a:p>
          <a:p>
            <a:pPr indent="-330200" lvl="0" marL="457200" rtl="0" algn="l">
              <a:lnSpc>
                <a:spcPct val="100000"/>
              </a:lnSpc>
              <a:spcBef>
                <a:spcPts val="0"/>
              </a:spcBef>
              <a:spcAft>
                <a:spcPts val="0"/>
              </a:spcAft>
              <a:buClr>
                <a:srgbClr val="FFFFFF"/>
              </a:buClr>
              <a:buSzPts val="1600"/>
              <a:buFont typeface="Arial"/>
              <a:buAutoNum type="arabicPeriod"/>
            </a:pPr>
            <a:r>
              <a:rPr lang="en" sz="1600">
                <a:solidFill>
                  <a:srgbClr val="FFFFFF"/>
                </a:solidFill>
                <a:latin typeface="Arial"/>
                <a:ea typeface="Arial"/>
                <a:cs typeface="Arial"/>
                <a:sym typeface="Arial"/>
              </a:rPr>
              <a:t>How should one behave in a professional environment?</a:t>
            </a:r>
            <a:endParaRPr sz="1600">
              <a:solidFill>
                <a:srgbClr val="FFFFFF"/>
              </a:solidFill>
              <a:latin typeface="Arial"/>
              <a:ea typeface="Arial"/>
              <a:cs typeface="Arial"/>
              <a:sym typeface="Arial"/>
            </a:endParaRPr>
          </a:p>
          <a:p>
            <a:pPr indent="0" lvl="0" marL="457200" rtl="0" algn="l">
              <a:lnSpc>
                <a:spcPct val="100000"/>
              </a:lnSpc>
              <a:spcBef>
                <a:spcPts val="0"/>
              </a:spcBef>
              <a:spcAft>
                <a:spcPts val="0"/>
              </a:spcAft>
              <a:buSzPts val="1800"/>
              <a:buNone/>
            </a:pPr>
            <a:r>
              <a:t/>
            </a:r>
            <a:endParaRPr sz="1600">
              <a:solidFill>
                <a:srgbClr val="FFFFFF"/>
              </a:solidFill>
              <a:latin typeface="Arial"/>
              <a:ea typeface="Arial"/>
              <a:cs typeface="Arial"/>
              <a:sym typeface="Arial"/>
            </a:endParaRPr>
          </a:p>
          <a:p>
            <a:pPr indent="0" lvl="0" marL="0" rtl="0" algn="l">
              <a:lnSpc>
                <a:spcPct val="100000"/>
              </a:lnSpc>
              <a:spcBef>
                <a:spcPts val="0"/>
              </a:spcBef>
              <a:spcAft>
                <a:spcPts val="0"/>
              </a:spcAft>
              <a:buSzPts val="1800"/>
              <a:buNone/>
            </a:pPr>
            <a:r>
              <a:rPr lang="en" sz="1600">
                <a:solidFill>
                  <a:srgbClr val="FFFFFF"/>
                </a:solidFill>
                <a:latin typeface="Arial"/>
                <a:ea typeface="Arial"/>
                <a:cs typeface="Arial"/>
                <a:sym typeface="Arial"/>
              </a:rPr>
              <a:t>You are given 50-60 options. Make sure to highlight your professional aspects not personal. Also select the same options for both the questions. HR will guide you through this round just make sure to strictly follow the instructions. </a:t>
            </a:r>
            <a:endParaRPr sz="1600">
              <a:solidFill>
                <a:srgbClr val="FFFFFF"/>
              </a:solidFill>
              <a:latin typeface="Arial"/>
              <a:ea typeface="Arial"/>
              <a:cs typeface="Arial"/>
              <a:sym typeface="Arial"/>
            </a:endParaRPr>
          </a:p>
          <a:p>
            <a:pPr indent="0" lvl="0" marL="0" rtl="0" algn="l">
              <a:lnSpc>
                <a:spcPct val="100000"/>
              </a:lnSpc>
              <a:spcBef>
                <a:spcPts val="0"/>
              </a:spcBef>
              <a:spcAft>
                <a:spcPts val="0"/>
              </a:spcAft>
              <a:buSzPts val="1800"/>
              <a:buNone/>
            </a:pPr>
            <a:r>
              <a:t/>
            </a:r>
            <a:endParaRPr sz="1600">
              <a:solidFill>
                <a:srgbClr val="FFFFFF"/>
              </a:solidFill>
              <a:latin typeface="Arial"/>
              <a:ea typeface="Arial"/>
              <a:cs typeface="Arial"/>
              <a:sym typeface="Arial"/>
            </a:endParaRPr>
          </a:p>
          <a:p>
            <a:pPr indent="0" lvl="0" marL="0" rtl="0" algn="l">
              <a:lnSpc>
                <a:spcPct val="100000"/>
              </a:lnSpc>
              <a:spcBef>
                <a:spcPts val="0"/>
              </a:spcBef>
              <a:spcAft>
                <a:spcPts val="0"/>
              </a:spcAft>
              <a:buSzPts val="1800"/>
              <a:buNone/>
            </a:pPr>
            <a:r>
              <a:rPr lang="en" sz="1600">
                <a:latin typeface="Arial"/>
                <a:ea typeface="Arial"/>
                <a:cs typeface="Arial"/>
                <a:sym typeface="Arial"/>
              </a:rPr>
              <a:t>Loyal, Precise, Hard-working, Accurate, Rational - Loyal and Hardworking refers to your personal aspects so not to be chosen while the other options refer to your work ethics.</a:t>
            </a:r>
            <a:endParaRPr sz="1600">
              <a:latin typeface="Arial"/>
              <a:ea typeface="Arial"/>
              <a:cs typeface="Arial"/>
              <a:sym typeface="Arial"/>
            </a:endParaRPr>
          </a:p>
          <a:p>
            <a:pPr indent="0" lvl="0" marL="0" rtl="0" algn="l">
              <a:lnSpc>
                <a:spcPct val="100000"/>
              </a:lnSpc>
              <a:spcBef>
                <a:spcPts val="0"/>
              </a:spcBef>
              <a:spcAft>
                <a:spcPts val="0"/>
              </a:spcAft>
              <a:buSzPts val="1800"/>
              <a:buNone/>
            </a:pPr>
            <a:r>
              <a:t/>
            </a:r>
            <a:endParaRPr sz="1600">
              <a:latin typeface="Arial"/>
              <a:ea typeface="Arial"/>
              <a:cs typeface="Arial"/>
              <a:sym typeface="Arial"/>
            </a:endParaRPr>
          </a:p>
          <a:p>
            <a:pPr indent="0" lvl="0" marL="0" rtl="0" algn="l">
              <a:lnSpc>
                <a:spcPct val="100000"/>
              </a:lnSpc>
              <a:spcBef>
                <a:spcPts val="0"/>
              </a:spcBef>
              <a:spcAft>
                <a:spcPts val="0"/>
              </a:spcAft>
              <a:buSzPts val="1800"/>
              <a:buNone/>
            </a:pPr>
            <a:r>
              <a:rPr lang="en" sz="1600">
                <a:latin typeface="Arial"/>
                <a:ea typeface="Arial"/>
                <a:cs typeface="Arial"/>
                <a:sym typeface="Arial"/>
              </a:rPr>
              <a:t>After this round 20 students were shortlisted for technical interviews</a:t>
            </a:r>
            <a:endParaRPr sz="1600">
              <a:latin typeface="Arial"/>
              <a:ea typeface="Arial"/>
              <a:cs typeface="Arial"/>
              <a:sym typeface="Arial"/>
            </a:endParaRPr>
          </a:p>
        </p:txBody>
      </p:sp>
      <p:sp>
        <p:nvSpPr>
          <p:cNvPr id="505" name="Google Shape;505;p8"/>
          <p:cNvSpPr txBox="1"/>
          <p:nvPr>
            <p:ph idx="4" type="ctrTitle"/>
          </p:nvPr>
        </p:nvSpPr>
        <p:spPr>
          <a:xfrm>
            <a:off x="618825" y="411675"/>
            <a:ext cx="5934900"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solidFill>
                  <a:srgbClr val="FFFFFF"/>
                </a:solidFill>
                <a:latin typeface="Roboto Slab"/>
                <a:ea typeface="Roboto Slab"/>
                <a:cs typeface="Roboto Slab"/>
                <a:sym typeface="Roboto Slab"/>
              </a:rPr>
              <a:t>Round 2</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9"/>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t>Pranav Gadhave</a:t>
            </a:r>
            <a:endParaRPr/>
          </a:p>
        </p:txBody>
      </p:sp>
      <p:sp>
        <p:nvSpPr>
          <p:cNvPr id="511" name="Google Shape;511;p9"/>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Interactive Brokers Experience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10"/>
          <p:cNvSpPr txBox="1"/>
          <p:nvPr>
            <p:ph type="title"/>
          </p:nvPr>
        </p:nvSpPr>
        <p:spPr>
          <a:xfrm>
            <a:off x="387900" y="47767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Technical Interview - 1</a:t>
            </a:r>
            <a:endParaRPr/>
          </a:p>
        </p:txBody>
      </p:sp>
      <p:sp>
        <p:nvSpPr>
          <p:cNvPr id="517" name="Google Shape;517;p10"/>
          <p:cNvSpPr txBox="1"/>
          <p:nvPr/>
        </p:nvSpPr>
        <p:spPr>
          <a:xfrm>
            <a:off x="387900" y="1163775"/>
            <a:ext cx="8191200" cy="40635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interviewer was very friendly and he asked me to give my introduction.</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Then we moved towards the coding part. He asked me to solve a question of recursion, its time complexity and space complexity and how we can optimize the solution.</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Later he asked me to solve a question of searching , how hashmaps can be used for optimizing it and later asked me the internal working of hashmap.</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After this , he asked me to explain concepts related to oops , such as polymorphism , abstraction , data structures like linked list , arraylist with real life examples.</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interviewer then moved towards my resume. I had completed a certification course of Azure and he started with questions on it.</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Later he asked me about my projects. He picked a ML project and asked questions about the ML models used, loss functions , what were its drawbacks, how can you look to improve the project.</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Then he picked up a web development project , asked its real life use, how validation of users was done , security features included , the backend framework.</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At the end , the interviewer asked me to solve a DBMS question which was a combination of joins and nested queries.</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interviewer was very friendly and helped me a lot during the interview. It was about one hour long.</a:t>
            </a:r>
            <a:endParaRPr b="0" i="0" sz="1400" u="none" cap="none" strike="noStrike">
              <a:solidFill>
                <a:schemeClr val="lt1"/>
              </a:solidFill>
              <a:latin typeface="Maven Pro"/>
              <a:ea typeface="Maven Pro"/>
              <a:cs typeface="Maven Pro"/>
              <a:sym typeface="Maven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11"/>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Technical Interview -2</a:t>
            </a:r>
            <a:endParaRPr/>
          </a:p>
        </p:txBody>
      </p:sp>
      <p:sp>
        <p:nvSpPr>
          <p:cNvPr id="523" name="Google Shape;523;p11"/>
          <p:cNvSpPr txBox="1"/>
          <p:nvPr/>
        </p:nvSpPr>
        <p:spPr>
          <a:xfrm>
            <a:off x="477900" y="1433700"/>
            <a:ext cx="7816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aven Pro"/>
              <a:ea typeface="Maven Pro"/>
              <a:cs typeface="Maven Pro"/>
              <a:sym typeface="Maven Pro"/>
            </a:endParaRPr>
          </a:p>
        </p:txBody>
      </p:sp>
      <p:sp>
        <p:nvSpPr>
          <p:cNvPr id="524" name="Google Shape;524;p11"/>
          <p:cNvSpPr txBox="1"/>
          <p:nvPr/>
        </p:nvSpPr>
        <p:spPr>
          <a:xfrm>
            <a:off x="498150" y="1565325"/>
            <a:ext cx="8140500" cy="34170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My second interview was scheduled about 3 hours later on the same day.</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Interview started with introduction about myself.</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interviewer started with asking questions on my resume. The questions on projects asked in this interview was majorly on how we collaborated as a team , were we using github in our projects, the challenges faced.</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Later the interviewer asked me a logic based puzzle. Where in i was the head of a covid vaccination center. There were different stages before taking vaccine and each stage required a particular amount of time. My goal was to find out a way in which maximum vaccinations could be done in an hour , with the limited resources available. </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Then he introduced different cases wherein a doctor would be on a holiday , or certain workers were on break , and asked me to find maximum vaccines that could be done.</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interviewer here was trying to test the logic skills and also to check the confidence.</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At the end , the interviewer asked me couple of questions on multithreading and synchronization.</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interview lasted for an hour.</a:t>
            </a:r>
            <a:endParaRPr b="0" i="0" sz="1400" u="none" cap="none" strike="noStrike">
              <a:solidFill>
                <a:schemeClr val="lt1"/>
              </a:solidFill>
              <a:latin typeface="Maven Pro"/>
              <a:ea typeface="Maven Pro"/>
              <a:cs typeface="Maven Pro"/>
              <a:sym typeface="Maven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12"/>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Study Material</a:t>
            </a:r>
            <a:endParaRPr/>
          </a:p>
        </p:txBody>
      </p:sp>
      <p:sp>
        <p:nvSpPr>
          <p:cNvPr id="530" name="Google Shape;530;p12"/>
          <p:cNvSpPr txBox="1"/>
          <p:nvPr>
            <p:ph idx="1" type="body"/>
          </p:nvPr>
        </p:nvSpPr>
        <p:spPr>
          <a:xfrm>
            <a:off x="387900" y="1271700"/>
            <a:ext cx="8625300" cy="377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200"/>
              <a:t>Quants and Technical coding round</a:t>
            </a:r>
            <a:endParaRPr sz="1200"/>
          </a:p>
          <a:p>
            <a:pPr indent="-304800" lvl="0" marL="457200" rtl="0" algn="l">
              <a:lnSpc>
                <a:spcPct val="115000"/>
              </a:lnSpc>
              <a:spcBef>
                <a:spcPts val="1600"/>
              </a:spcBef>
              <a:spcAft>
                <a:spcPts val="0"/>
              </a:spcAft>
              <a:buSzPts val="1200"/>
              <a:buChar char="●"/>
            </a:pPr>
            <a:r>
              <a:rPr lang="en" sz="1200"/>
              <a:t>RS Aggrawal</a:t>
            </a:r>
            <a:endParaRPr sz="1200"/>
          </a:p>
          <a:p>
            <a:pPr indent="-304800" lvl="0" marL="457200" rtl="0" algn="l">
              <a:lnSpc>
                <a:spcPct val="115000"/>
              </a:lnSpc>
              <a:spcBef>
                <a:spcPts val="0"/>
              </a:spcBef>
              <a:spcAft>
                <a:spcPts val="0"/>
              </a:spcAft>
              <a:buSzPts val="1200"/>
              <a:buChar char="●"/>
            </a:pPr>
            <a:r>
              <a:rPr lang="en" sz="1200"/>
              <a:t>IndiaBix</a:t>
            </a:r>
            <a:endParaRPr sz="1200"/>
          </a:p>
          <a:p>
            <a:pPr indent="0" lvl="0" marL="0" rtl="0" algn="l">
              <a:lnSpc>
                <a:spcPct val="115000"/>
              </a:lnSpc>
              <a:spcBef>
                <a:spcPts val="1600"/>
              </a:spcBef>
              <a:spcAft>
                <a:spcPts val="0"/>
              </a:spcAft>
              <a:buSzPts val="1800"/>
              <a:buNone/>
            </a:pPr>
            <a:r>
              <a:rPr lang="en" sz="1200"/>
              <a:t>Practicing coding questions on platforms like GFG, Leetcode</a:t>
            </a:r>
            <a:endParaRPr sz="1200"/>
          </a:p>
          <a:p>
            <a:pPr indent="0" lvl="0" marL="0" rtl="0" algn="l">
              <a:lnSpc>
                <a:spcPct val="115000"/>
              </a:lnSpc>
              <a:spcBef>
                <a:spcPts val="1600"/>
              </a:spcBef>
              <a:spcAft>
                <a:spcPts val="0"/>
              </a:spcAft>
              <a:buSzPts val="1800"/>
              <a:buNone/>
            </a:pPr>
            <a:r>
              <a:rPr lang="en" sz="1200"/>
              <a:t>OOPS</a:t>
            </a:r>
            <a:endParaRPr sz="1200"/>
          </a:p>
          <a:p>
            <a:pPr indent="-304800" lvl="0" marL="457200" rtl="0" algn="l">
              <a:lnSpc>
                <a:spcPct val="115000"/>
              </a:lnSpc>
              <a:spcBef>
                <a:spcPts val="1600"/>
              </a:spcBef>
              <a:spcAft>
                <a:spcPts val="0"/>
              </a:spcAft>
              <a:buSzPts val="1200"/>
              <a:buFont typeface="Lato"/>
              <a:buChar char="●"/>
            </a:pPr>
            <a:r>
              <a:rPr lang="en" sz="1200" u="sng">
                <a:solidFill>
                  <a:srgbClr val="7890CD"/>
                </a:solidFill>
                <a:latin typeface="Lato"/>
                <a:ea typeface="Lato"/>
                <a:cs typeface="Lato"/>
                <a:sym typeface="Lato"/>
                <a:hlinkClick r:id="rId3">
                  <a:extLst>
                    <a:ext uri="{A12FA001-AC4F-418D-AE19-62706E023703}">
                      <ahyp:hlinkClr val="tx"/>
                    </a:ext>
                  </a:extLst>
                </a:hlinkClick>
              </a:rPr>
              <a:t>OOPS-Javatpoint</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lang="en" sz="1200" u="sng">
                <a:solidFill>
                  <a:srgbClr val="7890CD"/>
                </a:solidFill>
                <a:latin typeface="Lato"/>
                <a:ea typeface="Lato"/>
                <a:cs typeface="Lato"/>
                <a:sym typeface="Lato"/>
                <a:hlinkClick r:id="rId4">
                  <a:extLst>
                    <a:ext uri="{A12FA001-AC4F-418D-AE19-62706E023703}">
                      <ahyp:hlinkClr val="tx"/>
                    </a:ext>
                  </a:extLst>
                </a:hlinkClick>
              </a:rPr>
              <a:t>OOPS-GeeksForGeeks</a:t>
            </a:r>
            <a:endParaRPr sz="1200">
              <a:latin typeface="Lato"/>
              <a:ea typeface="Lato"/>
              <a:cs typeface="Lato"/>
              <a:sym typeface="Lato"/>
            </a:endParaRPr>
          </a:p>
          <a:p>
            <a:pPr indent="-304800" lvl="0" marL="457200" rtl="0" algn="l">
              <a:lnSpc>
                <a:spcPct val="115000"/>
              </a:lnSpc>
              <a:spcBef>
                <a:spcPts val="0"/>
              </a:spcBef>
              <a:spcAft>
                <a:spcPts val="0"/>
              </a:spcAft>
              <a:buSzPts val="1200"/>
              <a:buFont typeface="Lato"/>
              <a:buChar char="●"/>
            </a:pPr>
            <a:r>
              <a:rPr lang="en" sz="1200">
                <a:latin typeface="Lato"/>
                <a:ea typeface="Lato"/>
                <a:cs typeface="Lato"/>
                <a:sym typeface="Lato"/>
              </a:rPr>
              <a:t>Also go through their list of interview questions before placements.  </a:t>
            </a:r>
            <a:endParaRPr sz="1200">
              <a:latin typeface="Lato"/>
              <a:ea typeface="Lato"/>
              <a:cs typeface="Lato"/>
              <a:sym typeface="Lato"/>
            </a:endParaRPr>
          </a:p>
          <a:p>
            <a:pPr indent="0" lvl="0" marL="457200" rtl="0" algn="l">
              <a:lnSpc>
                <a:spcPct val="115000"/>
              </a:lnSpc>
              <a:spcBef>
                <a:spcPts val="1200"/>
              </a:spcBef>
              <a:spcAft>
                <a:spcPts val="0"/>
              </a:spcAft>
              <a:buSzPts val="1800"/>
              <a:buNone/>
            </a:pPr>
            <a:r>
              <a:rPr lang="en" sz="1200">
                <a:latin typeface="Lato"/>
                <a:ea typeface="Lato"/>
                <a:cs typeface="Lato"/>
                <a:sym typeface="Lato"/>
              </a:rPr>
              <a:t>Youtube Channels:</a:t>
            </a:r>
            <a:endParaRPr sz="1200">
              <a:latin typeface="Lato"/>
              <a:ea typeface="Lato"/>
              <a:cs typeface="Lato"/>
              <a:sym typeface="Lato"/>
            </a:endParaRPr>
          </a:p>
          <a:p>
            <a:pPr indent="-304800" lvl="0" marL="457200" rtl="0" algn="l">
              <a:lnSpc>
                <a:spcPct val="115000"/>
              </a:lnSpc>
              <a:spcBef>
                <a:spcPts val="1200"/>
              </a:spcBef>
              <a:spcAft>
                <a:spcPts val="0"/>
              </a:spcAft>
              <a:buSzPts val="1200"/>
              <a:buFont typeface="Lato"/>
              <a:buChar char="●"/>
            </a:pPr>
            <a:r>
              <a:rPr lang="en" sz="1200" u="sng">
                <a:solidFill>
                  <a:srgbClr val="7890CD"/>
                </a:solidFill>
                <a:latin typeface="Lato"/>
                <a:ea typeface="Lato"/>
                <a:cs typeface="Lato"/>
                <a:sym typeface="Lato"/>
                <a:hlinkClick r:id="rId5">
                  <a:extLst>
                    <a:ext uri="{A12FA001-AC4F-418D-AE19-62706E023703}">
                      <ahyp:hlinkClr val="tx"/>
                    </a:ext>
                  </a:extLst>
                </a:hlinkClick>
              </a:rPr>
              <a:t>Kunal Kushwaha OOPS</a:t>
            </a:r>
            <a:r>
              <a:rPr lang="en" sz="1200">
                <a:latin typeface="Lato"/>
                <a:ea typeface="Lato"/>
                <a:cs typeface="Lato"/>
                <a:sym typeface="Lato"/>
              </a:rPr>
              <a:t>  (Crash Course - Best for revision before placements)</a:t>
            </a:r>
            <a:endParaRPr sz="1200">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13"/>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Tips</a:t>
            </a:r>
            <a:endParaRPr/>
          </a:p>
        </p:txBody>
      </p:sp>
      <p:sp>
        <p:nvSpPr>
          <p:cNvPr id="536" name="Google Shape;536;p13"/>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Have  a good hold on basic concepts of OOPS, DBMS, OS and DSA. Make a habit to write notes. It helps for quick revision during placements.</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Start practicing Data Structures and Algorithms questions daily on GFG or  Leetcode.</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Also practising quantitative aptitude questions at least a month before.</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Make sure you are confident enough to speak about everything mentioned in resume. Be genuine about your resume and mention only those things in which you have really contributed.</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Have a in depth knowledge of all the projects , internships, certification courses done.</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Make sure to spend a minimum of half an hour on the company’s website before the interview. Understand their work , the principles on which the company stands.</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Be confident and have a smile on your face throughout the interview.</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If you do not have answer to a question , its okay. Forget about it and focus fully on the next one.</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Make sure to ask one or two questions to the interviewer.</a:t>
            </a:r>
            <a:endParaRPr sz="1300">
              <a:latin typeface="Times New Roman"/>
              <a:ea typeface="Times New Roman"/>
              <a:cs typeface="Times New Roman"/>
              <a:sym typeface="Times New Roman"/>
            </a:endParaRPr>
          </a:p>
          <a:p>
            <a:pPr indent="-311150" lvl="0" marL="457200" rtl="0" algn="l">
              <a:lnSpc>
                <a:spcPct val="115000"/>
              </a:lnSpc>
              <a:spcBef>
                <a:spcPts val="0"/>
              </a:spcBef>
              <a:spcAft>
                <a:spcPts val="0"/>
              </a:spcAft>
              <a:buSzPts val="1300"/>
              <a:buFont typeface="Times New Roman"/>
              <a:buChar char="●"/>
            </a:pPr>
            <a:r>
              <a:rPr lang="en" sz="1300">
                <a:latin typeface="Times New Roman"/>
                <a:ea typeface="Times New Roman"/>
                <a:cs typeface="Times New Roman"/>
                <a:sym typeface="Times New Roman"/>
              </a:rPr>
              <a:t>Do not get demotivated or disappointed by any company’s rejection.</a:t>
            </a:r>
            <a:endParaRPr sz="13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14"/>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t>Shreyas Poojari</a:t>
            </a:r>
            <a:endParaRPr/>
          </a:p>
        </p:txBody>
      </p:sp>
      <p:sp>
        <p:nvSpPr>
          <p:cNvPr id="542" name="Google Shape;542;p14"/>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Interactive Brokers Experience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15"/>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Technical Interview - 1</a:t>
            </a:r>
            <a:endParaRPr/>
          </a:p>
        </p:txBody>
      </p:sp>
      <p:sp>
        <p:nvSpPr>
          <p:cNvPr id="548" name="Google Shape;548;p15"/>
          <p:cNvSpPr txBox="1"/>
          <p:nvPr/>
        </p:nvSpPr>
        <p:spPr>
          <a:xfrm>
            <a:off x="522525" y="1094025"/>
            <a:ext cx="8041800" cy="3976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Firstly I was asked me to give my introduction and the interviewer was very friendly.</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100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First Round was completely based on DSA questions and Java Basics.</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100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Interviewer picked up one of the question from Round 1 and he asked me why did I chose that approach,time complexity,space complexity,etc and also asked me to optimize the solution.Interviewer really helped me a lot and he was giving some hints and finally I was able to find the optimized solution.</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100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Then he asked me about the Internal Working of hashmap.</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100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Later he asked me to solve a question based on arrays.</a:t>
            </a:r>
            <a:endParaRPr b="0" i="0" sz="1400" u="none" cap="none" strike="noStrike">
              <a:solidFill>
                <a:schemeClr val="lt1"/>
              </a:solidFill>
              <a:latin typeface="Maven Pro"/>
              <a:ea typeface="Maven Pro"/>
              <a:cs typeface="Maven Pro"/>
              <a:sym typeface="Maven Pro"/>
            </a:endParaRPr>
          </a:p>
          <a:p>
            <a:pPr indent="0" lvl="0" marL="457200" marR="0" rtl="0" algn="l">
              <a:lnSpc>
                <a:spcPct val="100000"/>
              </a:lnSpc>
              <a:spcBef>
                <a:spcPts val="1000"/>
              </a:spcBef>
              <a:spcAft>
                <a:spcPts val="0"/>
              </a:spcAft>
              <a:buClr>
                <a:srgbClr val="000000"/>
              </a:buClr>
              <a:buSzPts val="1100"/>
              <a:buFont typeface="Arial"/>
              <a:buNone/>
            </a:pPr>
            <a:r>
              <a:rPr b="0" i="0" lang="en" sz="1100" u="sng" cap="none" strike="noStrike">
                <a:solidFill>
                  <a:schemeClr val="hlink"/>
                </a:solidFill>
                <a:latin typeface="Maven Pro"/>
                <a:ea typeface="Maven Pro"/>
                <a:cs typeface="Maven Pro"/>
                <a:sym typeface="Maven Pro"/>
                <a:hlinkClick r:id="rId3"/>
              </a:rPr>
              <a:t>https://www.geeksforgeeks.org/find-the-maximum-element-in-an-array-which-is-first-increasing-and-then-decreasing/ </a:t>
            </a:r>
            <a:endParaRPr b="0" i="0" sz="11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100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final question was based on Dynamic Programming.I tried to solve the question using recursion and was able to pass the test cases.Then he asked me to optimize it by using dynamic programming and I told him the approach but I was not able to optimize it.</a:t>
            </a:r>
            <a:endParaRPr b="0" i="0" sz="1400" u="none" cap="none" strike="noStrike">
              <a:solidFill>
                <a:schemeClr val="lt1"/>
              </a:solidFill>
              <a:latin typeface="Maven Pro"/>
              <a:ea typeface="Maven Pro"/>
              <a:cs typeface="Maven Pro"/>
              <a:sym typeface="Maven Pro"/>
            </a:endParaRPr>
          </a:p>
          <a:p>
            <a:pPr indent="0" lvl="0" marL="457200" marR="0" rtl="0" algn="l">
              <a:lnSpc>
                <a:spcPct val="100000"/>
              </a:lnSpc>
              <a:spcBef>
                <a:spcPts val="1000"/>
              </a:spcBef>
              <a:spcAft>
                <a:spcPts val="1000"/>
              </a:spcAft>
              <a:buClr>
                <a:srgbClr val="000000"/>
              </a:buClr>
              <a:buSzPts val="1200"/>
              <a:buFont typeface="Arial"/>
              <a:buNone/>
            </a:pPr>
            <a:r>
              <a:rPr b="0" i="0" lang="en" sz="1200" u="sng" cap="none" strike="noStrike">
                <a:solidFill>
                  <a:schemeClr val="hlink"/>
                </a:solidFill>
                <a:latin typeface="Maven Pro"/>
                <a:ea typeface="Maven Pro"/>
                <a:cs typeface="Maven Pro"/>
                <a:sym typeface="Maven Pro"/>
                <a:hlinkClick r:id="rId4"/>
              </a:rPr>
              <a:t>https://www.geeksforgeeks.org/count-possible-paths-top-left-bottom-right-nxm-matrix/</a:t>
            </a:r>
            <a:endParaRPr b="0" i="0" sz="1200" u="none" cap="none" strike="noStrike">
              <a:solidFill>
                <a:schemeClr val="lt1"/>
              </a:solidFill>
              <a:latin typeface="Maven Pro"/>
              <a:ea typeface="Maven Pro"/>
              <a:cs typeface="Maven Pro"/>
              <a:sym typeface="Maven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16"/>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Technical Interview -2</a:t>
            </a:r>
            <a:endParaRPr/>
          </a:p>
        </p:txBody>
      </p:sp>
      <p:sp>
        <p:nvSpPr>
          <p:cNvPr id="554" name="Google Shape;554;p16"/>
          <p:cNvSpPr txBox="1"/>
          <p:nvPr/>
        </p:nvSpPr>
        <p:spPr>
          <a:xfrm>
            <a:off x="563325" y="1032775"/>
            <a:ext cx="7695000" cy="4279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My second technical interview was scheduled after 2 days.</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This round included questions from SQL,Data Structures,Puzzles,Java Basics.</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First Question was asked on SQL joins like Inner Join,Outer Join,difference between them and where it can be used.</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Later on the interviewer gave me some tables with a problem statement and he asked me to write SQL nested query in the Codility Editor and I was able to solve this and got the expected result. Initially I was not able to understand the question but the interviewer helped a lot and gave some examples to make me understand the question better.</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Next question was asked on Arraylist and Linkedlist,why is it used,time complexity to insert an element in ArrayList and Linkedlist.</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Difference between Hashmap and Map,internal structure of hashmap was asked again in this round and time complexity to insert an element in HashMap and Map.</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Then a puzzle was asked based on probability.Initially I was not able to solve it and got a wrong answer but then the interviewer told me to think again and gave some hints.Finally I was able to solve this question too. </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Finally Exception Handling was asked,when it can be used and why multiple catch statements are used while handling exception.</a:t>
            </a:r>
            <a:endParaRPr b="0" i="0" sz="1400" u="none" cap="none" strike="noStrike">
              <a:solidFill>
                <a:schemeClr val="lt1"/>
              </a:solidFill>
              <a:latin typeface="Maven Pro"/>
              <a:ea typeface="Maven Pro"/>
              <a:cs typeface="Maven Pro"/>
              <a:sym typeface="Maven Pr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Maven Pro"/>
              <a:ea typeface="Maven Pro"/>
              <a:cs typeface="Maven Pro"/>
              <a:sym typeface="Maven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17"/>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Study Material</a:t>
            </a:r>
            <a:endParaRPr/>
          </a:p>
        </p:txBody>
      </p:sp>
      <p:sp>
        <p:nvSpPr>
          <p:cNvPr id="560" name="Google Shape;560;p17"/>
          <p:cNvSpPr txBox="1"/>
          <p:nvPr>
            <p:ph idx="1" type="body"/>
          </p:nvPr>
        </p:nvSpPr>
        <p:spPr>
          <a:xfrm>
            <a:off x="387900" y="1489825"/>
            <a:ext cx="8368200" cy="3435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200"/>
              <a:t>Quants </a:t>
            </a:r>
            <a:endParaRPr sz="1200"/>
          </a:p>
          <a:p>
            <a:pPr indent="-304800" lvl="0" marL="457200" rtl="0" algn="l">
              <a:lnSpc>
                <a:spcPct val="100000"/>
              </a:lnSpc>
              <a:spcBef>
                <a:spcPts val="0"/>
              </a:spcBef>
              <a:spcAft>
                <a:spcPts val="0"/>
              </a:spcAft>
              <a:buSzPts val="1200"/>
              <a:buChar char="●"/>
            </a:pPr>
            <a:r>
              <a:rPr lang="en" sz="1200"/>
              <a:t>IndiaBix </a:t>
            </a:r>
            <a:r>
              <a:rPr lang="en" sz="1200" u="sng">
                <a:solidFill>
                  <a:schemeClr val="hlink"/>
                </a:solidFill>
                <a:hlinkClick r:id="rId3"/>
              </a:rPr>
              <a:t>https://www.indiabix.com/</a:t>
            </a:r>
            <a:endParaRPr sz="1200"/>
          </a:p>
          <a:p>
            <a:pPr indent="0" lvl="0" marL="0" rtl="0" algn="l">
              <a:lnSpc>
                <a:spcPct val="100000"/>
              </a:lnSpc>
              <a:spcBef>
                <a:spcPts val="0"/>
              </a:spcBef>
              <a:spcAft>
                <a:spcPts val="0"/>
              </a:spcAft>
              <a:buSzPts val="1800"/>
              <a:buNone/>
            </a:pPr>
            <a:r>
              <a:rPr lang="en" sz="1200"/>
              <a:t>Puzzles</a:t>
            </a:r>
            <a:endParaRPr sz="1200"/>
          </a:p>
          <a:p>
            <a:pPr indent="-304800" lvl="0" marL="457200" rtl="0" algn="l">
              <a:lnSpc>
                <a:spcPct val="100000"/>
              </a:lnSpc>
              <a:spcBef>
                <a:spcPts val="0"/>
              </a:spcBef>
              <a:spcAft>
                <a:spcPts val="0"/>
              </a:spcAft>
              <a:buSzPts val="1200"/>
              <a:buChar char="●"/>
            </a:pPr>
            <a:r>
              <a:rPr lang="en" sz="1200"/>
              <a:t>GeeksforGeeks </a:t>
            </a:r>
            <a:r>
              <a:rPr lang="en" sz="1200" u="sng">
                <a:solidFill>
                  <a:schemeClr val="hlink"/>
                </a:solidFill>
                <a:hlinkClick r:id="rId4"/>
              </a:rPr>
              <a:t>https://www.geeksforgeeks.org/puzzles/</a:t>
            </a:r>
            <a:endParaRPr/>
          </a:p>
          <a:p>
            <a:pPr indent="0" lvl="0" marL="0" rtl="0" algn="l">
              <a:lnSpc>
                <a:spcPct val="100000"/>
              </a:lnSpc>
              <a:spcBef>
                <a:spcPts val="1000"/>
              </a:spcBef>
              <a:spcAft>
                <a:spcPts val="0"/>
              </a:spcAft>
              <a:buSzPts val="1800"/>
              <a:buNone/>
            </a:pPr>
            <a:r>
              <a:rPr lang="en" sz="1200"/>
              <a:t>DSA</a:t>
            </a:r>
            <a:endParaRPr sz="1200"/>
          </a:p>
          <a:p>
            <a:pPr indent="-304800" lvl="0" marL="457200" rtl="0" algn="l">
              <a:lnSpc>
                <a:spcPct val="100000"/>
              </a:lnSpc>
              <a:spcBef>
                <a:spcPts val="1000"/>
              </a:spcBef>
              <a:spcAft>
                <a:spcPts val="0"/>
              </a:spcAft>
              <a:buSzPts val="1200"/>
              <a:buChar char="●"/>
            </a:pPr>
            <a:r>
              <a:rPr lang="en" sz="1200"/>
              <a:t>Striver’s Sheet: </a:t>
            </a:r>
            <a:r>
              <a:rPr lang="en" sz="1200" u="sng">
                <a:solidFill>
                  <a:schemeClr val="hlink"/>
                </a:solidFill>
                <a:hlinkClick r:id="rId5"/>
              </a:rPr>
              <a:t>https://takeuforward.org/interviews/strivers-sde-sheet-top-coding-interview-problems/</a:t>
            </a:r>
            <a:endParaRPr sz="1200"/>
          </a:p>
          <a:p>
            <a:pPr indent="-304800" lvl="0" marL="457200" rtl="0" algn="l">
              <a:lnSpc>
                <a:spcPct val="100000"/>
              </a:lnSpc>
              <a:spcBef>
                <a:spcPts val="0"/>
              </a:spcBef>
              <a:spcAft>
                <a:spcPts val="0"/>
              </a:spcAft>
              <a:buSzPts val="1200"/>
              <a:buChar char="●"/>
            </a:pPr>
            <a:r>
              <a:rPr lang="en" sz="1200"/>
              <a:t>Love Babbar’s 450 problems: </a:t>
            </a:r>
            <a:r>
              <a:rPr lang="en" sz="1200" u="sng">
                <a:solidFill>
                  <a:schemeClr val="hlink"/>
                </a:solidFill>
                <a:hlinkClick r:id="rId6"/>
              </a:rPr>
              <a:t>https://drive.google.com/file/d/1FMdN_OCfOI0iAeDlqswCiC2DZzD4nPsb/view</a:t>
            </a:r>
            <a:endParaRPr sz="1200"/>
          </a:p>
          <a:p>
            <a:pPr indent="-304800" lvl="0" marL="457200" rtl="0" algn="l">
              <a:lnSpc>
                <a:spcPct val="100000"/>
              </a:lnSpc>
              <a:spcBef>
                <a:spcPts val="0"/>
              </a:spcBef>
              <a:spcAft>
                <a:spcPts val="0"/>
              </a:spcAft>
              <a:buSzPts val="1200"/>
              <a:buChar char="●"/>
            </a:pPr>
            <a:r>
              <a:rPr lang="en" sz="1200"/>
              <a:t>Apna College DSA | Placement Course: </a:t>
            </a:r>
            <a:r>
              <a:rPr lang="en" sz="1200" u="sng">
                <a:solidFill>
                  <a:schemeClr val="hlink"/>
                </a:solidFill>
                <a:hlinkClick r:id="rId7"/>
              </a:rPr>
              <a:t>https://www.youtube.com/watch?v=z9bZufPHFLU&amp;list=PLfqMhTWNBTe0b2nM6JHVCnAkhQRGiZMSJ&amp;ab_channel=ApnaCollege</a:t>
            </a:r>
            <a:endParaRPr sz="1200"/>
          </a:p>
          <a:p>
            <a:pPr indent="0" lvl="0" marL="0" rtl="0" algn="l">
              <a:lnSpc>
                <a:spcPct val="100000"/>
              </a:lnSpc>
              <a:spcBef>
                <a:spcPts val="1000"/>
              </a:spcBef>
              <a:spcAft>
                <a:spcPts val="0"/>
              </a:spcAft>
              <a:buSzPts val="1800"/>
              <a:buNone/>
            </a:pPr>
            <a:r>
              <a:rPr lang="en" sz="1200"/>
              <a:t>OOPS:</a:t>
            </a:r>
            <a:endParaRPr sz="1200"/>
          </a:p>
          <a:p>
            <a:pPr indent="-304800" lvl="0" marL="457200" rtl="0" algn="l">
              <a:lnSpc>
                <a:spcPct val="100000"/>
              </a:lnSpc>
              <a:spcBef>
                <a:spcPts val="1000"/>
              </a:spcBef>
              <a:spcAft>
                <a:spcPts val="0"/>
              </a:spcAft>
              <a:buSzPts val="1200"/>
              <a:buFont typeface="Lato"/>
              <a:buChar char="●"/>
            </a:pPr>
            <a:r>
              <a:rPr lang="en" sz="1200">
                <a:latin typeface="Lato"/>
                <a:ea typeface="Lato"/>
                <a:cs typeface="Lato"/>
                <a:sym typeface="Lato"/>
              </a:rPr>
              <a:t>Javatpoint  </a:t>
            </a:r>
            <a:r>
              <a:rPr lang="en" sz="1200" u="sng">
                <a:solidFill>
                  <a:schemeClr val="hlink"/>
                </a:solidFill>
                <a:latin typeface="Lato"/>
                <a:ea typeface="Lato"/>
                <a:cs typeface="Lato"/>
                <a:sym typeface="Lato"/>
                <a:hlinkClick r:id="rId8"/>
              </a:rPr>
              <a:t>https://www.javatpoint.com/java-tutorial</a:t>
            </a:r>
            <a:endParaRPr sz="1200">
              <a:latin typeface="Lato"/>
              <a:ea typeface="Lato"/>
              <a:cs typeface="Lato"/>
              <a:sym typeface="Lato"/>
            </a:endParaRPr>
          </a:p>
          <a:p>
            <a:pPr indent="-304800" lvl="0" marL="457200" rtl="0" algn="l">
              <a:lnSpc>
                <a:spcPct val="100000"/>
              </a:lnSpc>
              <a:spcBef>
                <a:spcPts val="0"/>
              </a:spcBef>
              <a:spcAft>
                <a:spcPts val="0"/>
              </a:spcAft>
              <a:buSzPts val="1200"/>
              <a:buFont typeface="Lato"/>
              <a:buChar char="●"/>
            </a:pPr>
            <a:r>
              <a:rPr lang="en" sz="1200">
                <a:latin typeface="Lato"/>
                <a:ea typeface="Lato"/>
                <a:cs typeface="Lato"/>
                <a:sym typeface="Lato"/>
              </a:rPr>
              <a:t>GeeksForGeeks </a:t>
            </a:r>
            <a:r>
              <a:rPr lang="en" sz="1200" u="sng">
                <a:solidFill>
                  <a:schemeClr val="hlink"/>
                </a:solidFill>
                <a:latin typeface="Lato"/>
                <a:ea typeface="Lato"/>
                <a:cs typeface="Lato"/>
                <a:sym typeface="Lato"/>
                <a:hlinkClick r:id="rId9"/>
              </a:rPr>
              <a:t>https://www.geeksforgeeks.org/introduction-to-java/</a:t>
            </a:r>
            <a:endParaRPr sz="1200">
              <a:latin typeface="Lato"/>
              <a:ea typeface="Lato"/>
              <a:cs typeface="Lato"/>
              <a:sym typeface="Lato"/>
            </a:endParaRPr>
          </a:p>
          <a:p>
            <a:pPr indent="-304800" lvl="0" marL="457200" rtl="0" algn="l">
              <a:lnSpc>
                <a:spcPct val="100000"/>
              </a:lnSpc>
              <a:spcBef>
                <a:spcPts val="0"/>
              </a:spcBef>
              <a:spcAft>
                <a:spcPts val="0"/>
              </a:spcAft>
              <a:buSzPts val="1200"/>
              <a:buFont typeface="Lato"/>
              <a:buChar char="●"/>
            </a:pPr>
            <a:r>
              <a:rPr lang="en" sz="1200" u="sng">
                <a:solidFill>
                  <a:schemeClr val="hlink"/>
                </a:solidFill>
                <a:latin typeface="Lato"/>
                <a:ea typeface="Lato"/>
                <a:cs typeface="Lato"/>
                <a:sym typeface="Lato"/>
                <a:hlinkClick r:id="rId10"/>
              </a:rPr>
              <a:t>https://www.youtube.com/@Telusko</a:t>
            </a:r>
            <a:endParaRPr sz="1200">
              <a:latin typeface="Lato"/>
              <a:ea typeface="Lato"/>
              <a:cs typeface="Lato"/>
              <a:sym typeface="Lato"/>
            </a:endParaRPr>
          </a:p>
          <a:p>
            <a:pPr indent="0" lvl="0" marL="0" rtl="0" algn="l">
              <a:lnSpc>
                <a:spcPct val="100000"/>
              </a:lnSpc>
              <a:spcBef>
                <a:spcPts val="1200"/>
              </a:spcBef>
              <a:spcAft>
                <a:spcPts val="0"/>
              </a:spcAft>
              <a:buSzPts val="1800"/>
              <a:buNone/>
            </a:pPr>
            <a:r>
              <a:t/>
            </a:r>
            <a:endParaRPr sz="1200"/>
          </a:p>
          <a:p>
            <a:pPr indent="0" lvl="0" marL="0" rtl="0" algn="l">
              <a:lnSpc>
                <a:spcPct val="100000"/>
              </a:lnSpc>
              <a:spcBef>
                <a:spcPts val="1000"/>
              </a:spcBef>
              <a:spcAft>
                <a:spcPts val="0"/>
              </a:spcAft>
              <a:buSzPts val="1800"/>
              <a:buNone/>
            </a:pPr>
            <a:r>
              <a:t/>
            </a:r>
            <a:endParaRPr sz="1200"/>
          </a:p>
          <a:p>
            <a:pPr indent="0" lvl="0" marL="0" rtl="0" algn="l">
              <a:lnSpc>
                <a:spcPct val="100000"/>
              </a:lnSpc>
              <a:spcBef>
                <a:spcPts val="1000"/>
              </a:spcBef>
              <a:spcAft>
                <a:spcPts val="0"/>
              </a:spcAft>
              <a:buSzPts val="1800"/>
              <a:buNone/>
            </a:pPr>
            <a:r>
              <a:t/>
            </a:r>
            <a:endParaRPr sz="1200"/>
          </a:p>
          <a:p>
            <a:pPr indent="0" lvl="0" marL="0" rtl="0" algn="l">
              <a:lnSpc>
                <a:spcPct val="100000"/>
              </a:lnSpc>
              <a:spcBef>
                <a:spcPts val="1000"/>
              </a:spcBef>
              <a:spcAft>
                <a:spcPts val="0"/>
              </a:spcAft>
              <a:buSzPts val="1800"/>
              <a:buNone/>
            </a:pPr>
            <a:r>
              <a:t/>
            </a:r>
            <a:endParaRPr sz="1200"/>
          </a:p>
          <a:p>
            <a:pPr indent="0" lvl="0" marL="0" rtl="0" algn="l">
              <a:lnSpc>
                <a:spcPct val="100000"/>
              </a:lnSpc>
              <a:spcBef>
                <a:spcPts val="1000"/>
              </a:spcBef>
              <a:spcAft>
                <a:spcPts val="1000"/>
              </a:spcAft>
              <a:buSzPts val="1800"/>
              <a:buNone/>
            </a:pPr>
            <a:r>
              <a:t/>
            </a:r>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18"/>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Tips</a:t>
            </a:r>
            <a:endParaRPr/>
          </a:p>
        </p:txBody>
      </p:sp>
      <p:sp>
        <p:nvSpPr>
          <p:cNvPr id="566" name="Google Shape;566;p18"/>
          <p:cNvSpPr txBox="1"/>
          <p:nvPr>
            <p:ph idx="1" type="body"/>
          </p:nvPr>
        </p:nvSpPr>
        <p:spPr>
          <a:xfrm>
            <a:off x="387900" y="1292000"/>
            <a:ext cx="8368200" cy="3551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sz="1400"/>
              <a:t>Try to solve atleast 2 or 3 problems on leetcode,GFG daily.</a:t>
            </a:r>
            <a:endParaRPr sz="1400"/>
          </a:p>
          <a:p>
            <a:pPr indent="-317500" lvl="0" marL="457200" rtl="0" algn="l">
              <a:lnSpc>
                <a:spcPct val="115000"/>
              </a:lnSpc>
              <a:spcBef>
                <a:spcPts val="1000"/>
              </a:spcBef>
              <a:spcAft>
                <a:spcPts val="0"/>
              </a:spcAft>
              <a:buSzPts val="1400"/>
              <a:buChar char="●"/>
            </a:pPr>
            <a:r>
              <a:rPr lang="en" sz="1400"/>
              <a:t>Having Knowledge of Java and SQL will help a lot and most of the questions were asked on this.</a:t>
            </a:r>
            <a:endParaRPr sz="1400"/>
          </a:p>
          <a:p>
            <a:pPr indent="-317500" lvl="0" marL="457200" rtl="0" algn="l">
              <a:lnSpc>
                <a:spcPct val="115000"/>
              </a:lnSpc>
              <a:spcBef>
                <a:spcPts val="1000"/>
              </a:spcBef>
              <a:spcAft>
                <a:spcPts val="0"/>
              </a:spcAft>
              <a:buSzPts val="1400"/>
              <a:buChar char="●"/>
            </a:pPr>
            <a:r>
              <a:rPr lang="en" sz="1400"/>
              <a:t>Practice quantitative aptitude questions at least a month before.</a:t>
            </a:r>
            <a:endParaRPr sz="1400"/>
          </a:p>
          <a:p>
            <a:pPr indent="-317500" lvl="0" marL="457200" rtl="0" algn="l">
              <a:lnSpc>
                <a:spcPct val="115000"/>
              </a:lnSpc>
              <a:spcBef>
                <a:spcPts val="1000"/>
              </a:spcBef>
              <a:spcAft>
                <a:spcPts val="0"/>
              </a:spcAft>
              <a:buSzPts val="1400"/>
              <a:buChar char="●"/>
            </a:pPr>
            <a:r>
              <a:rPr lang="en" sz="1400"/>
              <a:t>If you are not able to understand any question then you can ask the interviewer to repeat it again.</a:t>
            </a:r>
            <a:endParaRPr sz="1400"/>
          </a:p>
          <a:p>
            <a:pPr indent="-317500" lvl="0" marL="457200" rtl="0" algn="l">
              <a:lnSpc>
                <a:spcPct val="115000"/>
              </a:lnSpc>
              <a:spcBef>
                <a:spcPts val="1000"/>
              </a:spcBef>
              <a:spcAft>
                <a:spcPts val="0"/>
              </a:spcAft>
              <a:buSzPts val="1400"/>
              <a:buChar char="●"/>
            </a:pPr>
            <a:r>
              <a:rPr lang="en" sz="1400"/>
              <a:t>Don’t worry if you are not able to solve any question, interviewer will always give you some to think and will also give you some hints.</a:t>
            </a:r>
            <a:endParaRPr sz="1400"/>
          </a:p>
          <a:p>
            <a:pPr indent="-317500" lvl="0" marL="457200" rtl="0" algn="l">
              <a:lnSpc>
                <a:spcPct val="115000"/>
              </a:lnSpc>
              <a:spcBef>
                <a:spcPts val="1000"/>
              </a:spcBef>
              <a:spcAft>
                <a:spcPts val="0"/>
              </a:spcAft>
              <a:buSzPts val="1400"/>
              <a:buChar char="●"/>
            </a:pPr>
            <a:r>
              <a:rPr lang="en" sz="1400"/>
              <a:t>While solving a question, try to speak out loud whatever approach you are thinking about so that the interviewer will understand it and will tell you whether you are going in the right direction or not.</a:t>
            </a:r>
            <a:endParaRPr sz="1400"/>
          </a:p>
          <a:p>
            <a:pPr indent="0" lvl="0" marL="0" rtl="0" algn="l">
              <a:lnSpc>
                <a:spcPct val="115000"/>
              </a:lnSpc>
              <a:spcBef>
                <a:spcPts val="1000"/>
              </a:spcBef>
              <a:spcAft>
                <a:spcPts val="0"/>
              </a:spcAft>
              <a:buSzPts val="1800"/>
              <a:buNone/>
            </a:pPr>
            <a:r>
              <a:t/>
            </a:r>
            <a:endParaRPr sz="1400"/>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0"/>
              </a:spcAft>
              <a:buSzPts val="1800"/>
              <a:buNone/>
            </a:pPr>
            <a:r>
              <a:t/>
            </a:r>
            <a:endParaRPr/>
          </a:p>
          <a:p>
            <a:pPr indent="0" lvl="0" marL="0" rtl="0" algn="l">
              <a:lnSpc>
                <a:spcPct val="115000"/>
              </a:lnSpc>
              <a:spcBef>
                <a:spcPts val="1600"/>
              </a:spcBef>
              <a:spcAft>
                <a:spcPts val="1600"/>
              </a:spcAft>
              <a:buSzPts val="1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19"/>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t>Ashwin Pansare</a:t>
            </a:r>
            <a:endParaRPr/>
          </a:p>
        </p:txBody>
      </p:sp>
      <p:sp>
        <p:nvSpPr>
          <p:cNvPr id="572" name="Google Shape;572;p19"/>
          <p:cNvSpPr txBox="1"/>
          <p:nvPr>
            <p:ph idx="1" type="subTitle"/>
          </p:nvPr>
        </p:nvSpPr>
        <p:spPr>
          <a:xfrm>
            <a:off x="2924250" y="2804488"/>
            <a:ext cx="32955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Interactive Brokers Experience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20"/>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Technical Interview - 1 (12th August)</a:t>
            </a:r>
            <a:endParaRPr/>
          </a:p>
        </p:txBody>
      </p:sp>
      <p:sp>
        <p:nvSpPr>
          <p:cNvPr id="578" name="Google Shape;578;p20"/>
          <p:cNvSpPr txBox="1"/>
          <p:nvPr/>
        </p:nvSpPr>
        <p:spPr>
          <a:xfrm>
            <a:off x="255150" y="1329525"/>
            <a:ext cx="8648700" cy="3632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interviews were conducted on Codility platform</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interview started with an introduction about myself</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interviewer then asked which language I prefer for coding (I answered Java). Then he asked a follow up question Why is Java popular and what is the difference between Java and C++</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Then the interviewer asked to explain all the OOPs concepts one by one (Inheritance, Abstraction, Polymorphism, Encapsulation) and asked why do we use it</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next question was based on Data Structures. He asked about ArrayLists and LinkedLists. What is the difference between the two of them? Time complexities of their operations (Inserting, Deleting, Accessing)</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Then he asked about HashMaps in Java and how they are internally implemented (I wasn’t able to explain the internal working of it)</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I was then asked to write the code for a problem. It was an array-based problem was to find the best time to buy and sell stock so as to maximize profit (</a:t>
            </a:r>
            <a:r>
              <a:rPr b="0" i="0" lang="en" sz="1400" u="sng" cap="none" strike="noStrike">
                <a:solidFill>
                  <a:schemeClr val="hlink"/>
                </a:solidFill>
                <a:latin typeface="Maven Pro"/>
                <a:ea typeface="Maven Pro"/>
                <a:cs typeface="Maven Pro"/>
                <a:sym typeface="Maven Pro"/>
                <a:hlinkClick r:id="rId3"/>
              </a:rPr>
              <a:t>Leetcode question</a:t>
            </a:r>
            <a:r>
              <a:rPr b="0" i="0" lang="en" sz="1400" u="none" cap="none" strike="noStrike">
                <a:solidFill>
                  <a:schemeClr val="lt1"/>
                </a:solidFill>
                <a:latin typeface="Maven Pro"/>
                <a:ea typeface="Maven Pro"/>
                <a:cs typeface="Maven Pro"/>
                <a:sym typeface="Maven Pro"/>
              </a:rPr>
              <a:t>) </a:t>
            </a:r>
            <a:endParaRPr b="0" i="0" sz="1400" u="none" cap="none" strike="noStrike">
              <a:solidFill>
                <a:schemeClr val="lt1"/>
              </a:solidFill>
              <a:latin typeface="Maven Pro"/>
              <a:ea typeface="Maven Pro"/>
              <a:cs typeface="Maven Pro"/>
              <a:sym typeface="Maven Pro"/>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Maven Pro"/>
                <a:ea typeface="Maven Pro"/>
                <a:cs typeface="Maven Pro"/>
                <a:sym typeface="Maven Pro"/>
              </a:rPr>
              <a:t>(I was able to give one solution but wasn’t able to give a more optimal solution)</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Then he asked me two puzzles (</a:t>
            </a:r>
            <a:r>
              <a:rPr b="0" i="0" lang="en" sz="1400" u="sng" cap="none" strike="noStrike">
                <a:solidFill>
                  <a:schemeClr val="hlink"/>
                </a:solidFill>
                <a:latin typeface="Maven Pro"/>
                <a:ea typeface="Maven Pro"/>
                <a:cs typeface="Maven Pro"/>
                <a:sym typeface="Maven Pro"/>
                <a:hlinkClick r:id="rId4"/>
              </a:rPr>
              <a:t>Hourglass puzzle</a:t>
            </a:r>
            <a:r>
              <a:rPr b="0" i="0" lang="en" sz="1400" u="none" cap="none" strike="noStrike">
                <a:solidFill>
                  <a:schemeClr val="lt1"/>
                </a:solidFill>
                <a:latin typeface="Maven Pro"/>
                <a:ea typeface="Maven Pro"/>
                <a:cs typeface="Maven Pro"/>
                <a:sym typeface="Maven Pro"/>
              </a:rPr>
              <a:t>, </a:t>
            </a:r>
            <a:r>
              <a:rPr b="0" i="0" lang="en" sz="1400" u="sng" cap="none" strike="noStrike">
                <a:solidFill>
                  <a:schemeClr val="hlink"/>
                </a:solidFill>
                <a:latin typeface="Maven Pro"/>
                <a:ea typeface="Maven Pro"/>
                <a:cs typeface="Maven Pro"/>
                <a:sym typeface="Maven Pro"/>
                <a:hlinkClick r:id="rId5"/>
              </a:rPr>
              <a:t>Secure gift exchange</a:t>
            </a:r>
            <a:r>
              <a:rPr b="0" i="0" lang="en" sz="1400" u="none" cap="none" strike="noStrike">
                <a:solidFill>
                  <a:schemeClr val="lt1"/>
                </a:solidFill>
                <a:latin typeface="Maven Pro"/>
                <a:ea typeface="Maven Pro"/>
                <a:cs typeface="Maven Pro"/>
                <a:sym typeface="Maven Pro"/>
              </a:rPr>
              <a:t>)</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Lastly, he asked if I had any questions.</a:t>
            </a:r>
            <a:endParaRPr b="0" i="0" sz="1400" u="none" cap="none" strike="noStrike">
              <a:solidFill>
                <a:schemeClr val="lt1"/>
              </a:solidFill>
              <a:latin typeface="Maven Pro"/>
              <a:ea typeface="Maven Pro"/>
              <a:cs typeface="Maven Pro"/>
              <a:sym typeface="Maven Pr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21"/>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Technical Interview -2 (18th August)</a:t>
            </a:r>
            <a:endParaRPr/>
          </a:p>
        </p:txBody>
      </p:sp>
      <p:sp>
        <p:nvSpPr>
          <p:cNvPr id="584" name="Google Shape;584;p21"/>
          <p:cNvSpPr txBox="1"/>
          <p:nvPr/>
        </p:nvSpPr>
        <p:spPr>
          <a:xfrm>
            <a:off x="255150" y="1329525"/>
            <a:ext cx="8648700" cy="3632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interview started with an introduction about myself</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 interviewer then asked about ArrayLists and LinkedLists. The difference between the two of them and when should each of the Data structure be used</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Then he asked to write the code for a problem. Given an array of 3 digit numbers, sort the numbers according to the reversed elements</a:t>
            </a:r>
            <a:endParaRPr b="0" i="0" sz="1400" u="none" cap="none" strike="noStrike">
              <a:solidFill>
                <a:schemeClr val="lt1"/>
              </a:solidFill>
              <a:latin typeface="Maven Pro"/>
              <a:ea typeface="Maven Pro"/>
              <a:cs typeface="Maven Pro"/>
              <a:sym typeface="Maven Pro"/>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Maven Pro"/>
                <a:ea typeface="Maven Pro"/>
                <a:cs typeface="Maven Pro"/>
                <a:sym typeface="Maven Pro"/>
              </a:rPr>
              <a:t>Eg. If the array is 123,231,452</a:t>
            </a:r>
            <a:endParaRPr b="0" i="0" sz="1400" u="none" cap="none" strike="noStrike">
              <a:solidFill>
                <a:schemeClr val="lt1"/>
              </a:solidFill>
              <a:latin typeface="Maven Pro"/>
              <a:ea typeface="Maven Pro"/>
              <a:cs typeface="Maven Pro"/>
              <a:sym typeface="Maven Pro"/>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Maven Pro"/>
                <a:ea typeface="Maven Pro"/>
                <a:cs typeface="Maven Pro"/>
                <a:sym typeface="Maven Pro"/>
              </a:rPr>
              <a:t>The reversed numbers are 321, 132, 254 so the sorted order is 132, 254, 321</a:t>
            </a:r>
            <a:endParaRPr b="0" i="0" sz="1400" u="none" cap="none" strike="noStrike">
              <a:solidFill>
                <a:schemeClr val="lt1"/>
              </a:solidFill>
              <a:latin typeface="Maven Pro"/>
              <a:ea typeface="Maven Pro"/>
              <a:cs typeface="Maven Pro"/>
              <a:sym typeface="Maven Pro"/>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Maven Pro"/>
                <a:ea typeface="Maven Pro"/>
                <a:cs typeface="Maven Pro"/>
                <a:sym typeface="Maven Pro"/>
              </a:rPr>
              <a:t>The result to return would be 231, 452, 123 </a:t>
            </a:r>
            <a:endParaRPr b="0" i="0" sz="1400" u="none" cap="none" strike="noStrike">
              <a:solidFill>
                <a:schemeClr val="lt1"/>
              </a:solidFill>
              <a:latin typeface="Maven Pro"/>
              <a:ea typeface="Maven Pro"/>
              <a:cs typeface="Maven Pro"/>
              <a:sym typeface="Maven Pro"/>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Maven Pro"/>
                <a:ea typeface="Maven Pro"/>
                <a:cs typeface="Maven Pro"/>
                <a:sym typeface="Maven Pro"/>
              </a:rPr>
              <a:t>So first I told the approach I will be using and then wrote the code for it</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Then he asked me two logical puzzles.  (</a:t>
            </a:r>
            <a:r>
              <a:rPr b="0" i="0" lang="en" sz="1400" u="sng" cap="none" strike="noStrike">
                <a:solidFill>
                  <a:schemeClr val="hlink"/>
                </a:solidFill>
                <a:latin typeface="Maven Pro"/>
                <a:ea typeface="Maven Pro"/>
                <a:cs typeface="Maven Pro"/>
                <a:sym typeface="Maven Pro"/>
                <a:hlinkClick r:id="rId3"/>
              </a:rPr>
              <a:t>1-8 number grid puzzle</a:t>
            </a:r>
            <a:r>
              <a:rPr b="0" i="0" lang="en" sz="1400" u="none" cap="none" strike="noStrike">
                <a:solidFill>
                  <a:schemeClr val="lt1"/>
                </a:solidFill>
                <a:latin typeface="Maven Pro"/>
                <a:ea typeface="Maven Pro"/>
                <a:cs typeface="Maven Pro"/>
                <a:sym typeface="Maven Pro"/>
              </a:rPr>
              <a:t>, </a:t>
            </a:r>
            <a:r>
              <a:rPr b="0" i="0" lang="en" sz="1400" u="sng" cap="none" strike="noStrike">
                <a:solidFill>
                  <a:schemeClr val="hlink"/>
                </a:solidFill>
                <a:latin typeface="Maven Pro"/>
                <a:ea typeface="Maven Pro"/>
                <a:cs typeface="Maven Pro"/>
                <a:sym typeface="Maven Pro"/>
                <a:hlinkClick r:id="rId4"/>
              </a:rPr>
              <a:t>Robot maze</a:t>
            </a:r>
            <a:r>
              <a:rPr b="0" i="0" lang="en" sz="1400" u="none" cap="none" strike="noStrike">
                <a:solidFill>
                  <a:schemeClr val="lt1"/>
                </a:solidFill>
                <a:latin typeface="Maven Pro"/>
                <a:ea typeface="Maven Pro"/>
                <a:cs typeface="Maven Pro"/>
                <a:sym typeface="Maven Pro"/>
              </a:rPr>
              <a:t>)</a:t>
            </a:r>
            <a:endParaRPr b="0" i="0" sz="1400" u="none" cap="none" strike="noStrike">
              <a:solidFill>
                <a:schemeClr val="lt1"/>
              </a:solidFill>
              <a:latin typeface="Maven Pro"/>
              <a:ea typeface="Maven Pro"/>
              <a:cs typeface="Maven Pro"/>
              <a:sym typeface="Maven Pro"/>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Maven Pro"/>
                <a:ea typeface="Maven Pro"/>
                <a:cs typeface="Maven Pro"/>
                <a:sym typeface="Maven Pro"/>
              </a:rPr>
              <a:t>In the second one the interviewer asked to write an algorithm of the basic steps that will be performed. I kept communicating whatever I was thinking and whenever I was stuck, the interviewer helped with some hints.</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He then asked about the basic SQL commands truncate, drop and delete and their differences based on usage.</a:t>
            </a:r>
            <a:endParaRPr b="0" i="0" sz="1400" u="none" cap="none" strike="noStrike">
              <a:solidFill>
                <a:schemeClr val="lt1"/>
              </a:solidFill>
              <a:latin typeface="Maven Pro"/>
              <a:ea typeface="Maven Pro"/>
              <a:cs typeface="Maven Pro"/>
              <a:sym typeface="Maven Pro"/>
            </a:endParaRPr>
          </a:p>
          <a:p>
            <a:pPr indent="-317500" lvl="0" marL="457200" marR="0" rtl="0" algn="l">
              <a:lnSpc>
                <a:spcPct val="100000"/>
              </a:lnSpc>
              <a:spcBef>
                <a:spcPts val="0"/>
              </a:spcBef>
              <a:spcAft>
                <a:spcPts val="0"/>
              </a:spcAft>
              <a:buClr>
                <a:schemeClr val="lt1"/>
              </a:buClr>
              <a:buSzPts val="1400"/>
              <a:buFont typeface="Maven Pro"/>
              <a:buChar char="●"/>
            </a:pPr>
            <a:r>
              <a:rPr b="0" i="0" lang="en" sz="1400" u="none" cap="none" strike="noStrike">
                <a:solidFill>
                  <a:schemeClr val="lt1"/>
                </a:solidFill>
                <a:latin typeface="Maven Pro"/>
                <a:ea typeface="Maven Pro"/>
                <a:cs typeface="Maven Pro"/>
                <a:sym typeface="Maven Pro"/>
              </a:rPr>
              <a:t>Finally he asked if I had any questions.</a:t>
            </a:r>
            <a:endParaRPr b="0" i="0" sz="1400" u="none" cap="none" strike="noStrike">
              <a:solidFill>
                <a:schemeClr val="lt1"/>
              </a:solidFill>
              <a:latin typeface="Maven Pro"/>
              <a:ea typeface="Maven Pro"/>
              <a:cs typeface="Maven Pro"/>
              <a:sym typeface="Maven Pr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22"/>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Study Material</a:t>
            </a:r>
            <a:endParaRPr/>
          </a:p>
        </p:txBody>
      </p:sp>
      <p:sp>
        <p:nvSpPr>
          <p:cNvPr id="590" name="Google Shape;590;p22"/>
          <p:cNvSpPr txBox="1"/>
          <p:nvPr>
            <p:ph idx="1" type="body"/>
          </p:nvPr>
        </p:nvSpPr>
        <p:spPr>
          <a:xfrm>
            <a:off x="387900" y="1356375"/>
            <a:ext cx="8368200" cy="321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200"/>
              <a:t>Quants </a:t>
            </a:r>
            <a:endParaRPr sz="1200"/>
          </a:p>
          <a:p>
            <a:pPr indent="-304800" lvl="0" marL="457200" rtl="0" algn="l">
              <a:lnSpc>
                <a:spcPct val="100000"/>
              </a:lnSpc>
              <a:spcBef>
                <a:spcPts val="0"/>
              </a:spcBef>
              <a:spcAft>
                <a:spcPts val="0"/>
              </a:spcAft>
              <a:buSzPts val="1200"/>
              <a:buChar char="●"/>
            </a:pPr>
            <a:r>
              <a:rPr lang="en" sz="1200"/>
              <a:t>IndiaBix </a:t>
            </a:r>
            <a:r>
              <a:rPr lang="en" sz="1200" u="sng">
                <a:solidFill>
                  <a:schemeClr val="hlink"/>
                </a:solidFill>
                <a:hlinkClick r:id="rId3"/>
              </a:rPr>
              <a:t>https://www.indiabix.com/</a:t>
            </a:r>
            <a:endParaRPr sz="1200"/>
          </a:p>
          <a:p>
            <a:pPr indent="0" lvl="0" marL="0" rtl="0" algn="l">
              <a:lnSpc>
                <a:spcPct val="100000"/>
              </a:lnSpc>
              <a:spcBef>
                <a:spcPts val="0"/>
              </a:spcBef>
              <a:spcAft>
                <a:spcPts val="0"/>
              </a:spcAft>
              <a:buSzPts val="1800"/>
              <a:buNone/>
            </a:pPr>
            <a:r>
              <a:rPr lang="en" sz="1200"/>
              <a:t>Puzzles</a:t>
            </a:r>
            <a:endParaRPr sz="1200"/>
          </a:p>
          <a:p>
            <a:pPr indent="-304800" lvl="0" marL="457200" rtl="0" algn="l">
              <a:lnSpc>
                <a:spcPct val="100000"/>
              </a:lnSpc>
              <a:spcBef>
                <a:spcPts val="0"/>
              </a:spcBef>
              <a:spcAft>
                <a:spcPts val="0"/>
              </a:spcAft>
              <a:buSzPts val="1200"/>
              <a:buChar char="●"/>
            </a:pPr>
            <a:r>
              <a:rPr lang="en" sz="1200"/>
              <a:t>GeeksforGeeks </a:t>
            </a:r>
            <a:r>
              <a:rPr lang="en" sz="1200" u="sng">
                <a:solidFill>
                  <a:schemeClr val="hlink"/>
                </a:solidFill>
                <a:hlinkClick r:id="rId4"/>
              </a:rPr>
              <a:t>https://www.geeksforgeeks.org/puzzles/</a:t>
            </a:r>
            <a:endParaRPr sz="1200"/>
          </a:p>
          <a:p>
            <a:pPr indent="0" lvl="0" marL="0" rtl="0" algn="l">
              <a:lnSpc>
                <a:spcPct val="100000"/>
              </a:lnSpc>
              <a:spcBef>
                <a:spcPts val="1000"/>
              </a:spcBef>
              <a:spcAft>
                <a:spcPts val="0"/>
              </a:spcAft>
              <a:buSzPts val="1800"/>
              <a:buNone/>
            </a:pPr>
            <a:r>
              <a:rPr lang="en" sz="1200"/>
              <a:t>DSA</a:t>
            </a:r>
            <a:endParaRPr sz="1200"/>
          </a:p>
          <a:p>
            <a:pPr indent="-304800" lvl="0" marL="457200" rtl="0" algn="l">
              <a:lnSpc>
                <a:spcPct val="100000"/>
              </a:lnSpc>
              <a:spcBef>
                <a:spcPts val="0"/>
              </a:spcBef>
              <a:spcAft>
                <a:spcPts val="0"/>
              </a:spcAft>
              <a:buSzPts val="1200"/>
              <a:buChar char="●"/>
            </a:pPr>
            <a:r>
              <a:rPr lang="en" sz="1200"/>
              <a:t>Coding questions on platforms like GFG, Leetcode</a:t>
            </a:r>
            <a:endParaRPr sz="1200"/>
          </a:p>
          <a:p>
            <a:pPr indent="-304800" lvl="0" marL="457200" rtl="0" algn="l">
              <a:lnSpc>
                <a:spcPct val="100000"/>
              </a:lnSpc>
              <a:spcBef>
                <a:spcPts val="0"/>
              </a:spcBef>
              <a:spcAft>
                <a:spcPts val="0"/>
              </a:spcAft>
              <a:buSzPts val="1200"/>
              <a:buChar char="●"/>
            </a:pPr>
            <a:r>
              <a:rPr lang="en" sz="1200" u="sng">
                <a:solidFill>
                  <a:schemeClr val="hlink"/>
                </a:solidFill>
                <a:hlinkClick r:id="rId5"/>
              </a:rPr>
              <a:t>https://www.youtube.com/@takeUforward</a:t>
            </a:r>
            <a:endParaRPr sz="1200"/>
          </a:p>
          <a:p>
            <a:pPr indent="-304800" lvl="0" marL="457200" rtl="0" algn="l">
              <a:lnSpc>
                <a:spcPct val="100000"/>
              </a:lnSpc>
              <a:spcBef>
                <a:spcPts val="0"/>
              </a:spcBef>
              <a:spcAft>
                <a:spcPts val="0"/>
              </a:spcAft>
              <a:buSzPts val="1200"/>
              <a:buChar char="●"/>
            </a:pPr>
            <a:r>
              <a:rPr lang="en" sz="1200" u="sng">
                <a:solidFill>
                  <a:schemeClr val="hlink"/>
                </a:solidFill>
                <a:hlinkClick r:id="rId6"/>
              </a:rPr>
              <a:t>https://www.youtube.com/@programmingwithmosh</a:t>
            </a:r>
            <a:endParaRPr sz="1200"/>
          </a:p>
          <a:p>
            <a:pPr indent="-304800" lvl="0" marL="457200" rtl="0" algn="l">
              <a:lnSpc>
                <a:spcPct val="100000"/>
              </a:lnSpc>
              <a:spcBef>
                <a:spcPts val="0"/>
              </a:spcBef>
              <a:spcAft>
                <a:spcPts val="0"/>
              </a:spcAft>
              <a:buSzPts val="1200"/>
              <a:buChar char="●"/>
            </a:pPr>
            <a:r>
              <a:rPr lang="en" sz="1200" u="sng">
                <a:solidFill>
                  <a:schemeClr val="hlink"/>
                </a:solidFill>
                <a:hlinkClick r:id="rId7"/>
              </a:rPr>
              <a:t>https://www.youtube.com/@AnujBhaiya</a:t>
            </a:r>
            <a:endParaRPr sz="1200"/>
          </a:p>
          <a:p>
            <a:pPr indent="0" lvl="0" marL="0" rtl="0" algn="l">
              <a:lnSpc>
                <a:spcPct val="100000"/>
              </a:lnSpc>
              <a:spcBef>
                <a:spcPts val="1000"/>
              </a:spcBef>
              <a:spcAft>
                <a:spcPts val="0"/>
              </a:spcAft>
              <a:buSzPts val="1800"/>
              <a:buNone/>
            </a:pPr>
            <a:r>
              <a:rPr lang="en" sz="1200"/>
              <a:t>OOPs concepts</a:t>
            </a:r>
            <a:endParaRPr sz="1200"/>
          </a:p>
          <a:p>
            <a:pPr indent="-304800" lvl="0" marL="457200" rtl="0" algn="l">
              <a:lnSpc>
                <a:spcPct val="100000"/>
              </a:lnSpc>
              <a:spcBef>
                <a:spcPts val="0"/>
              </a:spcBef>
              <a:spcAft>
                <a:spcPts val="0"/>
              </a:spcAft>
              <a:buSzPts val="1200"/>
              <a:buFont typeface="Lato"/>
              <a:buChar char="●"/>
            </a:pPr>
            <a:r>
              <a:rPr lang="en" sz="1200">
                <a:latin typeface="Lato"/>
                <a:ea typeface="Lato"/>
                <a:cs typeface="Lato"/>
                <a:sym typeface="Lato"/>
              </a:rPr>
              <a:t>Javatpoint  </a:t>
            </a:r>
            <a:r>
              <a:rPr lang="en" sz="1200" u="sng">
                <a:solidFill>
                  <a:schemeClr val="hlink"/>
                </a:solidFill>
                <a:latin typeface="Lato"/>
                <a:ea typeface="Lato"/>
                <a:cs typeface="Lato"/>
                <a:sym typeface="Lato"/>
                <a:hlinkClick r:id="rId8"/>
              </a:rPr>
              <a:t>https://www.javatpoint.com/java-tutorial</a:t>
            </a:r>
            <a:endParaRPr sz="1200">
              <a:latin typeface="Lato"/>
              <a:ea typeface="Lato"/>
              <a:cs typeface="Lato"/>
              <a:sym typeface="Lato"/>
            </a:endParaRPr>
          </a:p>
          <a:p>
            <a:pPr indent="-304800" lvl="0" marL="457200" rtl="0" algn="l">
              <a:lnSpc>
                <a:spcPct val="100000"/>
              </a:lnSpc>
              <a:spcBef>
                <a:spcPts val="0"/>
              </a:spcBef>
              <a:spcAft>
                <a:spcPts val="0"/>
              </a:spcAft>
              <a:buSzPts val="1200"/>
              <a:buFont typeface="Lato"/>
              <a:buChar char="●"/>
            </a:pPr>
            <a:r>
              <a:rPr lang="en" sz="1200">
                <a:latin typeface="Lato"/>
                <a:ea typeface="Lato"/>
                <a:cs typeface="Lato"/>
                <a:sym typeface="Lato"/>
              </a:rPr>
              <a:t>GeeksForGeeks </a:t>
            </a:r>
            <a:r>
              <a:rPr lang="en" sz="1200" u="sng">
                <a:solidFill>
                  <a:schemeClr val="hlink"/>
                </a:solidFill>
                <a:latin typeface="Lato"/>
                <a:ea typeface="Lato"/>
                <a:cs typeface="Lato"/>
                <a:sym typeface="Lato"/>
                <a:hlinkClick r:id="rId9"/>
              </a:rPr>
              <a:t>https://www.geeksforgeeks.org/introduction-to-java/</a:t>
            </a:r>
            <a:endParaRPr sz="1200">
              <a:latin typeface="Lato"/>
              <a:ea typeface="Lato"/>
              <a:cs typeface="Lato"/>
              <a:sym typeface="Lato"/>
            </a:endParaRPr>
          </a:p>
          <a:p>
            <a:pPr indent="-304800" lvl="0" marL="457200" rtl="0" algn="l">
              <a:lnSpc>
                <a:spcPct val="100000"/>
              </a:lnSpc>
              <a:spcBef>
                <a:spcPts val="0"/>
              </a:spcBef>
              <a:spcAft>
                <a:spcPts val="0"/>
              </a:spcAft>
              <a:buSzPts val="1200"/>
              <a:buFont typeface="Lato"/>
              <a:buChar char="●"/>
            </a:pPr>
            <a:r>
              <a:rPr lang="en" sz="1200" u="sng">
                <a:solidFill>
                  <a:schemeClr val="hlink"/>
                </a:solidFill>
                <a:latin typeface="Lato"/>
                <a:ea typeface="Lato"/>
                <a:cs typeface="Lato"/>
                <a:sym typeface="Lato"/>
                <a:hlinkClick r:id="rId10"/>
              </a:rPr>
              <a:t>https://www.youtube.com/@KeepOnCoding</a:t>
            </a:r>
            <a:endParaRPr sz="1200">
              <a:latin typeface="Lato"/>
              <a:ea typeface="Lato"/>
              <a:cs typeface="Lato"/>
              <a:sym typeface="Lato"/>
            </a:endParaRPr>
          </a:p>
          <a:p>
            <a:pPr indent="-304800" lvl="0" marL="457200" rtl="0" algn="l">
              <a:lnSpc>
                <a:spcPct val="100000"/>
              </a:lnSpc>
              <a:spcBef>
                <a:spcPts val="0"/>
              </a:spcBef>
              <a:spcAft>
                <a:spcPts val="0"/>
              </a:spcAft>
              <a:buSzPts val="1200"/>
              <a:buFont typeface="Lato"/>
              <a:buChar char="●"/>
            </a:pPr>
            <a:r>
              <a:rPr lang="en" sz="1200" u="sng">
                <a:solidFill>
                  <a:schemeClr val="hlink"/>
                </a:solidFill>
                <a:latin typeface="Lato"/>
                <a:ea typeface="Lato"/>
                <a:cs typeface="Lato"/>
                <a:sym typeface="Lato"/>
                <a:hlinkClick r:id="rId11"/>
              </a:rPr>
              <a:t>https://www.youtube.com/@Telusko</a:t>
            </a:r>
            <a:endParaRPr sz="1200">
              <a:latin typeface="Lato"/>
              <a:ea typeface="Lato"/>
              <a:cs typeface="Lato"/>
              <a:sym typeface="Lato"/>
            </a:endParaRPr>
          </a:p>
          <a:p>
            <a:pPr indent="0" lvl="0" marL="0" rtl="0" algn="l">
              <a:lnSpc>
                <a:spcPct val="100000"/>
              </a:lnSpc>
              <a:spcBef>
                <a:spcPts val="1200"/>
              </a:spcBef>
              <a:spcAft>
                <a:spcPts val="0"/>
              </a:spcAft>
              <a:buSzPts val="1800"/>
              <a:buNone/>
            </a:pPr>
            <a:r>
              <a:rPr lang="en" sz="1200">
                <a:latin typeface="Lato"/>
                <a:ea typeface="Lato"/>
                <a:cs typeface="Lato"/>
                <a:sym typeface="Lato"/>
              </a:rPr>
              <a:t>DBMS</a:t>
            </a:r>
            <a:endParaRPr sz="1200">
              <a:latin typeface="Lato"/>
              <a:ea typeface="Lato"/>
              <a:cs typeface="Lato"/>
              <a:sym typeface="Lato"/>
            </a:endParaRPr>
          </a:p>
          <a:p>
            <a:pPr indent="-304800" lvl="0" marL="457200" rtl="0" algn="l">
              <a:lnSpc>
                <a:spcPct val="100000"/>
              </a:lnSpc>
              <a:spcBef>
                <a:spcPts val="0"/>
              </a:spcBef>
              <a:spcAft>
                <a:spcPts val="0"/>
              </a:spcAft>
              <a:buSzPts val="1200"/>
              <a:buFont typeface="Lato"/>
              <a:buChar char="●"/>
            </a:pPr>
            <a:r>
              <a:rPr lang="en" sz="1200" u="sng">
                <a:solidFill>
                  <a:schemeClr val="hlink"/>
                </a:solidFill>
                <a:latin typeface="Lato"/>
                <a:ea typeface="Lato"/>
                <a:cs typeface="Lato"/>
                <a:sym typeface="Lato"/>
                <a:hlinkClick r:id="rId12"/>
              </a:rPr>
              <a:t>https://www.sql-practice.com/</a:t>
            </a:r>
            <a:endParaRPr sz="1200">
              <a:latin typeface="Lato"/>
              <a:ea typeface="Lato"/>
              <a:cs typeface="Lato"/>
              <a:sym typeface="Lato"/>
            </a:endParaRPr>
          </a:p>
          <a:p>
            <a:pPr indent="-304800" lvl="0" marL="457200" rtl="0" algn="l">
              <a:lnSpc>
                <a:spcPct val="100000"/>
              </a:lnSpc>
              <a:spcBef>
                <a:spcPts val="0"/>
              </a:spcBef>
              <a:spcAft>
                <a:spcPts val="0"/>
              </a:spcAft>
              <a:buSzPts val="1200"/>
              <a:buFont typeface="Lato"/>
              <a:buChar char="●"/>
            </a:pPr>
            <a:r>
              <a:rPr lang="en" sz="1200" u="sng">
                <a:solidFill>
                  <a:schemeClr val="hlink"/>
                </a:solidFill>
                <a:latin typeface="Lato"/>
                <a:ea typeface="Lato"/>
                <a:cs typeface="Lato"/>
                <a:sym typeface="Lato"/>
                <a:hlinkClick r:id="rId13"/>
              </a:rPr>
              <a:t>https://www.w3schools.com/sql/default.asp</a:t>
            </a:r>
            <a:endParaRPr sz="1200">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23"/>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Tips</a:t>
            </a:r>
            <a:endParaRPr/>
          </a:p>
        </p:txBody>
      </p:sp>
      <p:sp>
        <p:nvSpPr>
          <p:cNvPr id="596" name="Google Shape;596;p23"/>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600"/>
              <a:t>Solve easy and medium level problems from leetcode related to Arrays, Sorting, Strings, ArrayLists, Linkedlists, Hashmaps</a:t>
            </a:r>
            <a:endParaRPr sz="1600"/>
          </a:p>
          <a:p>
            <a:pPr indent="-330200" lvl="0" marL="457200" rtl="0" algn="l">
              <a:lnSpc>
                <a:spcPct val="115000"/>
              </a:lnSpc>
              <a:spcBef>
                <a:spcPts val="0"/>
              </a:spcBef>
              <a:spcAft>
                <a:spcPts val="0"/>
              </a:spcAft>
              <a:buSzPts val="1600"/>
              <a:buChar char="●"/>
            </a:pPr>
            <a:r>
              <a:rPr lang="en" sz="1600"/>
              <a:t>Study about different data structures, time complexities of their operations and know which data structure should be used in a certain problem</a:t>
            </a:r>
            <a:endParaRPr sz="1600"/>
          </a:p>
          <a:p>
            <a:pPr indent="-330200" lvl="0" marL="457200" rtl="0" algn="l">
              <a:lnSpc>
                <a:spcPct val="115000"/>
              </a:lnSpc>
              <a:spcBef>
                <a:spcPts val="0"/>
              </a:spcBef>
              <a:spcAft>
                <a:spcPts val="0"/>
              </a:spcAft>
              <a:buSzPts val="1600"/>
              <a:buChar char="●"/>
            </a:pPr>
            <a:r>
              <a:rPr lang="en" sz="1600"/>
              <a:t>When you are given any coding question or puzzle, keep communicating your thoughts with the interviewer. Even though you may not be correct but the interviewer gets to know about your approach to the problem and they may help you in solving the problem.</a:t>
            </a:r>
            <a:endParaRPr sz="1600"/>
          </a:p>
          <a:p>
            <a:pPr indent="-330200" lvl="0" marL="457200" rtl="0" algn="l">
              <a:lnSpc>
                <a:spcPct val="115000"/>
              </a:lnSpc>
              <a:spcBef>
                <a:spcPts val="0"/>
              </a:spcBef>
              <a:spcAft>
                <a:spcPts val="0"/>
              </a:spcAft>
              <a:buSzPts val="1600"/>
              <a:buChar char="●"/>
            </a:pPr>
            <a:r>
              <a:rPr lang="en" sz="1600"/>
              <a:t>Prepare your resume and introduction carefully as the interviewer will ask questions based on it</a:t>
            </a:r>
            <a:endParaRPr sz="1600"/>
          </a:p>
          <a:p>
            <a:pPr indent="-330200" lvl="0" marL="457200" rtl="0" algn="l">
              <a:lnSpc>
                <a:spcPct val="115000"/>
              </a:lnSpc>
              <a:spcBef>
                <a:spcPts val="0"/>
              </a:spcBef>
              <a:spcAft>
                <a:spcPts val="0"/>
              </a:spcAft>
              <a:buSzPts val="1600"/>
              <a:buChar char="●"/>
            </a:pPr>
            <a:r>
              <a:rPr lang="en" sz="1600"/>
              <a:t>Do some research about the company before the interviews</a:t>
            </a:r>
            <a:endParaRPr sz="1600"/>
          </a:p>
          <a:p>
            <a:pPr indent="0" lvl="0" marL="457200" rtl="0" algn="l">
              <a:lnSpc>
                <a:spcPct val="115000"/>
              </a:lnSpc>
              <a:spcBef>
                <a:spcPts val="1600"/>
              </a:spcBef>
              <a:spcAft>
                <a:spcPts val="1600"/>
              </a:spcAft>
              <a:buSzPts val="1800"/>
              <a:buNone/>
            </a:pPr>
            <a:r>
              <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24"/>
          <p:cNvSpPr txBox="1"/>
          <p:nvPr>
            <p:ph type="ctrTitle"/>
          </p:nvPr>
        </p:nvSpPr>
        <p:spPr>
          <a:xfrm>
            <a:off x="1561650" y="751888"/>
            <a:ext cx="60207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t>Questions?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25"/>
          <p:cNvSpPr txBox="1"/>
          <p:nvPr>
            <p:ph type="ctrTitle"/>
          </p:nvPr>
        </p:nvSpPr>
        <p:spPr>
          <a:xfrm>
            <a:off x="1561650" y="751903"/>
            <a:ext cx="6020700" cy="881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t>Feel free to contact us</a:t>
            </a:r>
            <a:endParaRPr/>
          </a:p>
        </p:txBody>
      </p:sp>
      <p:sp>
        <p:nvSpPr>
          <p:cNvPr id="607" name="Google Shape;607;p25"/>
          <p:cNvSpPr txBox="1"/>
          <p:nvPr>
            <p:ph idx="1" type="subTitle"/>
          </p:nvPr>
        </p:nvSpPr>
        <p:spPr>
          <a:xfrm>
            <a:off x="1697250" y="2200975"/>
            <a:ext cx="5885100" cy="15699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SzPts val="2800"/>
              <a:buNone/>
            </a:pPr>
            <a:r>
              <a:rPr lang="en"/>
              <a:t>Pranav Gadhave : </a:t>
            </a:r>
            <a:r>
              <a:rPr lang="en">
                <a:solidFill>
                  <a:schemeClr val="hlink"/>
                </a:solidFill>
                <a:uFill>
                  <a:noFill/>
                </a:uFill>
                <a:hlinkClick r:id="rId3"/>
              </a:rPr>
              <a:t>2019pranav.gadhave@ves.ac.in</a:t>
            </a:r>
            <a:endParaRPr/>
          </a:p>
          <a:p>
            <a:pPr indent="0" lvl="0" marL="0" rtl="0" algn="ctr">
              <a:lnSpc>
                <a:spcPct val="100000"/>
              </a:lnSpc>
              <a:spcBef>
                <a:spcPts val="0"/>
              </a:spcBef>
              <a:spcAft>
                <a:spcPts val="0"/>
              </a:spcAft>
              <a:buSzPts val="2800"/>
              <a:buNone/>
            </a:pPr>
            <a:r>
              <a:t/>
            </a:r>
            <a:endParaRPr/>
          </a:p>
          <a:p>
            <a:pPr indent="0" lvl="0" marL="0" rtl="0" algn="ctr">
              <a:lnSpc>
                <a:spcPct val="100000"/>
              </a:lnSpc>
              <a:spcBef>
                <a:spcPts val="0"/>
              </a:spcBef>
              <a:spcAft>
                <a:spcPts val="0"/>
              </a:spcAft>
              <a:buSzPts val="2800"/>
              <a:buNone/>
            </a:pPr>
            <a:r>
              <a:rPr lang="en"/>
              <a:t>Shreyas Poojari : </a:t>
            </a:r>
            <a:r>
              <a:rPr lang="en">
                <a:solidFill>
                  <a:schemeClr val="hlink"/>
                </a:solidFill>
                <a:uFill>
                  <a:noFill/>
                </a:uFill>
                <a:hlinkClick r:id="rId4"/>
              </a:rPr>
              <a:t>2019</a:t>
            </a:r>
            <a:r>
              <a:rPr lang="en"/>
              <a:t>shreyas.poojari@ves.ac.in</a:t>
            </a:r>
            <a:endParaRPr/>
          </a:p>
          <a:p>
            <a:pPr indent="0" lvl="0" marL="0" rtl="0" algn="ctr">
              <a:lnSpc>
                <a:spcPct val="100000"/>
              </a:lnSpc>
              <a:spcBef>
                <a:spcPts val="0"/>
              </a:spcBef>
              <a:spcAft>
                <a:spcPts val="0"/>
              </a:spcAft>
              <a:buSzPts val="2800"/>
              <a:buNone/>
            </a:pPr>
            <a:r>
              <a:t/>
            </a:r>
            <a:endParaRPr/>
          </a:p>
          <a:p>
            <a:pPr indent="0" lvl="0" marL="0" rtl="0" algn="ctr">
              <a:lnSpc>
                <a:spcPct val="100000"/>
              </a:lnSpc>
              <a:spcBef>
                <a:spcPts val="0"/>
              </a:spcBef>
              <a:spcAft>
                <a:spcPts val="0"/>
              </a:spcAft>
              <a:buSzPts val="2800"/>
              <a:buNone/>
            </a:pPr>
            <a:r>
              <a:rPr lang="en"/>
              <a:t>Ashwin Pansare : 2019ashwin.pansare@ves.ac.in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ata Science Consulting by Slidesgo">
  <a:themeElements>
    <a:clrScheme name="Simple Light">
      <a:dk1>
        <a:srgbClr val="1A5E8F"/>
      </a:dk1>
      <a:lt1>
        <a:srgbClr val="FFFFFF"/>
      </a:lt1>
      <a:dk2>
        <a:srgbClr val="002845"/>
      </a:dk2>
      <a:lt2>
        <a:srgbClr val="FFD6E1"/>
      </a:lt2>
      <a:accent1>
        <a:srgbClr val="E898AC"/>
      </a:accent1>
      <a:accent2>
        <a:srgbClr val="00CFCC"/>
      </a:accent2>
      <a:accent3>
        <a:srgbClr val="FF9973"/>
      </a:accent3>
      <a:accent4>
        <a:srgbClr val="F64975"/>
      </a:accent4>
      <a:accent5>
        <a:srgbClr val="5EFFFD"/>
      </a:accent5>
      <a:accent6>
        <a:srgbClr val="FC723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